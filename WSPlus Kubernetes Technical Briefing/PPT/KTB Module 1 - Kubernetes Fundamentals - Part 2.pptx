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6.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7.xml" ContentType="application/vnd.openxmlformats-officedocument.presentationml.tags+xml"/>
  <Override PartName="/ppt/notesSlides/notesSlide19.xml" ContentType="application/vnd.openxmlformats-officedocument.presentationml.notesSlide+xml"/>
  <Override PartName="/ppt/tags/tag8.xml" ContentType="application/vnd.openxmlformats-officedocument.presentationml.tags+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68" r:id="rId42"/>
  </p:sldMasterIdLst>
  <p:notesMasterIdLst>
    <p:notesMasterId r:id="rId77"/>
  </p:notesMasterIdLst>
  <p:sldIdLst>
    <p:sldId id="256" r:id="rId43"/>
    <p:sldId id="257" r:id="rId44"/>
    <p:sldId id="2147469889" r:id="rId45"/>
    <p:sldId id="259" r:id="rId46"/>
    <p:sldId id="2076138569" r:id="rId47"/>
    <p:sldId id="2076138606" r:id="rId48"/>
    <p:sldId id="2076138604" r:id="rId49"/>
    <p:sldId id="2076138594" r:id="rId50"/>
    <p:sldId id="2076138595" r:id="rId51"/>
    <p:sldId id="2147469953" r:id="rId52"/>
    <p:sldId id="2147469954" r:id="rId53"/>
    <p:sldId id="2076138628" r:id="rId54"/>
    <p:sldId id="2076138629" r:id="rId55"/>
    <p:sldId id="2076138631" r:id="rId56"/>
    <p:sldId id="2076138630" r:id="rId57"/>
    <p:sldId id="2147469956" r:id="rId58"/>
    <p:sldId id="2147469920" r:id="rId59"/>
    <p:sldId id="2147469962" r:id="rId60"/>
    <p:sldId id="2076138570" r:id="rId61"/>
    <p:sldId id="2076138582" r:id="rId62"/>
    <p:sldId id="2076138591" r:id="rId63"/>
    <p:sldId id="2147469949" r:id="rId64"/>
    <p:sldId id="2076138589" r:id="rId65"/>
    <p:sldId id="2076138568" r:id="rId66"/>
    <p:sldId id="2076138580" r:id="rId67"/>
    <p:sldId id="2147469963" r:id="rId68"/>
    <p:sldId id="2076138617" r:id="rId69"/>
    <p:sldId id="2076138618" r:id="rId70"/>
    <p:sldId id="2147469957" r:id="rId71"/>
    <p:sldId id="2076138609" r:id="rId72"/>
    <p:sldId id="2147469961" r:id="rId73"/>
    <p:sldId id="2147469959" r:id="rId74"/>
    <p:sldId id="265" r:id="rId75"/>
    <p:sldId id="266" r:id="rId76"/>
  </p:sldIdLst>
  <p:sldSz cx="12192000" cy="6858000"/>
  <p:notesSz cx="6858000" cy="9144000"/>
  <p:custDataLst>
    <p:tags r:id="rId7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AA2690C-DAF2-FE5F-D13F-42FF3D10F374}" name="Brianna Farah" initials="BF" userId="S::brianna@audienz.com::f1856917-c2d4-49a7-94e9-7f0e47fabbfc" providerId="AD"/>
  <p188:author id="{EF32DA53-2C03-03EE-2EEA-AE2457C9B68C}" name="Tessa Berkley" initials="TB" userId="S::tessab@audienz.com::29198474-64f9-4b67-b7f5-57f0013c6244"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essa Berkley" initials="TB" lastIdx="18" clrIdx="0">
    <p:extLst>
      <p:ext uri="{19B8F6BF-5375-455C-9EA6-DF929625EA0E}">
        <p15:presenceInfo xmlns:p15="http://schemas.microsoft.com/office/powerpoint/2012/main" userId="S::TessaB@audienz.com::29198474-64f9-4b67-b7f5-57f0013c6244" providerId="AD"/>
      </p:ext>
    </p:extLst>
  </p:cmAuthor>
  <p:cmAuthor id="2" name="Brianna Farah" initials="BF" lastIdx="6" clrIdx="1">
    <p:extLst>
      <p:ext uri="{19B8F6BF-5375-455C-9EA6-DF929625EA0E}">
        <p15:presenceInfo xmlns:p15="http://schemas.microsoft.com/office/powerpoint/2012/main" userId="S::brianna@audienz.com::f1856917-c2d4-49a7-94e9-7f0e47fabbf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D3D3"/>
    <a:srgbClr val="6089B4"/>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744AAA-0642-4EBD-8440-FD8218209AE4}" v="111" dt="2025-06-16T19:17:15.686"/>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670" autoAdjust="0"/>
    <p:restoredTop sz="76643" autoAdjust="0"/>
  </p:normalViewPr>
  <p:slideViewPr>
    <p:cSldViewPr snapToGrid="0">
      <p:cViewPr varScale="1">
        <p:scale>
          <a:sx n="79" d="100"/>
          <a:sy n="79" d="100"/>
        </p:scale>
        <p:origin x="330" y="29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customXml" Target="../customXml/item26.xml"/><Relationship Id="rId21" Type="http://schemas.openxmlformats.org/officeDocument/2006/relationships/customXml" Target="../customXml/item21.xml"/><Relationship Id="rId42" Type="http://schemas.openxmlformats.org/officeDocument/2006/relationships/slideMaster" Target="slideMasters/slideMaster1.xml"/><Relationship Id="rId47" Type="http://schemas.openxmlformats.org/officeDocument/2006/relationships/slide" Target="slides/slide5.xml"/><Relationship Id="rId63" Type="http://schemas.openxmlformats.org/officeDocument/2006/relationships/slide" Target="slides/slide21.xml"/><Relationship Id="rId68" Type="http://schemas.openxmlformats.org/officeDocument/2006/relationships/slide" Target="slides/slide26.xml"/><Relationship Id="rId84" Type="http://schemas.microsoft.com/office/2016/11/relationships/changesInfo" Target="changesInfos/changesInfo1.xml"/><Relationship Id="rId16" Type="http://schemas.openxmlformats.org/officeDocument/2006/relationships/customXml" Target="../customXml/item16.xml"/><Relationship Id="rId11" Type="http://schemas.openxmlformats.org/officeDocument/2006/relationships/customXml" Target="../customXml/item11.xml"/><Relationship Id="rId32" Type="http://schemas.openxmlformats.org/officeDocument/2006/relationships/customXml" Target="../customXml/item32.xml"/><Relationship Id="rId37" Type="http://schemas.openxmlformats.org/officeDocument/2006/relationships/customXml" Target="../customXml/item37.xml"/><Relationship Id="rId53" Type="http://schemas.openxmlformats.org/officeDocument/2006/relationships/slide" Target="slides/slide11.xml"/><Relationship Id="rId58" Type="http://schemas.openxmlformats.org/officeDocument/2006/relationships/slide" Target="slides/slide16.xml"/><Relationship Id="rId74" Type="http://schemas.openxmlformats.org/officeDocument/2006/relationships/slide" Target="slides/slide32.xml"/><Relationship Id="rId79" Type="http://schemas.openxmlformats.org/officeDocument/2006/relationships/commentAuthors" Target="commentAuthors.xml"/><Relationship Id="rId5" Type="http://schemas.openxmlformats.org/officeDocument/2006/relationships/customXml" Target="../customXml/item5.xml"/><Relationship Id="rId19" Type="http://schemas.openxmlformats.org/officeDocument/2006/relationships/customXml" Target="../customXml/item19.xml"/><Relationship Id="rId14" Type="http://schemas.openxmlformats.org/officeDocument/2006/relationships/customXml" Target="../customXml/item14.xml"/><Relationship Id="rId22" Type="http://schemas.openxmlformats.org/officeDocument/2006/relationships/customXml" Target="../customXml/item22.xml"/><Relationship Id="rId27" Type="http://schemas.openxmlformats.org/officeDocument/2006/relationships/customXml" Target="../customXml/item27.xml"/><Relationship Id="rId30" Type="http://schemas.openxmlformats.org/officeDocument/2006/relationships/customXml" Target="../customXml/item30.xml"/><Relationship Id="rId35" Type="http://schemas.openxmlformats.org/officeDocument/2006/relationships/customXml" Target="../customXml/item35.xml"/><Relationship Id="rId43" Type="http://schemas.openxmlformats.org/officeDocument/2006/relationships/slide" Target="slides/slide1.xml"/><Relationship Id="rId48" Type="http://schemas.openxmlformats.org/officeDocument/2006/relationships/slide" Target="slides/slide6.xml"/><Relationship Id="rId56" Type="http://schemas.openxmlformats.org/officeDocument/2006/relationships/slide" Target="slides/slide14.xml"/><Relationship Id="rId64" Type="http://schemas.openxmlformats.org/officeDocument/2006/relationships/slide" Target="slides/slide22.xml"/><Relationship Id="rId69" Type="http://schemas.openxmlformats.org/officeDocument/2006/relationships/slide" Target="slides/slide27.xml"/><Relationship Id="rId77" Type="http://schemas.openxmlformats.org/officeDocument/2006/relationships/notesMaster" Target="notesMasters/notesMaster1.xml"/><Relationship Id="rId8" Type="http://schemas.openxmlformats.org/officeDocument/2006/relationships/customXml" Target="../customXml/item8.xml"/><Relationship Id="rId51" Type="http://schemas.openxmlformats.org/officeDocument/2006/relationships/slide" Target="slides/slide9.xml"/><Relationship Id="rId72" Type="http://schemas.openxmlformats.org/officeDocument/2006/relationships/slide" Target="slides/slide30.xml"/><Relationship Id="rId80" Type="http://schemas.openxmlformats.org/officeDocument/2006/relationships/presProps" Target="presProps.xml"/><Relationship Id="rId85"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customXml" Target="../customXml/item25.xml"/><Relationship Id="rId33" Type="http://schemas.openxmlformats.org/officeDocument/2006/relationships/customXml" Target="../customXml/item33.xml"/><Relationship Id="rId38" Type="http://schemas.openxmlformats.org/officeDocument/2006/relationships/customXml" Target="../customXml/item38.xml"/><Relationship Id="rId46" Type="http://schemas.openxmlformats.org/officeDocument/2006/relationships/slide" Target="slides/slide4.xml"/><Relationship Id="rId59" Type="http://schemas.openxmlformats.org/officeDocument/2006/relationships/slide" Target="slides/slide17.xml"/><Relationship Id="rId67" Type="http://schemas.openxmlformats.org/officeDocument/2006/relationships/slide" Target="slides/slide25.xml"/><Relationship Id="rId20" Type="http://schemas.openxmlformats.org/officeDocument/2006/relationships/customXml" Target="../customXml/item20.xml"/><Relationship Id="rId41" Type="http://schemas.openxmlformats.org/officeDocument/2006/relationships/customXml" Target="../customXml/item41.xml"/><Relationship Id="rId54" Type="http://schemas.openxmlformats.org/officeDocument/2006/relationships/slide" Target="slides/slide12.xml"/><Relationship Id="rId62" Type="http://schemas.openxmlformats.org/officeDocument/2006/relationships/slide" Target="slides/slide20.xml"/><Relationship Id="rId70" Type="http://schemas.openxmlformats.org/officeDocument/2006/relationships/slide" Target="slides/slide28.xml"/><Relationship Id="rId75" Type="http://schemas.openxmlformats.org/officeDocument/2006/relationships/slide" Target="slides/slide33.xml"/><Relationship Id="rId83"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customXml" Target="../customXml/item28.xml"/><Relationship Id="rId36" Type="http://schemas.openxmlformats.org/officeDocument/2006/relationships/customXml" Target="../customXml/item36.xml"/><Relationship Id="rId49" Type="http://schemas.openxmlformats.org/officeDocument/2006/relationships/slide" Target="slides/slide7.xml"/><Relationship Id="rId57" Type="http://schemas.openxmlformats.org/officeDocument/2006/relationships/slide" Target="slides/slide15.xml"/><Relationship Id="rId10" Type="http://schemas.openxmlformats.org/officeDocument/2006/relationships/customXml" Target="../customXml/item10.xml"/><Relationship Id="rId31" Type="http://schemas.openxmlformats.org/officeDocument/2006/relationships/customXml" Target="../customXml/item31.xml"/><Relationship Id="rId44" Type="http://schemas.openxmlformats.org/officeDocument/2006/relationships/slide" Target="slides/slide2.xml"/><Relationship Id="rId52" Type="http://schemas.openxmlformats.org/officeDocument/2006/relationships/slide" Target="slides/slide10.xml"/><Relationship Id="rId60" Type="http://schemas.openxmlformats.org/officeDocument/2006/relationships/slide" Target="slides/slide18.xml"/><Relationship Id="rId65" Type="http://schemas.openxmlformats.org/officeDocument/2006/relationships/slide" Target="slides/slide23.xml"/><Relationship Id="rId73" Type="http://schemas.openxmlformats.org/officeDocument/2006/relationships/slide" Target="slides/slide31.xml"/><Relationship Id="rId78" Type="http://schemas.openxmlformats.org/officeDocument/2006/relationships/tags" Target="tags/tag1.xml"/><Relationship Id="rId81" Type="http://schemas.openxmlformats.org/officeDocument/2006/relationships/viewProps" Target="viewProps.xml"/><Relationship Id="rId86" Type="http://schemas.microsoft.com/office/2018/10/relationships/authors" Target="authors.xml"/><Relationship Id="rId4" Type="http://schemas.openxmlformats.org/officeDocument/2006/relationships/customXml" Target="../customXml/item4.xml"/><Relationship Id="rId9" Type="http://schemas.openxmlformats.org/officeDocument/2006/relationships/customXml" Target="../customXml/item9.xml"/><Relationship Id="rId13" Type="http://schemas.openxmlformats.org/officeDocument/2006/relationships/customXml" Target="../customXml/item13.xml"/><Relationship Id="rId18" Type="http://schemas.openxmlformats.org/officeDocument/2006/relationships/customXml" Target="../customXml/item18.xml"/><Relationship Id="rId39" Type="http://schemas.openxmlformats.org/officeDocument/2006/relationships/customXml" Target="../customXml/item39.xml"/><Relationship Id="rId34" Type="http://schemas.openxmlformats.org/officeDocument/2006/relationships/customXml" Target="../customXml/item34.xml"/><Relationship Id="rId50" Type="http://schemas.openxmlformats.org/officeDocument/2006/relationships/slide" Target="slides/slide8.xml"/><Relationship Id="rId55" Type="http://schemas.openxmlformats.org/officeDocument/2006/relationships/slide" Target="slides/slide13.xml"/><Relationship Id="rId76" Type="http://schemas.openxmlformats.org/officeDocument/2006/relationships/slide" Target="slides/slide34.xml"/><Relationship Id="rId7" Type="http://schemas.openxmlformats.org/officeDocument/2006/relationships/customXml" Target="../customXml/item7.xml"/><Relationship Id="rId71" Type="http://schemas.openxmlformats.org/officeDocument/2006/relationships/slide" Target="slides/slide29.xml"/><Relationship Id="rId2" Type="http://schemas.openxmlformats.org/officeDocument/2006/relationships/customXml" Target="../customXml/item2.xml"/><Relationship Id="rId29" Type="http://schemas.openxmlformats.org/officeDocument/2006/relationships/customXml" Target="../customXml/item29.xml"/><Relationship Id="rId24" Type="http://schemas.openxmlformats.org/officeDocument/2006/relationships/customXml" Target="../customXml/item24.xml"/><Relationship Id="rId40" Type="http://schemas.openxmlformats.org/officeDocument/2006/relationships/customXml" Target="../customXml/item40.xml"/><Relationship Id="rId45" Type="http://schemas.openxmlformats.org/officeDocument/2006/relationships/slide" Target="slides/slide3.xml"/><Relationship Id="rId66" Type="http://schemas.openxmlformats.org/officeDocument/2006/relationships/slide" Target="slides/slide24.xml"/><Relationship Id="rId61" Type="http://schemas.openxmlformats.org/officeDocument/2006/relationships/slide" Target="slides/slide19.xml"/><Relationship Id="rId8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w Albers" userId="05a0db6f-a93d-4086-9310-e241c2ed23ed" providerId="ADAL" clId="{718673AE-47B9-2345-A002-76E135B6C788}"/>
    <pc:docChg chg="undo custSel addSld delSld modSld">
      <pc:chgData name="Andrew Albers" userId="05a0db6f-a93d-4086-9310-e241c2ed23ed" providerId="ADAL" clId="{718673AE-47B9-2345-A002-76E135B6C788}" dt="2025-04-18T16:26:28.970" v="2968" actId="20577"/>
      <pc:docMkLst>
        <pc:docMk/>
      </pc:docMkLst>
      <pc:sldChg chg="modSp mod">
        <pc:chgData name="Andrew Albers" userId="05a0db6f-a93d-4086-9310-e241c2ed23ed" providerId="ADAL" clId="{718673AE-47B9-2345-A002-76E135B6C788}" dt="2025-04-18T15:53:49.520" v="1389" actId="20577"/>
        <pc:sldMkLst>
          <pc:docMk/>
          <pc:sldMk cId="2181956486" sldId="256"/>
        </pc:sldMkLst>
      </pc:sldChg>
      <pc:sldChg chg="modSp mod">
        <pc:chgData name="Andrew Albers" userId="05a0db6f-a93d-4086-9310-e241c2ed23ed" providerId="ADAL" clId="{718673AE-47B9-2345-A002-76E135B6C788}" dt="2025-04-18T15:53:37.895" v="1388" actId="14100"/>
        <pc:sldMkLst>
          <pc:docMk/>
          <pc:sldMk cId="1635881331" sldId="259"/>
        </pc:sldMkLst>
      </pc:sldChg>
      <pc:sldChg chg="modSp mod">
        <pc:chgData name="Andrew Albers" userId="05a0db6f-a93d-4086-9310-e241c2ed23ed" providerId="ADAL" clId="{718673AE-47B9-2345-A002-76E135B6C788}" dt="2025-04-18T15:39:40.774" v="990" actId="20577"/>
        <pc:sldMkLst>
          <pc:docMk/>
          <pc:sldMk cId="3977638465" sldId="266"/>
        </pc:sldMkLst>
      </pc:sldChg>
      <pc:sldChg chg="del">
        <pc:chgData name="Andrew Albers" userId="05a0db6f-a93d-4086-9310-e241c2ed23ed" providerId="ADAL" clId="{718673AE-47B9-2345-A002-76E135B6C788}" dt="2025-04-18T15:13:49.170" v="194" actId="2696"/>
        <pc:sldMkLst>
          <pc:docMk/>
          <pc:sldMk cId="596524640" sldId="2065"/>
        </pc:sldMkLst>
      </pc:sldChg>
      <pc:sldChg chg="del">
        <pc:chgData name="Andrew Albers" userId="05a0db6f-a93d-4086-9310-e241c2ed23ed" providerId="ADAL" clId="{718673AE-47B9-2345-A002-76E135B6C788}" dt="2025-04-18T16:11:46.152" v="1701" actId="2696"/>
        <pc:sldMkLst>
          <pc:docMk/>
          <pc:sldMk cId="1398734143" sldId="2066"/>
        </pc:sldMkLst>
      </pc:sldChg>
      <pc:sldChg chg="del">
        <pc:chgData name="Andrew Albers" userId="05a0db6f-a93d-4086-9310-e241c2ed23ed" providerId="ADAL" clId="{718673AE-47B9-2345-A002-76E135B6C788}" dt="2025-04-18T15:13:41.104" v="191" actId="2696"/>
        <pc:sldMkLst>
          <pc:docMk/>
          <pc:sldMk cId="2382552501" sldId="4478"/>
        </pc:sldMkLst>
      </pc:sldChg>
      <pc:sldChg chg="del">
        <pc:chgData name="Andrew Albers" userId="05a0db6f-a93d-4086-9310-e241c2ed23ed" providerId="ADAL" clId="{718673AE-47B9-2345-A002-76E135B6C788}" dt="2025-04-18T15:13:40.528" v="190" actId="2696"/>
        <pc:sldMkLst>
          <pc:docMk/>
          <pc:sldMk cId="1168219790" sldId="4479"/>
        </pc:sldMkLst>
      </pc:sldChg>
      <pc:sldChg chg="del">
        <pc:chgData name="Andrew Albers" userId="05a0db6f-a93d-4086-9310-e241c2ed23ed" providerId="ADAL" clId="{718673AE-47B9-2345-A002-76E135B6C788}" dt="2025-04-18T15:13:39.874" v="189" actId="2696"/>
        <pc:sldMkLst>
          <pc:docMk/>
          <pc:sldMk cId="2297312889" sldId="4480"/>
        </pc:sldMkLst>
      </pc:sldChg>
      <pc:sldChg chg="del">
        <pc:chgData name="Andrew Albers" userId="05a0db6f-a93d-4086-9310-e241c2ed23ed" providerId="ADAL" clId="{718673AE-47B9-2345-A002-76E135B6C788}" dt="2025-04-18T15:13:39.145" v="188" actId="2696"/>
        <pc:sldMkLst>
          <pc:docMk/>
          <pc:sldMk cId="695900476" sldId="4481"/>
        </pc:sldMkLst>
      </pc:sldChg>
      <pc:sldChg chg="del">
        <pc:chgData name="Andrew Albers" userId="05a0db6f-a93d-4086-9310-e241c2ed23ed" providerId="ADAL" clId="{718673AE-47B9-2345-A002-76E135B6C788}" dt="2025-04-18T15:13:38.539" v="187" actId="2696"/>
        <pc:sldMkLst>
          <pc:docMk/>
          <pc:sldMk cId="1028115571" sldId="4482"/>
        </pc:sldMkLst>
      </pc:sldChg>
      <pc:sldChg chg="del">
        <pc:chgData name="Andrew Albers" userId="05a0db6f-a93d-4086-9310-e241c2ed23ed" providerId="ADAL" clId="{718673AE-47B9-2345-A002-76E135B6C788}" dt="2025-04-18T15:13:37.733" v="186" actId="2696"/>
        <pc:sldMkLst>
          <pc:docMk/>
          <pc:sldMk cId="644073378" sldId="4483"/>
        </pc:sldMkLst>
      </pc:sldChg>
      <pc:sldChg chg="del">
        <pc:chgData name="Andrew Albers" userId="05a0db6f-a93d-4086-9310-e241c2ed23ed" providerId="ADAL" clId="{718673AE-47B9-2345-A002-76E135B6C788}" dt="2025-04-18T15:13:36.907" v="185" actId="2696"/>
        <pc:sldMkLst>
          <pc:docMk/>
          <pc:sldMk cId="239421901" sldId="4484"/>
        </pc:sldMkLst>
      </pc:sldChg>
      <pc:sldChg chg="del">
        <pc:chgData name="Andrew Albers" userId="05a0db6f-a93d-4086-9310-e241c2ed23ed" providerId="ADAL" clId="{718673AE-47B9-2345-A002-76E135B6C788}" dt="2025-04-18T15:13:35.580" v="184" actId="2696"/>
        <pc:sldMkLst>
          <pc:docMk/>
          <pc:sldMk cId="1500392918" sldId="4485"/>
        </pc:sldMkLst>
      </pc:sldChg>
      <pc:sldChg chg="del">
        <pc:chgData name="Andrew Albers" userId="05a0db6f-a93d-4086-9310-e241c2ed23ed" providerId="ADAL" clId="{718673AE-47B9-2345-A002-76E135B6C788}" dt="2025-04-18T15:13:33.288" v="183" actId="2696"/>
        <pc:sldMkLst>
          <pc:docMk/>
          <pc:sldMk cId="3907173977" sldId="4486"/>
        </pc:sldMkLst>
      </pc:sldChg>
      <pc:sldChg chg="del">
        <pc:chgData name="Andrew Albers" userId="05a0db6f-a93d-4086-9310-e241c2ed23ed" providerId="ADAL" clId="{718673AE-47B9-2345-A002-76E135B6C788}" dt="2025-04-18T15:13:20.885" v="182" actId="2696"/>
        <pc:sldMkLst>
          <pc:docMk/>
          <pc:sldMk cId="44891446" sldId="4490"/>
        </pc:sldMkLst>
      </pc:sldChg>
      <pc:sldChg chg="del">
        <pc:chgData name="Andrew Albers" userId="05a0db6f-a93d-4086-9310-e241c2ed23ed" providerId="ADAL" clId="{718673AE-47B9-2345-A002-76E135B6C788}" dt="2025-04-18T15:13:01.019" v="181" actId="2696"/>
        <pc:sldMkLst>
          <pc:docMk/>
          <pc:sldMk cId="61196204" sldId="2147469784"/>
        </pc:sldMkLst>
      </pc:sldChg>
      <pc:sldChg chg="del">
        <pc:chgData name="Andrew Albers" userId="05a0db6f-a93d-4086-9310-e241c2ed23ed" providerId="ADAL" clId="{718673AE-47B9-2345-A002-76E135B6C788}" dt="2025-04-18T15:13:56.078" v="197" actId="2696"/>
        <pc:sldMkLst>
          <pc:docMk/>
          <pc:sldMk cId="615209057" sldId="2147469785"/>
        </pc:sldMkLst>
      </pc:sldChg>
      <pc:sldChg chg="del">
        <pc:chgData name="Andrew Albers" userId="05a0db6f-a93d-4086-9310-e241c2ed23ed" providerId="ADAL" clId="{718673AE-47B9-2345-A002-76E135B6C788}" dt="2025-04-18T15:13:57.675" v="198" actId="2696"/>
        <pc:sldMkLst>
          <pc:docMk/>
          <pc:sldMk cId="3320859369" sldId="2147469786"/>
        </pc:sldMkLst>
      </pc:sldChg>
      <pc:sldChg chg="del">
        <pc:chgData name="Andrew Albers" userId="05a0db6f-a93d-4086-9310-e241c2ed23ed" providerId="ADAL" clId="{718673AE-47B9-2345-A002-76E135B6C788}" dt="2025-04-18T15:13:58.583" v="199" actId="2696"/>
        <pc:sldMkLst>
          <pc:docMk/>
          <pc:sldMk cId="793519299" sldId="2147469787"/>
        </pc:sldMkLst>
      </pc:sldChg>
      <pc:sldChg chg="del">
        <pc:chgData name="Andrew Albers" userId="05a0db6f-a93d-4086-9310-e241c2ed23ed" providerId="ADAL" clId="{718673AE-47B9-2345-A002-76E135B6C788}" dt="2025-04-18T15:14:00.409" v="200" actId="2696"/>
        <pc:sldMkLst>
          <pc:docMk/>
          <pc:sldMk cId="1750121600" sldId="2147469788"/>
        </pc:sldMkLst>
      </pc:sldChg>
      <pc:sldChg chg="del">
        <pc:chgData name="Andrew Albers" userId="05a0db6f-a93d-4086-9310-e241c2ed23ed" providerId="ADAL" clId="{718673AE-47B9-2345-A002-76E135B6C788}" dt="2025-04-18T15:13:48.213" v="193" actId="2696"/>
        <pc:sldMkLst>
          <pc:docMk/>
          <pc:sldMk cId="3457369424" sldId="2147469790"/>
        </pc:sldMkLst>
      </pc:sldChg>
      <pc:sldChg chg="del">
        <pc:chgData name="Andrew Albers" userId="05a0db6f-a93d-4086-9310-e241c2ed23ed" providerId="ADAL" clId="{718673AE-47B9-2345-A002-76E135B6C788}" dt="2025-04-18T15:14:01.467" v="201" actId="2696"/>
        <pc:sldMkLst>
          <pc:docMk/>
          <pc:sldMk cId="4064413298" sldId="2147469792"/>
        </pc:sldMkLst>
      </pc:sldChg>
      <pc:sldChg chg="del">
        <pc:chgData name="Andrew Albers" userId="05a0db6f-a93d-4086-9310-e241c2ed23ed" providerId="ADAL" clId="{718673AE-47B9-2345-A002-76E135B6C788}" dt="2025-04-18T15:14:02.468" v="202" actId="2696"/>
        <pc:sldMkLst>
          <pc:docMk/>
          <pc:sldMk cId="682416994" sldId="2147469794"/>
        </pc:sldMkLst>
      </pc:sldChg>
      <pc:sldChg chg="del">
        <pc:chgData name="Andrew Albers" userId="05a0db6f-a93d-4086-9310-e241c2ed23ed" providerId="ADAL" clId="{718673AE-47B9-2345-A002-76E135B6C788}" dt="2025-04-18T16:11:41.491" v="1700" actId="2696"/>
        <pc:sldMkLst>
          <pc:docMk/>
          <pc:sldMk cId="3788446741" sldId="2147469798"/>
        </pc:sldMkLst>
      </pc:sldChg>
      <pc:sldChg chg="del">
        <pc:chgData name="Andrew Albers" userId="05a0db6f-a93d-4086-9310-e241c2ed23ed" providerId="ADAL" clId="{718673AE-47B9-2345-A002-76E135B6C788}" dt="2025-04-18T15:14:03.518" v="203" actId="2696"/>
        <pc:sldMkLst>
          <pc:docMk/>
          <pc:sldMk cId="859227491" sldId="2147469835"/>
        </pc:sldMkLst>
      </pc:sldChg>
      <pc:sldChg chg="del">
        <pc:chgData name="Andrew Albers" userId="05a0db6f-a93d-4086-9310-e241c2ed23ed" providerId="ADAL" clId="{718673AE-47B9-2345-A002-76E135B6C788}" dt="2025-04-18T15:14:04.568" v="204" actId="2696"/>
        <pc:sldMkLst>
          <pc:docMk/>
          <pc:sldMk cId="3304016034" sldId="2147469836"/>
        </pc:sldMkLst>
      </pc:sldChg>
      <pc:sldChg chg="del">
        <pc:chgData name="Andrew Albers" userId="05a0db6f-a93d-4086-9310-e241c2ed23ed" providerId="ADAL" clId="{718673AE-47B9-2345-A002-76E135B6C788}" dt="2025-04-18T15:13:51.016" v="195" actId="2696"/>
        <pc:sldMkLst>
          <pc:docMk/>
          <pc:sldMk cId="3358395208" sldId="2147469864"/>
        </pc:sldMkLst>
      </pc:sldChg>
      <pc:sldChg chg="mod modShow">
        <pc:chgData name="Andrew Albers" userId="05a0db6f-a93d-4086-9310-e241c2ed23ed" providerId="ADAL" clId="{718673AE-47B9-2345-A002-76E135B6C788}" dt="2025-04-18T16:11:29.574" v="1699" actId="729"/>
        <pc:sldMkLst>
          <pc:docMk/>
          <pc:sldMk cId="1590938168" sldId="2147469867"/>
        </pc:sldMkLst>
      </pc:sldChg>
      <pc:sldChg chg="del">
        <pc:chgData name="Andrew Albers" userId="05a0db6f-a93d-4086-9310-e241c2ed23ed" providerId="ADAL" clId="{718673AE-47B9-2345-A002-76E135B6C788}" dt="2025-04-18T15:13:54.570" v="196" actId="2696"/>
        <pc:sldMkLst>
          <pc:docMk/>
          <pc:sldMk cId="591597269" sldId="2147469868"/>
        </pc:sldMkLst>
      </pc:sldChg>
      <pc:sldChg chg="mod modShow">
        <pc:chgData name="Andrew Albers" userId="05a0db6f-a93d-4086-9310-e241c2ed23ed" providerId="ADAL" clId="{718673AE-47B9-2345-A002-76E135B6C788}" dt="2025-04-18T16:11:26.455" v="1698" actId="729"/>
        <pc:sldMkLst>
          <pc:docMk/>
          <pc:sldMk cId="1497532563" sldId="2147469876"/>
        </pc:sldMkLst>
      </pc:sldChg>
      <pc:sldChg chg="addSp delSp modSp mod modNotesTx">
        <pc:chgData name="Andrew Albers" userId="05a0db6f-a93d-4086-9310-e241c2ed23ed" providerId="ADAL" clId="{718673AE-47B9-2345-A002-76E135B6C788}" dt="2025-04-18T16:04:19.437" v="1586" actId="20577"/>
        <pc:sldMkLst>
          <pc:docMk/>
          <pc:sldMk cId="272191530" sldId="2147469900"/>
        </pc:sldMkLst>
      </pc:sldChg>
      <pc:sldChg chg="del">
        <pc:chgData name="Andrew Albers" userId="05a0db6f-a93d-4086-9310-e241c2ed23ed" providerId="ADAL" clId="{718673AE-47B9-2345-A002-76E135B6C788}" dt="2025-04-18T15:13:41.917" v="192" actId="2696"/>
        <pc:sldMkLst>
          <pc:docMk/>
          <pc:sldMk cId="1440339225" sldId="2147469908"/>
        </pc:sldMkLst>
      </pc:sldChg>
      <pc:sldChg chg="modSp mod">
        <pc:chgData name="Andrew Albers" userId="05a0db6f-a93d-4086-9310-e241c2ed23ed" providerId="ADAL" clId="{718673AE-47B9-2345-A002-76E135B6C788}" dt="2025-04-18T15:38:42.145" v="862" actId="20577"/>
        <pc:sldMkLst>
          <pc:docMk/>
          <pc:sldMk cId="1146671792" sldId="2147469912"/>
        </pc:sldMkLst>
      </pc:sldChg>
      <pc:sldChg chg="delSp modSp mod modNotesTx">
        <pc:chgData name="Andrew Albers" userId="05a0db6f-a93d-4086-9310-e241c2ed23ed" providerId="ADAL" clId="{718673AE-47B9-2345-A002-76E135B6C788}" dt="2025-04-18T16:20:20.076" v="2379" actId="20577"/>
        <pc:sldMkLst>
          <pc:docMk/>
          <pc:sldMk cId="203859818" sldId="2147469913"/>
        </pc:sldMkLst>
      </pc:sldChg>
      <pc:sldChg chg="del">
        <pc:chgData name="Andrew Albers" userId="05a0db6f-a93d-4086-9310-e241c2ed23ed" providerId="ADAL" clId="{718673AE-47B9-2345-A002-76E135B6C788}" dt="2025-04-18T16:05:28.121" v="1695" actId="2696"/>
        <pc:sldMkLst>
          <pc:docMk/>
          <pc:sldMk cId="1471249835" sldId="2147469914"/>
        </pc:sldMkLst>
      </pc:sldChg>
      <pc:sldChg chg="addSp delSp modSp add mod modNotesTx">
        <pc:chgData name="Andrew Albers" userId="05a0db6f-a93d-4086-9310-e241c2ed23ed" providerId="ADAL" clId="{718673AE-47B9-2345-A002-76E135B6C788}" dt="2025-04-18T16:26:28.970" v="2968" actId="20577"/>
        <pc:sldMkLst>
          <pc:docMk/>
          <pc:sldMk cId="2846072718" sldId="2147469918"/>
        </pc:sldMkLst>
      </pc:sldChg>
      <pc:sldChg chg="delSp modSp add mod">
        <pc:chgData name="Andrew Albers" userId="05a0db6f-a93d-4086-9310-e241c2ed23ed" providerId="ADAL" clId="{718673AE-47B9-2345-A002-76E135B6C788}" dt="2025-04-18T16:12:45.795" v="1744" actId="255"/>
        <pc:sldMkLst>
          <pc:docMk/>
          <pc:sldMk cId="2593775031" sldId="2147469919"/>
        </pc:sldMkLst>
      </pc:sldChg>
    </pc:docChg>
  </pc:docChgLst>
  <pc:docChgLst>
    <pc:chgData name="Andrew Albers" userId="05a0db6f-a93d-4086-9310-e241c2ed23ed" providerId="ADAL" clId="{48744AAA-0642-4EBD-8440-FD8218209AE4}"/>
    <pc:docChg chg="undo redo custSel addSld delSld modSld sldOrd">
      <pc:chgData name="Andrew Albers" userId="05a0db6f-a93d-4086-9310-e241c2ed23ed" providerId="ADAL" clId="{48744AAA-0642-4EBD-8440-FD8218209AE4}" dt="2025-06-16T19:24:35.423" v="3930" actId="20577"/>
      <pc:docMkLst>
        <pc:docMk/>
      </pc:docMkLst>
      <pc:sldChg chg="modSp mod">
        <pc:chgData name="Andrew Albers" userId="05a0db6f-a93d-4086-9310-e241c2ed23ed" providerId="ADAL" clId="{48744AAA-0642-4EBD-8440-FD8218209AE4}" dt="2025-06-09T15:20:05.386" v="1" actId="20577"/>
        <pc:sldMkLst>
          <pc:docMk/>
          <pc:sldMk cId="2181956486" sldId="256"/>
        </pc:sldMkLst>
        <pc:spChg chg="mod">
          <ac:chgData name="Andrew Albers" userId="05a0db6f-a93d-4086-9310-e241c2ed23ed" providerId="ADAL" clId="{48744AAA-0642-4EBD-8440-FD8218209AE4}" dt="2025-06-09T15:20:05.386" v="1" actId="20577"/>
          <ac:spMkLst>
            <pc:docMk/>
            <pc:sldMk cId="2181956486" sldId="256"/>
            <ac:spMk id="4" creationId="{00000000-0000-0000-0000-000000000000}"/>
          </ac:spMkLst>
        </pc:spChg>
      </pc:sldChg>
      <pc:sldChg chg="modSp mod">
        <pc:chgData name="Andrew Albers" userId="05a0db6f-a93d-4086-9310-e241c2ed23ed" providerId="ADAL" clId="{48744AAA-0642-4EBD-8440-FD8218209AE4}" dt="2025-06-09T15:23:00.024" v="159" actId="20577"/>
        <pc:sldMkLst>
          <pc:docMk/>
          <pc:sldMk cId="1635881331" sldId="259"/>
        </pc:sldMkLst>
        <pc:spChg chg="mod">
          <ac:chgData name="Andrew Albers" userId="05a0db6f-a93d-4086-9310-e241c2ed23ed" providerId="ADAL" clId="{48744AAA-0642-4EBD-8440-FD8218209AE4}" dt="2025-06-09T15:23:00.024" v="159" actId="20577"/>
          <ac:spMkLst>
            <pc:docMk/>
            <pc:sldMk cId="1635881331" sldId="259"/>
            <ac:spMk id="5" creationId="{27132E6D-A6EE-402B-895A-D0B053AB702A}"/>
          </ac:spMkLst>
        </pc:spChg>
      </pc:sldChg>
      <pc:sldChg chg="modSp add mod">
        <pc:chgData name="Andrew Albers" userId="05a0db6f-a93d-4086-9310-e241c2ed23ed" providerId="ADAL" clId="{48744AAA-0642-4EBD-8440-FD8218209AE4}" dt="2025-06-16T19:24:35.423" v="3930" actId="20577"/>
        <pc:sldMkLst>
          <pc:docMk/>
          <pc:sldMk cId="3977638465" sldId="266"/>
        </pc:sldMkLst>
        <pc:spChg chg="mod">
          <ac:chgData name="Andrew Albers" userId="05a0db6f-a93d-4086-9310-e241c2ed23ed" providerId="ADAL" clId="{48744AAA-0642-4EBD-8440-FD8218209AE4}" dt="2025-06-16T19:24:35.423" v="3930" actId="20577"/>
          <ac:spMkLst>
            <pc:docMk/>
            <pc:sldMk cId="3977638465" sldId="266"/>
            <ac:spMk id="2" creationId="{BC57B38C-8413-4861-A4F5-7DF656AEAD0D}"/>
          </ac:spMkLst>
        </pc:spChg>
        <pc:spChg chg="mod">
          <ac:chgData name="Andrew Albers" userId="05a0db6f-a93d-4086-9310-e241c2ed23ed" providerId="ADAL" clId="{48744AAA-0642-4EBD-8440-FD8218209AE4}" dt="2025-06-16T19:24:32.674" v="3928" actId="20577"/>
          <ac:spMkLst>
            <pc:docMk/>
            <pc:sldMk cId="3977638465" sldId="266"/>
            <ac:spMk id="14" creationId="{2044E162-68FA-4C0E-B9D3-D4C8561D02EE}"/>
          </ac:spMkLst>
        </pc:spChg>
      </pc:sldChg>
      <pc:sldChg chg="modSp add mod">
        <pc:chgData name="Andrew Albers" userId="05a0db6f-a93d-4086-9310-e241c2ed23ed" providerId="ADAL" clId="{48744AAA-0642-4EBD-8440-FD8218209AE4}" dt="2025-06-16T18:41:42.027" v="3609" actId="207"/>
        <pc:sldMkLst>
          <pc:docMk/>
          <pc:sldMk cId="2267315640" sldId="2076138568"/>
        </pc:sldMkLst>
        <pc:spChg chg="mod">
          <ac:chgData name="Andrew Albers" userId="05a0db6f-a93d-4086-9310-e241c2ed23ed" providerId="ADAL" clId="{48744AAA-0642-4EBD-8440-FD8218209AE4}" dt="2025-06-16T18:41:42.027" v="3609" actId="207"/>
          <ac:spMkLst>
            <pc:docMk/>
            <pc:sldMk cId="2267315640" sldId="2076138568"/>
            <ac:spMk id="2" creationId="{59E62697-7945-49AF-A643-2E2ED4DF7AA2}"/>
          </ac:spMkLst>
        </pc:spChg>
      </pc:sldChg>
      <pc:sldChg chg="modSp add mod">
        <pc:chgData name="Andrew Albers" userId="05a0db6f-a93d-4086-9310-e241c2ed23ed" providerId="ADAL" clId="{48744AAA-0642-4EBD-8440-FD8218209AE4}" dt="2025-06-13T18:23:32.352" v="2505" actId="207"/>
        <pc:sldMkLst>
          <pc:docMk/>
          <pc:sldMk cId="2233306123" sldId="2076138569"/>
        </pc:sldMkLst>
        <pc:spChg chg="mod">
          <ac:chgData name="Andrew Albers" userId="05a0db6f-a93d-4086-9310-e241c2ed23ed" providerId="ADAL" clId="{48744AAA-0642-4EBD-8440-FD8218209AE4}" dt="2025-06-13T18:23:32.352" v="2505" actId="207"/>
          <ac:spMkLst>
            <pc:docMk/>
            <pc:sldMk cId="2233306123" sldId="2076138569"/>
            <ac:spMk id="2" creationId="{59E62697-7945-49AF-A643-2E2ED4DF7AA2}"/>
          </ac:spMkLst>
        </pc:spChg>
      </pc:sldChg>
      <pc:sldChg chg="modSp add mod">
        <pc:chgData name="Andrew Albers" userId="05a0db6f-a93d-4086-9310-e241c2ed23ed" providerId="ADAL" clId="{48744AAA-0642-4EBD-8440-FD8218209AE4}" dt="2025-06-16T18:41:29.945" v="3606" actId="207"/>
        <pc:sldMkLst>
          <pc:docMk/>
          <pc:sldMk cId="2939701552" sldId="2076138570"/>
        </pc:sldMkLst>
        <pc:spChg chg="mod">
          <ac:chgData name="Andrew Albers" userId="05a0db6f-a93d-4086-9310-e241c2ed23ed" providerId="ADAL" clId="{48744AAA-0642-4EBD-8440-FD8218209AE4}" dt="2025-06-16T18:41:29.945" v="3606" actId="207"/>
          <ac:spMkLst>
            <pc:docMk/>
            <pc:sldMk cId="2939701552" sldId="2076138570"/>
            <ac:spMk id="2" creationId="{59E62697-7945-49AF-A643-2E2ED4DF7AA2}"/>
          </ac:spMkLst>
        </pc:spChg>
      </pc:sldChg>
      <pc:sldChg chg="modSp add mod">
        <pc:chgData name="Andrew Albers" userId="05a0db6f-a93d-4086-9310-e241c2ed23ed" providerId="ADAL" clId="{48744AAA-0642-4EBD-8440-FD8218209AE4}" dt="2025-06-16T18:41:46.273" v="3610" actId="207"/>
        <pc:sldMkLst>
          <pc:docMk/>
          <pc:sldMk cId="1650734228" sldId="2076138580"/>
        </pc:sldMkLst>
        <pc:spChg chg="mod">
          <ac:chgData name="Andrew Albers" userId="05a0db6f-a93d-4086-9310-e241c2ed23ed" providerId="ADAL" clId="{48744AAA-0642-4EBD-8440-FD8218209AE4}" dt="2025-06-16T18:41:46.273" v="3610" actId="207"/>
          <ac:spMkLst>
            <pc:docMk/>
            <pc:sldMk cId="1650734228" sldId="2076138580"/>
            <ac:spMk id="2" creationId="{59E62697-7945-49AF-A643-2E2ED4DF7AA2}"/>
          </ac:spMkLst>
        </pc:spChg>
      </pc:sldChg>
      <pc:sldChg chg="modSp add mod">
        <pc:chgData name="Andrew Albers" userId="05a0db6f-a93d-4086-9310-e241c2ed23ed" providerId="ADAL" clId="{48744AAA-0642-4EBD-8440-FD8218209AE4}" dt="2025-06-16T18:41:33.606" v="3607" actId="207"/>
        <pc:sldMkLst>
          <pc:docMk/>
          <pc:sldMk cId="2386599747" sldId="2076138582"/>
        </pc:sldMkLst>
        <pc:spChg chg="mod">
          <ac:chgData name="Andrew Albers" userId="05a0db6f-a93d-4086-9310-e241c2ed23ed" providerId="ADAL" clId="{48744AAA-0642-4EBD-8440-FD8218209AE4}" dt="2025-06-16T18:41:33.606" v="3607" actId="207"/>
          <ac:spMkLst>
            <pc:docMk/>
            <pc:sldMk cId="2386599747" sldId="2076138582"/>
            <ac:spMk id="2" creationId="{59E62697-7945-49AF-A643-2E2ED4DF7AA2}"/>
          </ac:spMkLst>
        </pc:spChg>
      </pc:sldChg>
      <pc:sldChg chg="modSp add mod ord">
        <pc:chgData name="Andrew Albers" userId="05a0db6f-a93d-4086-9310-e241c2ed23ed" providerId="ADAL" clId="{48744AAA-0642-4EBD-8440-FD8218209AE4}" dt="2025-06-16T18:51:01.040" v="3615"/>
        <pc:sldMkLst>
          <pc:docMk/>
          <pc:sldMk cId="549285060" sldId="2076138589"/>
        </pc:sldMkLst>
        <pc:spChg chg="mod">
          <ac:chgData name="Andrew Albers" userId="05a0db6f-a93d-4086-9310-e241c2ed23ed" providerId="ADAL" clId="{48744AAA-0642-4EBD-8440-FD8218209AE4}" dt="2025-06-16T18:41:24.958" v="3605" actId="207"/>
          <ac:spMkLst>
            <pc:docMk/>
            <pc:sldMk cId="549285060" sldId="2076138589"/>
            <ac:spMk id="2" creationId="{59E62697-7945-49AF-A643-2E2ED4DF7AA2}"/>
          </ac:spMkLst>
        </pc:spChg>
      </pc:sldChg>
      <pc:sldChg chg="modSp add mod">
        <pc:chgData name="Andrew Albers" userId="05a0db6f-a93d-4086-9310-e241c2ed23ed" providerId="ADAL" clId="{48744AAA-0642-4EBD-8440-FD8218209AE4}" dt="2025-06-16T18:41:37.191" v="3608" actId="207"/>
        <pc:sldMkLst>
          <pc:docMk/>
          <pc:sldMk cId="1968650645" sldId="2076138591"/>
        </pc:sldMkLst>
        <pc:spChg chg="mod">
          <ac:chgData name="Andrew Albers" userId="05a0db6f-a93d-4086-9310-e241c2ed23ed" providerId="ADAL" clId="{48744AAA-0642-4EBD-8440-FD8218209AE4}" dt="2025-06-16T18:41:37.191" v="3608" actId="207"/>
          <ac:spMkLst>
            <pc:docMk/>
            <pc:sldMk cId="1968650645" sldId="2076138591"/>
            <ac:spMk id="2" creationId="{59E62697-7945-49AF-A643-2E2ED4DF7AA2}"/>
          </ac:spMkLst>
        </pc:spChg>
      </pc:sldChg>
      <pc:sldChg chg="modSp add mod">
        <pc:chgData name="Andrew Albers" userId="05a0db6f-a93d-4086-9310-e241c2ed23ed" providerId="ADAL" clId="{48744AAA-0642-4EBD-8440-FD8218209AE4}" dt="2025-06-13T18:23:44.449" v="2508" actId="207"/>
        <pc:sldMkLst>
          <pc:docMk/>
          <pc:sldMk cId="2250284667" sldId="2076138594"/>
        </pc:sldMkLst>
        <pc:spChg chg="mod">
          <ac:chgData name="Andrew Albers" userId="05a0db6f-a93d-4086-9310-e241c2ed23ed" providerId="ADAL" clId="{48744AAA-0642-4EBD-8440-FD8218209AE4}" dt="2025-06-13T18:23:44.449" v="2508" actId="207"/>
          <ac:spMkLst>
            <pc:docMk/>
            <pc:sldMk cId="2250284667" sldId="2076138594"/>
            <ac:spMk id="2" creationId="{59E62697-7945-49AF-A643-2E2ED4DF7AA2}"/>
          </ac:spMkLst>
        </pc:spChg>
      </pc:sldChg>
      <pc:sldChg chg="modSp add mod">
        <pc:chgData name="Andrew Albers" userId="05a0db6f-a93d-4086-9310-e241c2ed23ed" providerId="ADAL" clId="{48744AAA-0642-4EBD-8440-FD8218209AE4}" dt="2025-06-13T18:26:03.874" v="2509" actId="207"/>
        <pc:sldMkLst>
          <pc:docMk/>
          <pc:sldMk cId="3678086218" sldId="2076138595"/>
        </pc:sldMkLst>
        <pc:spChg chg="mod">
          <ac:chgData name="Andrew Albers" userId="05a0db6f-a93d-4086-9310-e241c2ed23ed" providerId="ADAL" clId="{48744AAA-0642-4EBD-8440-FD8218209AE4}" dt="2025-06-13T18:26:03.874" v="2509" actId="207"/>
          <ac:spMkLst>
            <pc:docMk/>
            <pc:sldMk cId="3678086218" sldId="2076138595"/>
            <ac:spMk id="2" creationId="{59E62697-7945-49AF-A643-2E2ED4DF7AA2}"/>
          </ac:spMkLst>
        </pc:spChg>
      </pc:sldChg>
      <pc:sldChg chg="modSp add mod">
        <pc:chgData name="Andrew Albers" userId="05a0db6f-a93d-4086-9310-e241c2ed23ed" providerId="ADAL" clId="{48744AAA-0642-4EBD-8440-FD8218209AE4}" dt="2025-06-13T18:23:40.048" v="2507" actId="207"/>
        <pc:sldMkLst>
          <pc:docMk/>
          <pc:sldMk cId="1729635210" sldId="2076138604"/>
        </pc:sldMkLst>
        <pc:spChg chg="mod">
          <ac:chgData name="Andrew Albers" userId="05a0db6f-a93d-4086-9310-e241c2ed23ed" providerId="ADAL" clId="{48744AAA-0642-4EBD-8440-FD8218209AE4}" dt="2025-06-13T18:23:40.048" v="2507" actId="207"/>
          <ac:spMkLst>
            <pc:docMk/>
            <pc:sldMk cId="1729635210" sldId="2076138604"/>
            <ac:spMk id="2" creationId="{59E62697-7945-49AF-A643-2E2ED4DF7AA2}"/>
          </ac:spMkLst>
        </pc:spChg>
      </pc:sldChg>
      <pc:sldChg chg="modSp add mod">
        <pc:chgData name="Andrew Albers" userId="05a0db6f-a93d-4086-9310-e241c2ed23ed" providerId="ADAL" clId="{48744AAA-0642-4EBD-8440-FD8218209AE4}" dt="2025-06-13T18:23:36.321" v="2506" actId="207"/>
        <pc:sldMkLst>
          <pc:docMk/>
          <pc:sldMk cId="1443345880" sldId="2076138606"/>
        </pc:sldMkLst>
        <pc:spChg chg="mod">
          <ac:chgData name="Andrew Albers" userId="05a0db6f-a93d-4086-9310-e241c2ed23ed" providerId="ADAL" clId="{48744AAA-0642-4EBD-8440-FD8218209AE4}" dt="2025-06-13T18:23:36.321" v="2506" actId="207"/>
          <ac:spMkLst>
            <pc:docMk/>
            <pc:sldMk cId="1443345880" sldId="2076138606"/>
            <ac:spMk id="2" creationId="{59E62697-7945-49AF-A643-2E2ED4DF7AA2}"/>
          </ac:spMkLst>
        </pc:spChg>
      </pc:sldChg>
      <pc:sldChg chg="add modNotesTx">
        <pc:chgData name="Andrew Albers" userId="05a0db6f-a93d-4086-9310-e241c2ed23ed" providerId="ADAL" clId="{48744AAA-0642-4EBD-8440-FD8218209AE4}" dt="2025-06-12T18:47:43.391" v="2442" actId="20577"/>
        <pc:sldMkLst>
          <pc:docMk/>
          <pc:sldMk cId="1826311596" sldId="2076138609"/>
        </pc:sldMkLst>
      </pc:sldChg>
      <pc:sldChg chg="add del">
        <pc:chgData name="Andrew Albers" userId="05a0db6f-a93d-4086-9310-e241c2ed23ed" providerId="ADAL" clId="{48744AAA-0642-4EBD-8440-FD8218209AE4}" dt="2025-06-13T18:47:42.407" v="3570" actId="47"/>
        <pc:sldMkLst>
          <pc:docMk/>
          <pc:sldMk cId="4122897646" sldId="2076138616"/>
        </pc:sldMkLst>
      </pc:sldChg>
      <pc:sldChg chg="add">
        <pc:chgData name="Andrew Albers" userId="05a0db6f-a93d-4086-9310-e241c2ed23ed" providerId="ADAL" clId="{48744AAA-0642-4EBD-8440-FD8218209AE4}" dt="2025-06-13T18:47:23.673" v="3569"/>
        <pc:sldMkLst>
          <pc:docMk/>
          <pc:sldMk cId="3263047486" sldId="2076138617"/>
        </pc:sldMkLst>
      </pc:sldChg>
      <pc:sldChg chg="add">
        <pc:chgData name="Andrew Albers" userId="05a0db6f-a93d-4086-9310-e241c2ed23ed" providerId="ADAL" clId="{48744AAA-0642-4EBD-8440-FD8218209AE4}" dt="2025-06-13T18:47:23.673" v="3569"/>
        <pc:sldMkLst>
          <pc:docMk/>
          <pc:sldMk cId="1721780182" sldId="2076138618"/>
        </pc:sldMkLst>
      </pc:sldChg>
      <pc:sldChg chg="modSp add mod">
        <pc:chgData name="Andrew Albers" userId="05a0db6f-a93d-4086-9310-e241c2ed23ed" providerId="ADAL" clId="{48744AAA-0642-4EBD-8440-FD8218209AE4}" dt="2025-06-13T18:26:09.867" v="2510" actId="207"/>
        <pc:sldMkLst>
          <pc:docMk/>
          <pc:sldMk cId="1430694153" sldId="2076138628"/>
        </pc:sldMkLst>
        <pc:spChg chg="mod">
          <ac:chgData name="Andrew Albers" userId="05a0db6f-a93d-4086-9310-e241c2ed23ed" providerId="ADAL" clId="{48744AAA-0642-4EBD-8440-FD8218209AE4}" dt="2025-06-13T18:26:09.867" v="2510" actId="207"/>
          <ac:spMkLst>
            <pc:docMk/>
            <pc:sldMk cId="1430694153" sldId="2076138628"/>
            <ac:spMk id="2" creationId="{59E62697-7945-49AF-A643-2E2ED4DF7AA2}"/>
          </ac:spMkLst>
        </pc:spChg>
      </pc:sldChg>
      <pc:sldChg chg="modSp add mod">
        <pc:chgData name="Andrew Albers" userId="05a0db6f-a93d-4086-9310-e241c2ed23ed" providerId="ADAL" clId="{48744AAA-0642-4EBD-8440-FD8218209AE4}" dt="2025-06-13T18:26:13.004" v="2511" actId="207"/>
        <pc:sldMkLst>
          <pc:docMk/>
          <pc:sldMk cId="2972951955" sldId="2076138629"/>
        </pc:sldMkLst>
        <pc:spChg chg="mod">
          <ac:chgData name="Andrew Albers" userId="05a0db6f-a93d-4086-9310-e241c2ed23ed" providerId="ADAL" clId="{48744AAA-0642-4EBD-8440-FD8218209AE4}" dt="2025-06-13T18:26:13.004" v="2511" actId="207"/>
          <ac:spMkLst>
            <pc:docMk/>
            <pc:sldMk cId="2972951955" sldId="2076138629"/>
            <ac:spMk id="2" creationId="{59E62697-7945-49AF-A643-2E2ED4DF7AA2}"/>
          </ac:spMkLst>
        </pc:spChg>
      </pc:sldChg>
      <pc:sldChg chg="add">
        <pc:chgData name="Andrew Albers" userId="05a0db6f-a93d-4086-9310-e241c2ed23ed" providerId="ADAL" clId="{48744AAA-0642-4EBD-8440-FD8218209AE4}" dt="2025-06-13T18:26:55.364" v="2513"/>
        <pc:sldMkLst>
          <pc:docMk/>
          <pc:sldMk cId="2932010403" sldId="2076138630"/>
        </pc:sldMkLst>
      </pc:sldChg>
      <pc:sldChg chg="modSp add mod">
        <pc:chgData name="Andrew Albers" userId="05a0db6f-a93d-4086-9310-e241c2ed23ed" providerId="ADAL" clId="{48744AAA-0642-4EBD-8440-FD8218209AE4}" dt="2025-06-13T18:26:17.129" v="2512" actId="207"/>
        <pc:sldMkLst>
          <pc:docMk/>
          <pc:sldMk cId="413704162" sldId="2076138631"/>
        </pc:sldMkLst>
        <pc:spChg chg="mod">
          <ac:chgData name="Andrew Albers" userId="05a0db6f-a93d-4086-9310-e241c2ed23ed" providerId="ADAL" clId="{48744AAA-0642-4EBD-8440-FD8218209AE4}" dt="2025-06-13T18:26:17.129" v="2512" actId="207"/>
          <ac:spMkLst>
            <pc:docMk/>
            <pc:sldMk cId="413704162" sldId="2076138631"/>
            <ac:spMk id="2" creationId="{59E62697-7945-49AF-A643-2E2ED4DF7AA2}"/>
          </ac:spMkLst>
        </pc:spChg>
      </pc:sldChg>
      <pc:sldChg chg="addSp modSp mod">
        <pc:chgData name="Andrew Albers" userId="05a0db6f-a93d-4086-9310-e241c2ed23ed" providerId="ADAL" clId="{48744AAA-0642-4EBD-8440-FD8218209AE4}" dt="2025-06-09T15:21:44.071" v="113" actId="20577"/>
        <pc:sldMkLst>
          <pc:docMk/>
          <pc:sldMk cId="3291269963" sldId="2147469889"/>
        </pc:sldMkLst>
        <pc:spChg chg="mod">
          <ac:chgData name="Andrew Albers" userId="05a0db6f-a93d-4086-9310-e241c2ed23ed" providerId="ADAL" clId="{48744AAA-0642-4EBD-8440-FD8218209AE4}" dt="2025-06-09T15:21:27.741" v="107" actId="1076"/>
          <ac:spMkLst>
            <pc:docMk/>
            <pc:sldMk cId="3291269963" sldId="2147469889"/>
            <ac:spMk id="4" creationId="{94D9F791-8FDC-B917-8935-CF04F46847E3}"/>
          </ac:spMkLst>
        </pc:spChg>
        <pc:spChg chg="mod">
          <ac:chgData name="Andrew Albers" userId="05a0db6f-a93d-4086-9310-e241c2ed23ed" providerId="ADAL" clId="{48744AAA-0642-4EBD-8440-FD8218209AE4}" dt="2025-06-09T15:21:27.741" v="107" actId="1076"/>
          <ac:spMkLst>
            <pc:docMk/>
            <pc:sldMk cId="3291269963" sldId="2147469889"/>
            <ac:spMk id="5" creationId="{5146D199-D6D6-0ADB-98E8-80BB5412BC68}"/>
          </ac:spMkLst>
        </pc:spChg>
        <pc:grpChg chg="add mod">
          <ac:chgData name="Andrew Albers" userId="05a0db6f-a93d-4086-9310-e241c2ed23ed" providerId="ADAL" clId="{48744AAA-0642-4EBD-8440-FD8218209AE4}" dt="2025-06-09T15:21:27.741" v="107" actId="1076"/>
          <ac:grpSpMkLst>
            <pc:docMk/>
            <pc:sldMk cId="3291269963" sldId="2147469889"/>
            <ac:grpSpMk id="3" creationId="{6044A2F7-4D4E-651B-1CF1-0D8879CACED8}"/>
          </ac:grpSpMkLst>
        </pc:grpChg>
        <pc:graphicFrameChg chg="modGraphic">
          <ac:chgData name="Andrew Albers" userId="05a0db6f-a93d-4086-9310-e241c2ed23ed" providerId="ADAL" clId="{48744AAA-0642-4EBD-8440-FD8218209AE4}" dt="2025-06-09T15:21:44.071" v="113" actId="20577"/>
          <ac:graphicFrameMkLst>
            <pc:docMk/>
            <pc:sldMk cId="3291269963" sldId="2147469889"/>
            <ac:graphicFrameMk id="112" creationId="{45AD0972-9AFC-406A-BE0A-DFF9FDD00D65}"/>
          </ac:graphicFrameMkLst>
        </pc:graphicFrameChg>
      </pc:sldChg>
      <pc:sldChg chg="del">
        <pc:chgData name="Andrew Albers" userId="05a0db6f-a93d-4086-9310-e241c2ed23ed" providerId="ADAL" clId="{48744AAA-0642-4EBD-8440-FD8218209AE4}" dt="2025-06-09T15:23:40.391" v="221" actId="47"/>
        <pc:sldMkLst>
          <pc:docMk/>
          <pc:sldMk cId="54957035" sldId="2147469916"/>
        </pc:sldMkLst>
      </pc:sldChg>
      <pc:sldChg chg="modSp mod">
        <pc:chgData name="Andrew Albers" userId="05a0db6f-a93d-4086-9310-e241c2ed23ed" providerId="ADAL" clId="{48744AAA-0642-4EBD-8440-FD8218209AE4}" dt="2025-06-09T15:23:19.165" v="215" actId="20577"/>
        <pc:sldMkLst>
          <pc:docMk/>
          <pc:sldMk cId="1898429168" sldId="2147469920"/>
        </pc:sldMkLst>
        <pc:spChg chg="mod">
          <ac:chgData name="Andrew Albers" userId="05a0db6f-a93d-4086-9310-e241c2ed23ed" providerId="ADAL" clId="{48744AAA-0642-4EBD-8440-FD8218209AE4}" dt="2025-06-09T15:23:19.165" v="215" actId="20577"/>
          <ac:spMkLst>
            <pc:docMk/>
            <pc:sldMk cId="1898429168" sldId="2147469920"/>
            <ac:spMk id="5" creationId="{F1610BFB-4EDE-EF9E-72C7-B353912CB879}"/>
          </ac:spMkLst>
        </pc:spChg>
      </pc:sldChg>
      <pc:sldChg chg="del">
        <pc:chgData name="Andrew Albers" userId="05a0db6f-a93d-4086-9310-e241c2ed23ed" providerId="ADAL" clId="{48744AAA-0642-4EBD-8440-FD8218209AE4}" dt="2025-06-09T15:23:36.317" v="217" actId="47"/>
        <pc:sldMkLst>
          <pc:docMk/>
          <pc:sldMk cId="3278578492" sldId="2147469921"/>
        </pc:sldMkLst>
      </pc:sldChg>
      <pc:sldChg chg="del">
        <pc:chgData name="Andrew Albers" userId="05a0db6f-a93d-4086-9310-e241c2ed23ed" providerId="ADAL" clId="{48744AAA-0642-4EBD-8440-FD8218209AE4}" dt="2025-06-09T15:22:43.461" v="114" actId="47"/>
        <pc:sldMkLst>
          <pc:docMk/>
          <pc:sldMk cId="796171327" sldId="2147469931"/>
        </pc:sldMkLst>
      </pc:sldChg>
      <pc:sldChg chg="del">
        <pc:chgData name="Andrew Albers" userId="05a0db6f-a93d-4086-9310-e241c2ed23ed" providerId="ADAL" clId="{48744AAA-0642-4EBD-8440-FD8218209AE4}" dt="2025-06-09T15:23:37.198" v="218" actId="47"/>
        <pc:sldMkLst>
          <pc:docMk/>
          <pc:sldMk cId="4200301237" sldId="2147469932"/>
        </pc:sldMkLst>
      </pc:sldChg>
      <pc:sldChg chg="del">
        <pc:chgData name="Andrew Albers" userId="05a0db6f-a93d-4086-9310-e241c2ed23ed" providerId="ADAL" clId="{48744AAA-0642-4EBD-8440-FD8218209AE4}" dt="2025-06-09T15:23:38.109" v="219" actId="47"/>
        <pc:sldMkLst>
          <pc:docMk/>
          <pc:sldMk cId="3439146599" sldId="2147469933"/>
        </pc:sldMkLst>
      </pc:sldChg>
      <pc:sldChg chg="del">
        <pc:chgData name="Andrew Albers" userId="05a0db6f-a93d-4086-9310-e241c2ed23ed" providerId="ADAL" clId="{48744AAA-0642-4EBD-8440-FD8218209AE4}" dt="2025-06-09T15:23:39.385" v="220" actId="47"/>
        <pc:sldMkLst>
          <pc:docMk/>
          <pc:sldMk cId="667279022" sldId="2147469934"/>
        </pc:sldMkLst>
      </pc:sldChg>
      <pc:sldChg chg="del">
        <pc:chgData name="Andrew Albers" userId="05a0db6f-a93d-4086-9310-e241c2ed23ed" providerId="ADAL" clId="{48744AAA-0642-4EBD-8440-FD8218209AE4}" dt="2025-06-09T15:23:41.240" v="222" actId="47"/>
        <pc:sldMkLst>
          <pc:docMk/>
          <pc:sldMk cId="791203273" sldId="2147469935"/>
        </pc:sldMkLst>
      </pc:sldChg>
      <pc:sldChg chg="del">
        <pc:chgData name="Andrew Albers" userId="05a0db6f-a93d-4086-9310-e241c2ed23ed" providerId="ADAL" clId="{48744AAA-0642-4EBD-8440-FD8218209AE4}" dt="2025-06-09T15:23:43.945" v="224" actId="47"/>
        <pc:sldMkLst>
          <pc:docMk/>
          <pc:sldMk cId="1519155903" sldId="2147469936"/>
        </pc:sldMkLst>
      </pc:sldChg>
      <pc:sldChg chg="del">
        <pc:chgData name="Andrew Albers" userId="05a0db6f-a93d-4086-9310-e241c2ed23ed" providerId="ADAL" clId="{48744AAA-0642-4EBD-8440-FD8218209AE4}" dt="2025-06-09T15:23:47.891" v="225" actId="47"/>
        <pc:sldMkLst>
          <pc:docMk/>
          <pc:sldMk cId="836239328" sldId="2147469937"/>
        </pc:sldMkLst>
      </pc:sldChg>
      <pc:sldChg chg="del">
        <pc:chgData name="Andrew Albers" userId="05a0db6f-a93d-4086-9310-e241c2ed23ed" providerId="ADAL" clId="{48744AAA-0642-4EBD-8440-FD8218209AE4}" dt="2025-06-09T15:23:49.855" v="227" actId="47"/>
        <pc:sldMkLst>
          <pc:docMk/>
          <pc:sldMk cId="3207652481" sldId="2147469938"/>
        </pc:sldMkLst>
      </pc:sldChg>
      <pc:sldChg chg="del">
        <pc:chgData name="Andrew Albers" userId="05a0db6f-a93d-4086-9310-e241c2ed23ed" providerId="ADAL" clId="{48744AAA-0642-4EBD-8440-FD8218209AE4}" dt="2025-06-09T15:23:50.736" v="228" actId="47"/>
        <pc:sldMkLst>
          <pc:docMk/>
          <pc:sldMk cId="3318328471" sldId="2147469939"/>
        </pc:sldMkLst>
      </pc:sldChg>
      <pc:sldChg chg="modSp del mod">
        <pc:chgData name="Andrew Albers" userId="05a0db6f-a93d-4086-9310-e241c2ed23ed" providerId="ADAL" clId="{48744AAA-0642-4EBD-8440-FD8218209AE4}" dt="2025-06-16T18:51:57.287" v="3650" actId="47"/>
        <pc:sldMkLst>
          <pc:docMk/>
          <pc:sldMk cId="55929116" sldId="2147469940"/>
        </pc:sldMkLst>
      </pc:sldChg>
      <pc:sldChg chg="modSp del mod">
        <pc:chgData name="Andrew Albers" userId="05a0db6f-a93d-4086-9310-e241c2ed23ed" providerId="ADAL" clId="{48744AAA-0642-4EBD-8440-FD8218209AE4}" dt="2025-06-16T18:51:59.194" v="3651" actId="47"/>
        <pc:sldMkLst>
          <pc:docMk/>
          <pc:sldMk cId="2475203998" sldId="2147469941"/>
        </pc:sldMkLst>
      </pc:sldChg>
      <pc:sldChg chg="modSp del mod">
        <pc:chgData name="Andrew Albers" userId="05a0db6f-a93d-4086-9310-e241c2ed23ed" providerId="ADAL" clId="{48744AAA-0642-4EBD-8440-FD8218209AE4}" dt="2025-06-16T18:52:00.576" v="3652" actId="47"/>
        <pc:sldMkLst>
          <pc:docMk/>
          <pc:sldMk cId="267297182" sldId="2147469942"/>
        </pc:sldMkLst>
      </pc:sldChg>
      <pc:sldChg chg="del">
        <pc:chgData name="Andrew Albers" userId="05a0db6f-a93d-4086-9310-e241c2ed23ed" providerId="ADAL" clId="{48744AAA-0642-4EBD-8440-FD8218209AE4}" dt="2025-06-09T15:25:07.450" v="309" actId="47"/>
        <pc:sldMkLst>
          <pc:docMk/>
          <pc:sldMk cId="2186769675" sldId="2147469943"/>
        </pc:sldMkLst>
      </pc:sldChg>
      <pc:sldChg chg="modSp del mod">
        <pc:chgData name="Andrew Albers" userId="05a0db6f-a93d-4086-9310-e241c2ed23ed" providerId="ADAL" clId="{48744AAA-0642-4EBD-8440-FD8218209AE4}" dt="2025-06-13T18:48:02.135" v="3571" actId="2696"/>
        <pc:sldMkLst>
          <pc:docMk/>
          <pc:sldMk cId="1445527381" sldId="2147469944"/>
        </pc:sldMkLst>
      </pc:sldChg>
      <pc:sldChg chg="modSp del mod modNotesTx">
        <pc:chgData name="Andrew Albers" userId="05a0db6f-a93d-4086-9310-e241c2ed23ed" providerId="ADAL" clId="{48744AAA-0642-4EBD-8440-FD8218209AE4}" dt="2025-06-16T18:54:14.922" v="3750" actId="2696"/>
        <pc:sldMkLst>
          <pc:docMk/>
          <pc:sldMk cId="1765207215" sldId="2147469945"/>
        </pc:sldMkLst>
        <pc:spChg chg="mod">
          <ac:chgData name="Andrew Albers" userId="05a0db6f-a93d-4086-9310-e241c2ed23ed" providerId="ADAL" clId="{48744AAA-0642-4EBD-8440-FD8218209AE4}" dt="2025-06-16T18:53:42.121" v="3749" actId="20577"/>
          <ac:spMkLst>
            <pc:docMk/>
            <pc:sldMk cId="1765207215" sldId="2147469945"/>
            <ac:spMk id="18" creationId="{32B60097-541C-E250-32D0-814F2BFC7408}"/>
          </ac:spMkLst>
        </pc:spChg>
      </pc:sldChg>
      <pc:sldChg chg="del">
        <pc:chgData name="Andrew Albers" userId="05a0db6f-a93d-4086-9310-e241c2ed23ed" providerId="ADAL" clId="{48744AAA-0642-4EBD-8440-FD8218209AE4}" dt="2025-06-09T15:23:42.404" v="223" actId="47"/>
        <pc:sldMkLst>
          <pc:docMk/>
          <pc:sldMk cId="1608381953" sldId="2147469946"/>
        </pc:sldMkLst>
      </pc:sldChg>
      <pc:sldChg chg="del">
        <pc:chgData name="Andrew Albers" userId="05a0db6f-a93d-4086-9310-e241c2ed23ed" providerId="ADAL" clId="{48744AAA-0642-4EBD-8440-FD8218209AE4}" dt="2025-06-09T15:23:48.834" v="226" actId="47"/>
        <pc:sldMkLst>
          <pc:docMk/>
          <pc:sldMk cId="1664188100" sldId="2147469947"/>
        </pc:sldMkLst>
      </pc:sldChg>
      <pc:sldChg chg="del">
        <pc:chgData name="Andrew Albers" userId="05a0db6f-a93d-4086-9310-e241c2ed23ed" providerId="ADAL" clId="{48744AAA-0642-4EBD-8440-FD8218209AE4}" dt="2025-06-09T15:23:52.772" v="229" actId="47"/>
        <pc:sldMkLst>
          <pc:docMk/>
          <pc:sldMk cId="1796750027" sldId="2147469948"/>
        </pc:sldMkLst>
      </pc:sldChg>
      <pc:sldChg chg="addSp delSp modSp mod ord modNotesTx">
        <pc:chgData name="Andrew Albers" userId="05a0db6f-a93d-4086-9310-e241c2ed23ed" providerId="ADAL" clId="{48744AAA-0642-4EBD-8440-FD8218209AE4}" dt="2025-06-16T19:07:11.800" v="3825" actId="20577"/>
        <pc:sldMkLst>
          <pc:docMk/>
          <pc:sldMk cId="354235228" sldId="2147469949"/>
        </pc:sldMkLst>
        <pc:spChg chg="add del mod">
          <ac:chgData name="Andrew Albers" userId="05a0db6f-a93d-4086-9310-e241c2ed23ed" providerId="ADAL" clId="{48744AAA-0642-4EBD-8440-FD8218209AE4}" dt="2025-06-16T19:02:47.275" v="3756" actId="478"/>
          <ac:spMkLst>
            <pc:docMk/>
            <pc:sldMk cId="354235228" sldId="2147469949"/>
            <ac:spMk id="5" creationId="{F5183C80-A17D-D3B6-9F52-7A2C23E6F4A5}"/>
          </ac:spMkLst>
        </pc:spChg>
        <pc:spChg chg="add del mod">
          <ac:chgData name="Andrew Albers" userId="05a0db6f-a93d-4086-9310-e241c2ed23ed" providerId="ADAL" clId="{48744AAA-0642-4EBD-8440-FD8218209AE4}" dt="2025-06-16T19:04:37.257" v="3765" actId="478"/>
          <ac:spMkLst>
            <pc:docMk/>
            <pc:sldMk cId="354235228" sldId="2147469949"/>
            <ac:spMk id="6" creationId="{BA7096DF-A926-8103-6539-01D62996CA3A}"/>
          </ac:spMkLst>
        </pc:spChg>
        <pc:spChg chg="add mod">
          <ac:chgData name="Andrew Albers" userId="05a0db6f-a93d-4086-9310-e241c2ed23ed" providerId="ADAL" clId="{48744AAA-0642-4EBD-8440-FD8218209AE4}" dt="2025-06-16T19:04:58.077" v="3779" actId="122"/>
          <ac:spMkLst>
            <pc:docMk/>
            <pc:sldMk cId="354235228" sldId="2147469949"/>
            <ac:spMk id="7" creationId="{78F8EE51-5A4A-2D38-2248-7DB2FAC31BA7}"/>
          </ac:spMkLst>
        </pc:spChg>
        <pc:spChg chg="add mod">
          <ac:chgData name="Andrew Albers" userId="05a0db6f-a93d-4086-9310-e241c2ed23ed" providerId="ADAL" clId="{48744AAA-0642-4EBD-8440-FD8218209AE4}" dt="2025-06-16T19:04:55.897" v="3778" actId="122"/>
          <ac:spMkLst>
            <pc:docMk/>
            <pc:sldMk cId="354235228" sldId="2147469949"/>
            <ac:spMk id="8" creationId="{DDE2636C-D882-0A18-2A73-323B57C79415}"/>
          </ac:spMkLst>
        </pc:spChg>
        <pc:spChg chg="add mod">
          <ac:chgData name="Andrew Albers" userId="05a0db6f-a93d-4086-9310-e241c2ed23ed" providerId="ADAL" clId="{48744AAA-0642-4EBD-8440-FD8218209AE4}" dt="2025-06-16T19:05:33.249" v="3791" actId="14100"/>
          <ac:spMkLst>
            <pc:docMk/>
            <pc:sldMk cId="354235228" sldId="2147469949"/>
            <ac:spMk id="9" creationId="{5C3B3E53-9901-DA85-DEB5-5C8B39231D51}"/>
          </ac:spMkLst>
        </pc:spChg>
        <pc:spChg chg="add mod">
          <ac:chgData name="Andrew Albers" userId="05a0db6f-a93d-4086-9310-e241c2ed23ed" providerId="ADAL" clId="{48744AAA-0642-4EBD-8440-FD8218209AE4}" dt="2025-06-16T19:06:37.966" v="3812" actId="20577"/>
          <ac:spMkLst>
            <pc:docMk/>
            <pc:sldMk cId="354235228" sldId="2147469949"/>
            <ac:spMk id="16" creationId="{90A72684-041B-C449-7509-493FBE6B6D0B}"/>
          </ac:spMkLst>
        </pc:spChg>
        <pc:spChg chg="mod">
          <ac:chgData name="Andrew Albers" userId="05a0db6f-a93d-4086-9310-e241c2ed23ed" providerId="ADAL" clId="{48744AAA-0642-4EBD-8440-FD8218209AE4}" dt="2025-06-16T19:07:11.800" v="3825" actId="20577"/>
          <ac:spMkLst>
            <pc:docMk/>
            <pc:sldMk cId="354235228" sldId="2147469949"/>
            <ac:spMk id="18" creationId="{FC004677-6C9E-F585-6A6C-4E4F80C47E62}"/>
          </ac:spMkLst>
        </pc:spChg>
        <pc:spChg chg="add mod">
          <ac:chgData name="Andrew Albers" userId="05a0db6f-a93d-4086-9310-e241c2ed23ed" providerId="ADAL" clId="{48744AAA-0642-4EBD-8440-FD8218209AE4}" dt="2025-06-16T19:07:04.976" v="3820" actId="20577"/>
          <ac:spMkLst>
            <pc:docMk/>
            <pc:sldMk cId="354235228" sldId="2147469949"/>
            <ac:spMk id="19" creationId="{0290CF8E-4A42-5AD2-1A43-54C328A624F4}"/>
          </ac:spMkLst>
        </pc:spChg>
        <pc:picChg chg="add del mod">
          <ac:chgData name="Andrew Albers" userId="05a0db6f-a93d-4086-9310-e241c2ed23ed" providerId="ADAL" clId="{48744AAA-0642-4EBD-8440-FD8218209AE4}" dt="2025-06-16T19:02:14.329" v="3752" actId="478"/>
          <ac:picMkLst>
            <pc:docMk/>
            <pc:sldMk cId="354235228" sldId="2147469949"/>
            <ac:picMk id="2" creationId="{393CE0D7-9EB0-540B-96B3-23D6FE4B28CE}"/>
          </ac:picMkLst>
        </pc:picChg>
        <pc:picChg chg="del">
          <ac:chgData name="Andrew Albers" userId="05a0db6f-a93d-4086-9310-e241c2ed23ed" providerId="ADAL" clId="{48744AAA-0642-4EBD-8440-FD8218209AE4}" dt="2025-06-16T18:52:59.317" v="3742" actId="478"/>
          <ac:picMkLst>
            <pc:docMk/>
            <pc:sldMk cId="354235228" sldId="2147469949"/>
            <ac:picMk id="1026" creationId="{758AA36F-C704-4EEE-E7CD-4EA163F9F45E}"/>
          </ac:picMkLst>
        </pc:picChg>
        <pc:cxnChg chg="add del mod">
          <ac:chgData name="Andrew Albers" userId="05a0db6f-a93d-4086-9310-e241c2ed23ed" providerId="ADAL" clId="{48744AAA-0642-4EBD-8440-FD8218209AE4}" dt="2025-06-16T19:06:07.040" v="3794" actId="478"/>
          <ac:cxnSpMkLst>
            <pc:docMk/>
            <pc:sldMk cId="354235228" sldId="2147469949"/>
            <ac:cxnSpMk id="11" creationId="{3681B23D-D1AF-F5A2-B46E-D4B660F94331}"/>
          </ac:cxnSpMkLst>
        </pc:cxnChg>
        <pc:cxnChg chg="add">
          <ac:chgData name="Andrew Albers" userId="05a0db6f-a93d-4086-9310-e241c2ed23ed" providerId="ADAL" clId="{48744AAA-0642-4EBD-8440-FD8218209AE4}" dt="2025-06-16T19:06:04.474" v="3793" actId="11529"/>
          <ac:cxnSpMkLst>
            <pc:docMk/>
            <pc:sldMk cId="354235228" sldId="2147469949"/>
            <ac:cxnSpMk id="13" creationId="{1F693A55-9305-BA46-764A-16FB8D850FF4}"/>
          </ac:cxnSpMkLst>
        </pc:cxnChg>
        <pc:cxnChg chg="add">
          <ac:chgData name="Andrew Albers" userId="05a0db6f-a93d-4086-9310-e241c2ed23ed" providerId="ADAL" clId="{48744AAA-0642-4EBD-8440-FD8218209AE4}" dt="2025-06-16T19:06:15.443" v="3795" actId="11529"/>
          <ac:cxnSpMkLst>
            <pc:docMk/>
            <pc:sldMk cId="354235228" sldId="2147469949"/>
            <ac:cxnSpMk id="15" creationId="{2CFEC1ED-01B2-1EBC-847D-DDE3C68186BC}"/>
          </ac:cxnSpMkLst>
        </pc:cxnChg>
      </pc:sldChg>
      <pc:sldChg chg="add del">
        <pc:chgData name="Andrew Albers" userId="05a0db6f-a93d-4086-9310-e241c2ed23ed" providerId="ADAL" clId="{48744AAA-0642-4EBD-8440-FD8218209AE4}" dt="2025-06-12T18:50:00.639" v="2445" actId="47"/>
        <pc:sldMkLst>
          <pc:docMk/>
          <pc:sldMk cId="3434931171" sldId="2147469950"/>
        </pc:sldMkLst>
      </pc:sldChg>
      <pc:sldChg chg="add del">
        <pc:chgData name="Andrew Albers" userId="05a0db6f-a93d-4086-9310-e241c2ed23ed" providerId="ADAL" clId="{48744AAA-0642-4EBD-8440-FD8218209AE4}" dt="2025-06-12T18:50:39.833" v="2459" actId="47"/>
        <pc:sldMkLst>
          <pc:docMk/>
          <pc:sldMk cId="1850979182" sldId="2147469951"/>
        </pc:sldMkLst>
      </pc:sldChg>
      <pc:sldChg chg="add del">
        <pc:chgData name="Andrew Albers" userId="05a0db6f-a93d-4086-9310-e241c2ed23ed" providerId="ADAL" clId="{48744AAA-0642-4EBD-8440-FD8218209AE4}" dt="2025-06-12T18:50:41.204" v="2460" actId="47"/>
        <pc:sldMkLst>
          <pc:docMk/>
          <pc:sldMk cId="3463373311" sldId="2147469952"/>
        </pc:sldMkLst>
      </pc:sldChg>
      <pc:sldChg chg="modSp add mod">
        <pc:chgData name="Andrew Albers" userId="05a0db6f-a93d-4086-9310-e241c2ed23ed" providerId="ADAL" clId="{48744AAA-0642-4EBD-8440-FD8218209AE4}" dt="2025-06-12T18:51:17.982" v="2502" actId="20577"/>
        <pc:sldMkLst>
          <pc:docMk/>
          <pc:sldMk cId="1116889925" sldId="2147469953"/>
        </pc:sldMkLst>
        <pc:spChg chg="mod">
          <ac:chgData name="Andrew Albers" userId="05a0db6f-a93d-4086-9310-e241c2ed23ed" providerId="ADAL" clId="{48744AAA-0642-4EBD-8440-FD8218209AE4}" dt="2025-06-12T18:51:17.982" v="2502" actId="20577"/>
          <ac:spMkLst>
            <pc:docMk/>
            <pc:sldMk cId="1116889925" sldId="2147469953"/>
            <ac:spMk id="18" creationId="{AB3E847C-8B04-89AF-3185-1C93EA24F459}"/>
          </ac:spMkLst>
        </pc:spChg>
      </pc:sldChg>
      <pc:sldChg chg="addSp modSp add mod modNotesTx">
        <pc:chgData name="Andrew Albers" userId="05a0db6f-a93d-4086-9310-e241c2ed23ed" providerId="ADAL" clId="{48744AAA-0642-4EBD-8440-FD8218209AE4}" dt="2025-06-13T18:44:09.721" v="3568" actId="20577"/>
        <pc:sldMkLst>
          <pc:docMk/>
          <pc:sldMk cId="3161167305" sldId="2147469954"/>
        </pc:sldMkLst>
        <pc:spChg chg="add mod">
          <ac:chgData name="Andrew Albers" userId="05a0db6f-a93d-4086-9310-e241c2ed23ed" providerId="ADAL" clId="{48744AAA-0642-4EBD-8440-FD8218209AE4}" dt="2025-06-13T18:41:48.398" v="3281" actId="20577"/>
          <ac:spMkLst>
            <pc:docMk/>
            <pc:sldMk cId="3161167305" sldId="2147469954"/>
            <ac:spMk id="5" creationId="{1A326F44-4A1D-9882-A2AB-DBAC62684ECE}"/>
          </ac:spMkLst>
        </pc:spChg>
      </pc:sldChg>
      <pc:sldChg chg="add del">
        <pc:chgData name="Andrew Albers" userId="05a0db6f-a93d-4086-9310-e241c2ed23ed" providerId="ADAL" clId="{48744AAA-0642-4EBD-8440-FD8218209AE4}" dt="2025-06-13T18:36:47.393" v="2623" actId="2696"/>
        <pc:sldMkLst>
          <pc:docMk/>
          <pc:sldMk cId="3057554188" sldId="2147469955"/>
        </pc:sldMkLst>
      </pc:sldChg>
      <pc:sldChg chg="addSp delSp modSp add mod modNotesTx">
        <pc:chgData name="Andrew Albers" userId="05a0db6f-a93d-4086-9310-e241c2ed23ed" providerId="ADAL" clId="{48744AAA-0642-4EBD-8440-FD8218209AE4}" dt="2025-06-13T18:36:26.356" v="2622" actId="1076"/>
        <pc:sldMkLst>
          <pc:docMk/>
          <pc:sldMk cId="3713390490" sldId="2147469956"/>
        </pc:sldMkLst>
        <pc:picChg chg="add mod">
          <ac:chgData name="Andrew Albers" userId="05a0db6f-a93d-4086-9310-e241c2ed23ed" providerId="ADAL" clId="{48744AAA-0642-4EBD-8440-FD8218209AE4}" dt="2025-06-13T18:36:26.356" v="2622" actId="1076"/>
          <ac:picMkLst>
            <pc:docMk/>
            <pc:sldMk cId="3713390490" sldId="2147469956"/>
            <ac:picMk id="5" creationId="{A41B746E-0601-8EA8-820D-BE3299C45C9B}"/>
          </ac:picMkLst>
        </pc:picChg>
        <pc:picChg chg="add mod">
          <ac:chgData name="Andrew Albers" userId="05a0db6f-a93d-4086-9310-e241c2ed23ed" providerId="ADAL" clId="{48744AAA-0642-4EBD-8440-FD8218209AE4}" dt="2025-06-13T18:35:03.274" v="2619" actId="1076"/>
          <ac:picMkLst>
            <pc:docMk/>
            <pc:sldMk cId="3713390490" sldId="2147469956"/>
            <ac:picMk id="2050" creationId="{EB06A3EB-425D-5BDB-A859-2158B1ACCA5B}"/>
          </ac:picMkLst>
        </pc:picChg>
      </pc:sldChg>
      <pc:sldChg chg="modSp new add del mod ord">
        <pc:chgData name="Andrew Albers" userId="05a0db6f-a93d-4086-9310-e241c2ed23ed" providerId="ADAL" clId="{48744AAA-0642-4EBD-8440-FD8218209AE4}" dt="2025-06-09T15:26:53.467" v="365" actId="47"/>
        <pc:sldMkLst>
          <pc:docMk/>
          <pc:sldMk cId="237318450" sldId="2147469957"/>
        </pc:sldMkLst>
        <pc:spChg chg="mod">
          <ac:chgData name="Andrew Albers" userId="05a0db6f-a93d-4086-9310-e241c2ed23ed" providerId="ADAL" clId="{48744AAA-0642-4EBD-8440-FD8218209AE4}" dt="2025-06-09T15:25:41.970" v="351" actId="20577"/>
          <ac:spMkLst>
            <pc:docMk/>
            <pc:sldMk cId="237318450" sldId="2147469957"/>
            <ac:spMk id="2" creationId="{3B52AE6D-53F1-E674-C944-E3E50C90002E}"/>
          </ac:spMkLst>
        </pc:spChg>
      </pc:sldChg>
      <pc:sldChg chg="modSp new del mod ord">
        <pc:chgData name="Andrew Albers" userId="05a0db6f-a93d-4086-9310-e241c2ed23ed" providerId="ADAL" clId="{48744AAA-0642-4EBD-8440-FD8218209AE4}" dt="2025-06-12T17:24:30.885" v="421" actId="47"/>
        <pc:sldMkLst>
          <pc:docMk/>
          <pc:sldMk cId="3041982798" sldId="2147469958"/>
        </pc:sldMkLst>
      </pc:sldChg>
      <pc:sldChg chg="new del">
        <pc:chgData name="Andrew Albers" userId="05a0db6f-a93d-4086-9310-e241c2ed23ed" providerId="ADAL" clId="{48744AAA-0642-4EBD-8440-FD8218209AE4}" dt="2025-06-09T15:25:47.981" v="353" actId="680"/>
        <pc:sldMkLst>
          <pc:docMk/>
          <pc:sldMk cId="3634521506" sldId="2147469958"/>
        </pc:sldMkLst>
      </pc:sldChg>
      <pc:sldChg chg="addSp modSp new mod modNotesTx">
        <pc:chgData name="Andrew Albers" userId="05a0db6f-a93d-4086-9310-e241c2ed23ed" providerId="ADAL" clId="{48744AAA-0642-4EBD-8440-FD8218209AE4}" dt="2025-06-12T18:46:37.432" v="2319" actId="20577"/>
        <pc:sldMkLst>
          <pc:docMk/>
          <pc:sldMk cId="3190592903" sldId="2147469959"/>
        </pc:sldMkLst>
        <pc:spChg chg="mod">
          <ac:chgData name="Andrew Albers" userId="05a0db6f-a93d-4086-9310-e241c2ed23ed" providerId="ADAL" clId="{48744AAA-0642-4EBD-8440-FD8218209AE4}" dt="2025-06-09T15:27:45.814" v="397" actId="20577"/>
          <ac:spMkLst>
            <pc:docMk/>
            <pc:sldMk cId="3190592903" sldId="2147469959"/>
            <ac:spMk id="2" creationId="{1D40FDE9-CF5C-A5E9-777C-EC3D09B021B2}"/>
          </ac:spMkLst>
        </pc:spChg>
        <pc:spChg chg="add mod">
          <ac:chgData name="Andrew Albers" userId="05a0db6f-a93d-4086-9310-e241c2ed23ed" providerId="ADAL" clId="{48744AAA-0642-4EBD-8440-FD8218209AE4}" dt="2025-06-12T18:36:10.331" v="2086" actId="14100"/>
          <ac:spMkLst>
            <pc:docMk/>
            <pc:sldMk cId="3190592903" sldId="2147469959"/>
            <ac:spMk id="5" creationId="{7FF0284B-05A3-9CAE-CB84-EE2EB72BEA13}"/>
          </ac:spMkLst>
        </pc:spChg>
        <pc:picChg chg="add mod">
          <ac:chgData name="Andrew Albers" userId="05a0db6f-a93d-4086-9310-e241c2ed23ed" providerId="ADAL" clId="{48744AAA-0642-4EBD-8440-FD8218209AE4}" dt="2025-06-12T18:45:49.809" v="2282" actId="1076"/>
          <ac:picMkLst>
            <pc:docMk/>
            <pc:sldMk cId="3190592903" sldId="2147469959"/>
            <ac:picMk id="7" creationId="{914BB77B-ABDD-B3E2-7898-F758F599A1A0}"/>
          </ac:picMkLst>
        </pc:picChg>
        <pc:picChg chg="add mod">
          <ac:chgData name="Andrew Albers" userId="05a0db6f-a93d-4086-9310-e241c2ed23ed" providerId="ADAL" clId="{48744AAA-0642-4EBD-8440-FD8218209AE4}" dt="2025-06-12T18:46:02.165" v="2288" actId="1076"/>
          <ac:picMkLst>
            <pc:docMk/>
            <pc:sldMk cId="3190592903" sldId="2147469959"/>
            <ac:picMk id="1028" creationId="{CEB2F10C-C67E-BEAA-B788-0354224ACF0E}"/>
          </ac:picMkLst>
        </pc:picChg>
        <pc:picChg chg="add mod">
          <ac:chgData name="Andrew Albers" userId="05a0db6f-a93d-4086-9310-e241c2ed23ed" providerId="ADAL" clId="{48744AAA-0642-4EBD-8440-FD8218209AE4}" dt="2025-06-12T18:45:59.959" v="2287" actId="1076"/>
          <ac:picMkLst>
            <pc:docMk/>
            <pc:sldMk cId="3190592903" sldId="2147469959"/>
            <ac:picMk id="2050" creationId="{C268F520-7771-CF4A-D069-A0028C593CF0}"/>
          </ac:picMkLst>
        </pc:picChg>
        <pc:picChg chg="add mod">
          <ac:chgData name="Andrew Albers" userId="05a0db6f-a93d-4086-9310-e241c2ed23ed" providerId="ADAL" clId="{48744AAA-0642-4EBD-8440-FD8218209AE4}" dt="2025-06-12T18:45:57.925" v="2286" actId="1076"/>
          <ac:picMkLst>
            <pc:docMk/>
            <pc:sldMk cId="3190592903" sldId="2147469959"/>
            <ac:picMk id="2052" creationId="{CC3AEED6-715E-571E-CF43-71AB0287AEEF}"/>
          </ac:picMkLst>
        </pc:picChg>
      </pc:sldChg>
      <pc:sldChg chg="addSp delSp modSp new del mod ord modMedia modClrScheme delAnim chgLayout">
        <pc:chgData name="Andrew Albers" userId="05a0db6f-a93d-4086-9310-e241c2ed23ed" providerId="ADAL" clId="{48744AAA-0642-4EBD-8440-FD8218209AE4}" dt="2025-06-16T19:17:19.375" v="3827" actId="2696"/>
        <pc:sldMkLst>
          <pc:docMk/>
          <pc:sldMk cId="1873676669" sldId="2147469960"/>
        </pc:sldMkLst>
      </pc:sldChg>
      <pc:sldChg chg="addSp modSp add mod modNotesTx">
        <pc:chgData name="Andrew Albers" userId="05a0db6f-a93d-4086-9310-e241c2ed23ed" providerId="ADAL" clId="{48744AAA-0642-4EBD-8440-FD8218209AE4}" dt="2025-06-12T18:39:35.390" v="2254" actId="313"/>
        <pc:sldMkLst>
          <pc:docMk/>
          <pc:sldMk cId="3489569109" sldId="2147469961"/>
        </pc:sldMkLst>
        <pc:spChg chg="add mod">
          <ac:chgData name="Andrew Albers" userId="05a0db6f-a93d-4086-9310-e241c2ed23ed" providerId="ADAL" clId="{48744AAA-0642-4EBD-8440-FD8218209AE4}" dt="2025-06-12T18:38:46.814" v="2252" actId="14100"/>
          <ac:spMkLst>
            <pc:docMk/>
            <pc:sldMk cId="3489569109" sldId="2147469961"/>
            <ac:spMk id="5" creationId="{D8E0F2E5-8AD2-CD09-17EF-38AEF836FA85}"/>
          </ac:spMkLst>
        </pc:spChg>
        <pc:picChg chg="add mod">
          <ac:chgData name="Andrew Albers" userId="05a0db6f-a93d-4086-9310-e241c2ed23ed" providerId="ADAL" clId="{48744AAA-0642-4EBD-8440-FD8218209AE4}" dt="2025-06-12T18:38:53.875" v="2253" actId="1076"/>
          <ac:picMkLst>
            <pc:docMk/>
            <pc:sldMk cId="3489569109" sldId="2147469961"/>
            <ac:picMk id="1026" creationId="{CC3E4571-AD56-58E4-1859-5090EE71739C}"/>
          </ac:picMkLst>
        </pc:picChg>
      </pc:sldChg>
      <pc:sldChg chg="new del">
        <pc:chgData name="Andrew Albers" userId="05a0db6f-a93d-4086-9310-e241c2ed23ed" providerId="ADAL" clId="{48744AAA-0642-4EBD-8440-FD8218209AE4}" dt="2025-06-12T17:24:10.504" v="413" actId="2696"/>
        <pc:sldMkLst>
          <pc:docMk/>
          <pc:sldMk cId="4100293475" sldId="2147469961"/>
        </pc:sldMkLst>
      </pc:sldChg>
      <pc:sldChg chg="modSp add mod">
        <pc:chgData name="Andrew Albers" userId="05a0db6f-a93d-4086-9310-e241c2ed23ed" providerId="ADAL" clId="{48744AAA-0642-4EBD-8440-FD8218209AE4}" dt="2025-06-16T18:41:21.134" v="3604" actId="207"/>
        <pc:sldMkLst>
          <pc:docMk/>
          <pc:sldMk cId="537457455" sldId="2147469962"/>
        </pc:sldMkLst>
        <pc:spChg chg="mod">
          <ac:chgData name="Andrew Albers" userId="05a0db6f-a93d-4086-9310-e241c2ed23ed" providerId="ADAL" clId="{48744AAA-0642-4EBD-8440-FD8218209AE4}" dt="2025-06-16T18:41:21.134" v="3604" actId="207"/>
          <ac:spMkLst>
            <pc:docMk/>
            <pc:sldMk cId="537457455" sldId="2147469962"/>
            <ac:spMk id="2" creationId="{59E62697-7945-49AF-A643-2E2ED4DF7AA2}"/>
          </ac:spMkLst>
        </pc:spChg>
      </pc:sldChg>
      <pc:sldChg chg="addSp delSp modSp add mod modNotesTx">
        <pc:chgData name="Andrew Albers" userId="05a0db6f-a93d-4086-9310-e241c2ed23ed" providerId="ADAL" clId="{48744AAA-0642-4EBD-8440-FD8218209AE4}" dt="2025-06-16T18:51:50.452" v="3649" actId="1076"/>
        <pc:sldMkLst>
          <pc:docMk/>
          <pc:sldMk cId="1013743912" sldId="2147469963"/>
        </pc:sldMkLst>
        <pc:spChg chg="mod">
          <ac:chgData name="Andrew Albers" userId="05a0db6f-a93d-4086-9310-e241c2ed23ed" providerId="ADAL" clId="{48744AAA-0642-4EBD-8440-FD8218209AE4}" dt="2025-06-16T18:51:21.939" v="3645" actId="20577"/>
          <ac:spMkLst>
            <pc:docMk/>
            <pc:sldMk cId="1013743912" sldId="2147469963"/>
            <ac:spMk id="18" creationId="{8C44578F-E69C-B724-2DE0-6C604DFB2FE3}"/>
          </ac:spMkLst>
        </pc:spChg>
        <pc:picChg chg="add mod">
          <ac:chgData name="Andrew Albers" userId="05a0db6f-a93d-4086-9310-e241c2ed23ed" providerId="ADAL" clId="{48744AAA-0642-4EBD-8440-FD8218209AE4}" dt="2025-06-16T18:51:50.452" v="3649" actId="1076"/>
          <ac:picMkLst>
            <pc:docMk/>
            <pc:sldMk cId="1013743912" sldId="2147469963"/>
            <ac:picMk id="2" creationId="{5CBC4FFA-9294-4259-05C9-D758DB80EB3F}"/>
          </ac:picMkLst>
        </pc:picChg>
        <pc:picChg chg="del">
          <ac:chgData name="Andrew Albers" userId="05a0db6f-a93d-4086-9310-e241c2ed23ed" providerId="ADAL" clId="{48744AAA-0642-4EBD-8440-FD8218209AE4}" dt="2025-06-16T18:51:25.696" v="3647" actId="478"/>
          <ac:picMkLst>
            <pc:docMk/>
            <pc:sldMk cId="1013743912" sldId="2147469963"/>
            <ac:picMk id="5" creationId="{1FF80068-1418-D5B1-5ACA-3BC21458F8EE}"/>
          </ac:picMkLst>
        </pc:picChg>
        <pc:picChg chg="del">
          <ac:chgData name="Andrew Albers" userId="05a0db6f-a93d-4086-9310-e241c2ed23ed" providerId="ADAL" clId="{48744AAA-0642-4EBD-8440-FD8218209AE4}" dt="2025-06-16T18:51:24.932" v="3646" actId="478"/>
          <ac:picMkLst>
            <pc:docMk/>
            <pc:sldMk cId="1013743912" sldId="2147469963"/>
            <ac:picMk id="2050" creationId="{DC4E8D2E-C406-7B2A-4807-46CF0B662F43}"/>
          </ac:picMkLst>
        </pc:picChg>
      </pc:sldChg>
    </pc:docChg>
  </pc:docChgLst>
  <pc:docChgLst>
    <pc:chgData name="Andrew Albers" userId="05a0db6f-a93d-4086-9310-e241c2ed23ed" providerId="ADAL" clId="{979E4695-E7E7-48E3-AB27-0BB81051A481}"/>
    <pc:docChg chg="custSel addSld delSld modSld sldOrd">
      <pc:chgData name="Andrew Albers" userId="05a0db6f-a93d-4086-9310-e241c2ed23ed" providerId="ADAL" clId="{979E4695-E7E7-48E3-AB27-0BB81051A481}" dt="2025-06-09T15:08:24.232" v="654" actId="20577"/>
      <pc:docMkLst>
        <pc:docMk/>
      </pc:docMkLst>
      <pc:sldChg chg="modSp mod">
        <pc:chgData name="Andrew Albers" userId="05a0db6f-a93d-4086-9310-e241c2ed23ed" providerId="ADAL" clId="{979E4695-E7E7-48E3-AB27-0BB81051A481}" dt="2025-06-05T19:55:46.012" v="141" actId="20577"/>
        <pc:sldMkLst>
          <pc:docMk/>
          <pc:sldMk cId="2181956486" sldId="256"/>
        </pc:sldMkLst>
        <pc:spChg chg="mod">
          <ac:chgData name="Andrew Albers" userId="05a0db6f-a93d-4086-9310-e241c2ed23ed" providerId="ADAL" clId="{979E4695-E7E7-48E3-AB27-0BB81051A481}" dt="2025-06-05T19:55:46.012" v="141" actId="20577"/>
          <ac:spMkLst>
            <pc:docMk/>
            <pc:sldMk cId="2181956486" sldId="256"/>
            <ac:spMk id="4" creationId="{00000000-0000-0000-0000-000000000000}"/>
          </ac:spMkLst>
        </pc:spChg>
      </pc:sldChg>
      <pc:sldChg chg="modSp mod">
        <pc:chgData name="Andrew Albers" userId="05a0db6f-a93d-4086-9310-e241c2ed23ed" providerId="ADAL" clId="{979E4695-E7E7-48E3-AB27-0BB81051A481}" dt="2025-06-05T19:56:32.095" v="191" actId="20577"/>
        <pc:sldMkLst>
          <pc:docMk/>
          <pc:sldMk cId="1635881331" sldId="259"/>
        </pc:sldMkLst>
        <pc:spChg chg="mod">
          <ac:chgData name="Andrew Albers" userId="05a0db6f-a93d-4086-9310-e241c2ed23ed" providerId="ADAL" clId="{979E4695-E7E7-48E3-AB27-0BB81051A481}" dt="2025-06-05T19:56:32.095" v="191" actId="20577"/>
          <ac:spMkLst>
            <pc:docMk/>
            <pc:sldMk cId="1635881331" sldId="259"/>
            <ac:spMk id="5" creationId="{27132E6D-A6EE-402B-895A-D0B053AB702A}"/>
          </ac:spMkLst>
        </pc:spChg>
      </pc:sldChg>
      <pc:sldChg chg="del">
        <pc:chgData name="Andrew Albers" userId="05a0db6f-a93d-4086-9310-e241c2ed23ed" providerId="ADAL" clId="{979E4695-E7E7-48E3-AB27-0BB81051A481}" dt="2025-06-05T20:01:48.339" v="598" actId="47"/>
        <pc:sldMkLst>
          <pc:docMk/>
          <pc:sldMk cId="3977638465" sldId="266"/>
        </pc:sldMkLst>
      </pc:sldChg>
      <pc:sldChg chg="del">
        <pc:chgData name="Andrew Albers" userId="05a0db6f-a93d-4086-9310-e241c2ed23ed" providerId="ADAL" clId="{979E4695-E7E7-48E3-AB27-0BB81051A481}" dt="2025-06-05T20:01:54.730" v="600" actId="47"/>
        <pc:sldMkLst>
          <pc:docMk/>
          <pc:sldMk cId="1590938168" sldId="2147469867"/>
        </pc:sldMkLst>
      </pc:sldChg>
      <pc:sldChg chg="del">
        <pc:chgData name="Andrew Albers" userId="05a0db6f-a93d-4086-9310-e241c2ed23ed" providerId="ADAL" clId="{979E4695-E7E7-48E3-AB27-0BB81051A481}" dt="2025-06-05T20:01:53.841" v="599" actId="47"/>
        <pc:sldMkLst>
          <pc:docMk/>
          <pc:sldMk cId="1497532563" sldId="2147469876"/>
        </pc:sldMkLst>
      </pc:sldChg>
      <pc:sldChg chg="delSp modSp mod">
        <pc:chgData name="Andrew Albers" userId="05a0db6f-a93d-4086-9310-e241c2ed23ed" providerId="ADAL" clId="{979E4695-E7E7-48E3-AB27-0BB81051A481}" dt="2025-06-09T15:08:24.232" v="654" actId="20577"/>
        <pc:sldMkLst>
          <pc:docMk/>
          <pc:sldMk cId="3291269963" sldId="2147469889"/>
        </pc:sldMkLst>
        <pc:graphicFrameChg chg="modGraphic">
          <ac:chgData name="Andrew Albers" userId="05a0db6f-a93d-4086-9310-e241c2ed23ed" providerId="ADAL" clId="{979E4695-E7E7-48E3-AB27-0BB81051A481}" dt="2025-06-09T15:08:24.232" v="654" actId="20577"/>
          <ac:graphicFrameMkLst>
            <pc:docMk/>
            <pc:sldMk cId="3291269963" sldId="2147469889"/>
            <ac:graphicFrameMk id="112" creationId="{45AD0972-9AFC-406A-BE0A-DFF9FDD00D65}"/>
          </ac:graphicFrameMkLst>
        </pc:graphicFrameChg>
      </pc:sldChg>
      <pc:sldChg chg="del">
        <pc:chgData name="Andrew Albers" userId="05a0db6f-a93d-4086-9310-e241c2ed23ed" providerId="ADAL" clId="{979E4695-E7E7-48E3-AB27-0BB81051A481}" dt="2025-06-05T20:01:29.185" v="588" actId="47"/>
        <pc:sldMkLst>
          <pc:docMk/>
          <pc:sldMk cId="272191530" sldId="2147469900"/>
        </pc:sldMkLst>
      </pc:sldChg>
      <pc:sldChg chg="del">
        <pc:chgData name="Andrew Albers" userId="05a0db6f-a93d-4086-9310-e241c2ed23ed" providerId="ADAL" clId="{979E4695-E7E7-48E3-AB27-0BB81051A481}" dt="2025-06-05T20:01:32.197" v="590" actId="47"/>
        <pc:sldMkLst>
          <pc:docMk/>
          <pc:sldMk cId="213056789" sldId="2147469909"/>
        </pc:sldMkLst>
      </pc:sldChg>
      <pc:sldChg chg="del">
        <pc:chgData name="Andrew Albers" userId="05a0db6f-a93d-4086-9310-e241c2ed23ed" providerId="ADAL" clId="{979E4695-E7E7-48E3-AB27-0BB81051A481}" dt="2025-06-05T20:01:41.815" v="594" actId="47"/>
        <pc:sldMkLst>
          <pc:docMk/>
          <pc:sldMk cId="824158616" sldId="2147469910"/>
        </pc:sldMkLst>
      </pc:sldChg>
      <pc:sldChg chg="del">
        <pc:chgData name="Andrew Albers" userId="05a0db6f-a93d-4086-9310-e241c2ed23ed" providerId="ADAL" clId="{979E4695-E7E7-48E3-AB27-0BB81051A481}" dt="2025-06-05T20:01:33.388" v="591" actId="47"/>
        <pc:sldMkLst>
          <pc:docMk/>
          <pc:sldMk cId="2439582351" sldId="2147469911"/>
        </pc:sldMkLst>
      </pc:sldChg>
      <pc:sldChg chg="del">
        <pc:chgData name="Andrew Albers" userId="05a0db6f-a93d-4086-9310-e241c2ed23ed" providerId="ADAL" clId="{979E4695-E7E7-48E3-AB27-0BB81051A481}" dt="2025-06-05T20:01:42.589" v="595" actId="47"/>
        <pc:sldMkLst>
          <pc:docMk/>
          <pc:sldMk cId="1146671792" sldId="2147469912"/>
        </pc:sldMkLst>
      </pc:sldChg>
      <pc:sldChg chg="ord">
        <pc:chgData name="Andrew Albers" userId="05a0db6f-a93d-4086-9310-e241c2ed23ed" providerId="ADAL" clId="{979E4695-E7E7-48E3-AB27-0BB81051A481}" dt="2025-06-05T20:02:28.556" v="603"/>
        <pc:sldMkLst>
          <pc:docMk/>
          <pc:sldMk cId="54957035" sldId="2147469916"/>
        </pc:sldMkLst>
      </pc:sldChg>
      <pc:sldChg chg="del">
        <pc:chgData name="Andrew Albers" userId="05a0db6f-a93d-4086-9310-e241c2ed23ed" providerId="ADAL" clId="{979E4695-E7E7-48E3-AB27-0BB81051A481}" dt="2025-06-05T20:01:43.373" v="596" actId="47"/>
        <pc:sldMkLst>
          <pc:docMk/>
          <pc:sldMk cId="349524020" sldId="2147469917"/>
        </pc:sldMkLst>
      </pc:sldChg>
      <pc:sldChg chg="del">
        <pc:chgData name="Andrew Albers" userId="05a0db6f-a93d-4086-9310-e241c2ed23ed" providerId="ADAL" clId="{979E4695-E7E7-48E3-AB27-0BB81051A481}" dt="2025-06-05T20:01:44.397" v="597" actId="47"/>
        <pc:sldMkLst>
          <pc:docMk/>
          <pc:sldMk cId="2593775031" sldId="2147469919"/>
        </pc:sldMkLst>
      </pc:sldChg>
      <pc:sldChg chg="modSp mod">
        <pc:chgData name="Andrew Albers" userId="05a0db6f-a93d-4086-9310-e241c2ed23ed" providerId="ADAL" clId="{979E4695-E7E7-48E3-AB27-0BB81051A481}" dt="2025-06-05T19:56:54.438" v="242" actId="20577"/>
        <pc:sldMkLst>
          <pc:docMk/>
          <pc:sldMk cId="1898429168" sldId="2147469920"/>
        </pc:sldMkLst>
        <pc:spChg chg="mod">
          <ac:chgData name="Andrew Albers" userId="05a0db6f-a93d-4086-9310-e241c2ed23ed" providerId="ADAL" clId="{979E4695-E7E7-48E3-AB27-0BB81051A481}" dt="2025-06-05T19:56:54.438" v="242" actId="20577"/>
          <ac:spMkLst>
            <pc:docMk/>
            <pc:sldMk cId="1898429168" sldId="2147469920"/>
            <ac:spMk id="5" creationId="{F1610BFB-4EDE-EF9E-72C7-B353912CB879}"/>
          </ac:spMkLst>
        </pc:spChg>
      </pc:sldChg>
      <pc:sldChg chg="modSp mod">
        <pc:chgData name="Andrew Albers" userId="05a0db6f-a93d-4086-9310-e241c2ed23ed" providerId="ADAL" clId="{979E4695-E7E7-48E3-AB27-0BB81051A481}" dt="2025-06-05T19:57:49.021" v="296" actId="20577"/>
        <pc:sldMkLst>
          <pc:docMk/>
          <pc:sldMk cId="3278578492" sldId="2147469921"/>
        </pc:sldMkLst>
      </pc:sldChg>
      <pc:sldChg chg="del">
        <pc:chgData name="Andrew Albers" userId="05a0db6f-a93d-4086-9310-e241c2ed23ed" providerId="ADAL" clId="{979E4695-E7E7-48E3-AB27-0BB81051A481}" dt="2025-06-05T19:59:58.089" v="440" actId="47"/>
        <pc:sldMkLst>
          <pc:docMk/>
          <pc:sldMk cId="967810659" sldId="2147469922"/>
        </pc:sldMkLst>
      </pc:sldChg>
      <pc:sldChg chg="del">
        <pc:chgData name="Andrew Albers" userId="05a0db6f-a93d-4086-9310-e241c2ed23ed" providerId="ADAL" clId="{979E4695-E7E7-48E3-AB27-0BB81051A481}" dt="2025-06-05T20:01:30.561" v="589" actId="47"/>
        <pc:sldMkLst>
          <pc:docMk/>
          <pc:sldMk cId="3272012829" sldId="2147469924"/>
        </pc:sldMkLst>
      </pc:sldChg>
      <pc:sldChg chg="del">
        <pc:chgData name="Andrew Albers" userId="05a0db6f-a93d-4086-9310-e241c2ed23ed" providerId="ADAL" clId="{979E4695-E7E7-48E3-AB27-0BB81051A481}" dt="2025-06-05T20:00:00.467" v="442" actId="47"/>
        <pc:sldMkLst>
          <pc:docMk/>
          <pc:sldMk cId="3918092923" sldId="2147469925"/>
        </pc:sldMkLst>
      </pc:sldChg>
      <pc:sldChg chg="del">
        <pc:chgData name="Andrew Albers" userId="05a0db6f-a93d-4086-9310-e241c2ed23ed" providerId="ADAL" clId="{979E4695-E7E7-48E3-AB27-0BB81051A481}" dt="2025-06-05T20:03:19.986" v="618" actId="47"/>
        <pc:sldMkLst>
          <pc:docMk/>
          <pc:sldMk cId="3476956165" sldId="2147469926"/>
        </pc:sldMkLst>
      </pc:sldChg>
      <pc:sldChg chg="del">
        <pc:chgData name="Andrew Albers" userId="05a0db6f-a93d-4086-9310-e241c2ed23ed" providerId="ADAL" clId="{979E4695-E7E7-48E3-AB27-0BB81051A481}" dt="2025-06-05T19:59:59.338" v="441" actId="47"/>
        <pc:sldMkLst>
          <pc:docMk/>
          <pc:sldMk cId="221840815" sldId="2147469928"/>
        </pc:sldMkLst>
      </pc:sldChg>
      <pc:sldChg chg="del">
        <pc:chgData name="Andrew Albers" userId="05a0db6f-a93d-4086-9310-e241c2ed23ed" providerId="ADAL" clId="{979E4695-E7E7-48E3-AB27-0BB81051A481}" dt="2025-06-05T20:01:35.449" v="592" actId="47"/>
        <pc:sldMkLst>
          <pc:docMk/>
          <pc:sldMk cId="2423896776" sldId="2147469929"/>
        </pc:sldMkLst>
      </pc:sldChg>
      <pc:sldChg chg="del">
        <pc:chgData name="Andrew Albers" userId="05a0db6f-a93d-4086-9310-e241c2ed23ed" providerId="ADAL" clId="{979E4695-E7E7-48E3-AB27-0BB81051A481}" dt="2025-06-05T20:01:36.290" v="593" actId="47"/>
        <pc:sldMkLst>
          <pc:docMk/>
          <pc:sldMk cId="4229477419" sldId="2147469930"/>
        </pc:sldMkLst>
      </pc:sldChg>
      <pc:sldChg chg="modSp new mod ord">
        <pc:chgData name="Andrew Albers" userId="05a0db6f-a93d-4086-9310-e241c2ed23ed" providerId="ADAL" clId="{979E4695-E7E7-48E3-AB27-0BB81051A481}" dt="2025-06-05T19:57:36.424" v="265" actId="20577"/>
        <pc:sldMkLst>
          <pc:docMk/>
          <pc:sldMk cId="796171327" sldId="2147469931"/>
        </pc:sldMkLst>
      </pc:sldChg>
      <pc:sldChg chg="new del">
        <pc:chgData name="Andrew Albers" userId="05a0db6f-a93d-4086-9310-e241c2ed23ed" providerId="ADAL" clId="{979E4695-E7E7-48E3-AB27-0BB81051A481}" dt="2025-06-05T19:57:19.942" v="244" actId="2696"/>
        <pc:sldMkLst>
          <pc:docMk/>
          <pc:sldMk cId="1273731365" sldId="2147469931"/>
        </pc:sldMkLst>
      </pc:sldChg>
      <pc:sldChg chg="modSp new mod">
        <pc:chgData name="Andrew Albers" userId="05a0db6f-a93d-4086-9310-e241c2ed23ed" providerId="ADAL" clId="{979E4695-E7E7-48E3-AB27-0BB81051A481}" dt="2025-06-05T19:58:00.052" v="323" actId="20577"/>
        <pc:sldMkLst>
          <pc:docMk/>
          <pc:sldMk cId="4200301237" sldId="2147469932"/>
        </pc:sldMkLst>
      </pc:sldChg>
      <pc:sldChg chg="modSp new mod">
        <pc:chgData name="Andrew Albers" userId="05a0db6f-a93d-4086-9310-e241c2ed23ed" providerId="ADAL" clId="{979E4695-E7E7-48E3-AB27-0BB81051A481}" dt="2025-06-05T19:58:13.649" v="328" actId="20577"/>
        <pc:sldMkLst>
          <pc:docMk/>
          <pc:sldMk cId="3439146599" sldId="2147469933"/>
        </pc:sldMkLst>
      </pc:sldChg>
      <pc:sldChg chg="modSp new mod">
        <pc:chgData name="Andrew Albers" userId="05a0db6f-a93d-4086-9310-e241c2ed23ed" providerId="ADAL" clId="{979E4695-E7E7-48E3-AB27-0BB81051A481}" dt="2025-06-05T19:58:20.399" v="340" actId="20577"/>
        <pc:sldMkLst>
          <pc:docMk/>
          <pc:sldMk cId="667279022" sldId="2147469934"/>
        </pc:sldMkLst>
      </pc:sldChg>
      <pc:sldChg chg="modSp new mod">
        <pc:chgData name="Andrew Albers" userId="05a0db6f-a93d-4086-9310-e241c2ed23ed" providerId="ADAL" clId="{979E4695-E7E7-48E3-AB27-0BB81051A481}" dt="2025-06-05T19:58:28.625" v="349" actId="20577"/>
        <pc:sldMkLst>
          <pc:docMk/>
          <pc:sldMk cId="791203273" sldId="2147469935"/>
        </pc:sldMkLst>
      </pc:sldChg>
      <pc:sldChg chg="modSp new mod">
        <pc:chgData name="Andrew Albers" userId="05a0db6f-a93d-4086-9310-e241c2ed23ed" providerId="ADAL" clId="{979E4695-E7E7-48E3-AB27-0BB81051A481}" dt="2025-06-05T19:58:49.397" v="381" actId="20577"/>
        <pc:sldMkLst>
          <pc:docMk/>
          <pc:sldMk cId="1519155903" sldId="2147469936"/>
        </pc:sldMkLst>
      </pc:sldChg>
      <pc:sldChg chg="modSp new mod">
        <pc:chgData name="Andrew Albers" userId="05a0db6f-a93d-4086-9310-e241c2ed23ed" providerId="ADAL" clId="{979E4695-E7E7-48E3-AB27-0BB81051A481}" dt="2025-06-05T19:59:13.783" v="397" actId="20577"/>
        <pc:sldMkLst>
          <pc:docMk/>
          <pc:sldMk cId="836239328" sldId="2147469937"/>
        </pc:sldMkLst>
      </pc:sldChg>
      <pc:sldChg chg="modSp new mod">
        <pc:chgData name="Andrew Albers" userId="05a0db6f-a93d-4086-9310-e241c2ed23ed" providerId="ADAL" clId="{979E4695-E7E7-48E3-AB27-0BB81051A481}" dt="2025-06-05T19:59:28.840" v="421" actId="20577"/>
        <pc:sldMkLst>
          <pc:docMk/>
          <pc:sldMk cId="3207652481" sldId="2147469938"/>
        </pc:sldMkLst>
      </pc:sldChg>
      <pc:sldChg chg="modSp new mod">
        <pc:chgData name="Andrew Albers" userId="05a0db6f-a93d-4086-9310-e241c2ed23ed" providerId="ADAL" clId="{979E4695-E7E7-48E3-AB27-0BB81051A481}" dt="2025-06-05T19:59:55.423" v="439" actId="20577"/>
        <pc:sldMkLst>
          <pc:docMk/>
          <pc:sldMk cId="3318328471" sldId="2147469939"/>
        </pc:sldMkLst>
      </pc:sldChg>
      <pc:sldChg chg="modSp new mod ord">
        <pc:chgData name="Andrew Albers" userId="05a0db6f-a93d-4086-9310-e241c2ed23ed" providerId="ADAL" clId="{979E4695-E7E7-48E3-AB27-0BB81051A481}" dt="2025-06-05T20:00:18.239" v="490" actId="20577"/>
        <pc:sldMkLst>
          <pc:docMk/>
          <pc:sldMk cId="55929116" sldId="2147469940"/>
        </pc:sldMkLst>
      </pc:sldChg>
      <pc:sldChg chg="modSp new mod">
        <pc:chgData name="Andrew Albers" userId="05a0db6f-a93d-4086-9310-e241c2ed23ed" providerId="ADAL" clId="{979E4695-E7E7-48E3-AB27-0BB81051A481}" dt="2025-06-05T20:00:27.225" v="506" actId="20577"/>
        <pc:sldMkLst>
          <pc:docMk/>
          <pc:sldMk cId="2475203998" sldId="2147469941"/>
        </pc:sldMkLst>
      </pc:sldChg>
      <pc:sldChg chg="modSp new mod">
        <pc:chgData name="Andrew Albers" userId="05a0db6f-a93d-4086-9310-e241c2ed23ed" providerId="ADAL" clId="{979E4695-E7E7-48E3-AB27-0BB81051A481}" dt="2025-06-05T20:00:35.039" v="519" actId="20577"/>
        <pc:sldMkLst>
          <pc:docMk/>
          <pc:sldMk cId="267297182" sldId="2147469942"/>
        </pc:sldMkLst>
      </pc:sldChg>
      <pc:sldChg chg="modSp new mod">
        <pc:chgData name="Andrew Albers" userId="05a0db6f-a93d-4086-9310-e241c2ed23ed" providerId="ADAL" clId="{979E4695-E7E7-48E3-AB27-0BB81051A481}" dt="2025-06-05T20:00:50.373" v="555" actId="20577"/>
        <pc:sldMkLst>
          <pc:docMk/>
          <pc:sldMk cId="2186769675" sldId="2147469943"/>
        </pc:sldMkLst>
      </pc:sldChg>
      <pc:sldChg chg="modSp new mod ord">
        <pc:chgData name="Andrew Albers" userId="05a0db6f-a93d-4086-9310-e241c2ed23ed" providerId="ADAL" clId="{979E4695-E7E7-48E3-AB27-0BB81051A481}" dt="2025-06-05T20:01:12.551" v="587"/>
        <pc:sldMkLst>
          <pc:docMk/>
          <pc:sldMk cId="1445527381" sldId="2147469944"/>
        </pc:sldMkLst>
      </pc:sldChg>
      <pc:sldChg chg="modSp add mod">
        <pc:chgData name="Andrew Albers" userId="05a0db6f-a93d-4086-9310-e241c2ed23ed" providerId="ADAL" clId="{979E4695-E7E7-48E3-AB27-0BB81051A481}" dt="2025-06-05T20:03:34.785" v="635" actId="20577"/>
        <pc:sldMkLst>
          <pc:docMk/>
          <pc:sldMk cId="1765207215" sldId="2147469945"/>
        </pc:sldMkLst>
      </pc:sldChg>
      <pc:sldChg chg="add ord">
        <pc:chgData name="Andrew Albers" userId="05a0db6f-a93d-4086-9310-e241c2ed23ed" providerId="ADAL" clId="{979E4695-E7E7-48E3-AB27-0BB81051A481}" dt="2025-06-05T20:02:41.822" v="606"/>
        <pc:sldMkLst>
          <pc:docMk/>
          <pc:sldMk cId="1608381953" sldId="2147469946"/>
        </pc:sldMkLst>
      </pc:sldChg>
      <pc:sldChg chg="add ord">
        <pc:chgData name="Andrew Albers" userId="05a0db6f-a93d-4086-9310-e241c2ed23ed" providerId="ADAL" clId="{979E4695-E7E7-48E3-AB27-0BB81051A481}" dt="2025-06-05T20:02:47.920" v="609"/>
        <pc:sldMkLst>
          <pc:docMk/>
          <pc:sldMk cId="1664188100" sldId="2147469947"/>
        </pc:sldMkLst>
      </pc:sldChg>
      <pc:sldChg chg="add ord">
        <pc:chgData name="Andrew Albers" userId="05a0db6f-a93d-4086-9310-e241c2ed23ed" providerId="ADAL" clId="{979E4695-E7E7-48E3-AB27-0BB81051A481}" dt="2025-06-05T20:02:58.080" v="614"/>
        <pc:sldMkLst>
          <pc:docMk/>
          <pc:sldMk cId="1796750027" sldId="2147469948"/>
        </pc:sldMkLst>
      </pc:sldChg>
      <pc:sldChg chg="add ord">
        <pc:chgData name="Andrew Albers" userId="05a0db6f-a93d-4086-9310-e241c2ed23ed" providerId="ADAL" clId="{979E4695-E7E7-48E3-AB27-0BB81051A481}" dt="2025-06-05T20:03:14.943" v="617"/>
        <pc:sldMkLst>
          <pc:docMk/>
          <pc:sldMk cId="354235228" sldId="2147469949"/>
        </pc:sldMkLst>
      </pc:sldChg>
    </pc:docChg>
  </pc:docChgLst>
  <pc:docChgLst>
    <pc:chgData name="Andrew Albers" userId="05a0db6f-a93d-4086-9310-e241c2ed23ed" providerId="ADAL" clId="{E4B44A0F-930D-49BB-A27B-4C2F3412FA25}"/>
    <pc:docChg chg="undo custSel addSld delSld modSld sldOrd">
      <pc:chgData name="Andrew Albers" userId="05a0db6f-a93d-4086-9310-e241c2ed23ed" providerId="ADAL" clId="{E4B44A0F-930D-49BB-A27B-4C2F3412FA25}" dt="2025-06-05T19:49:21.980" v="5528" actId="14100"/>
      <pc:docMkLst>
        <pc:docMk/>
      </pc:docMkLst>
      <pc:sldChg chg="modSp mod">
        <pc:chgData name="Andrew Albers" userId="05a0db6f-a93d-4086-9310-e241c2ed23ed" providerId="ADAL" clId="{E4B44A0F-930D-49BB-A27B-4C2F3412FA25}" dt="2025-05-30T16:18:42.370" v="11" actId="20577"/>
        <pc:sldMkLst>
          <pc:docMk/>
          <pc:sldMk cId="2181956486" sldId="256"/>
        </pc:sldMkLst>
        <pc:spChg chg="mod">
          <ac:chgData name="Andrew Albers" userId="05a0db6f-a93d-4086-9310-e241c2ed23ed" providerId="ADAL" clId="{E4B44A0F-930D-49BB-A27B-4C2F3412FA25}" dt="2025-05-30T16:18:42.370" v="11" actId="20577"/>
          <ac:spMkLst>
            <pc:docMk/>
            <pc:sldMk cId="2181956486" sldId="256"/>
            <ac:spMk id="4" creationId="{00000000-0000-0000-0000-000000000000}"/>
          </ac:spMkLst>
        </pc:spChg>
      </pc:sldChg>
      <pc:sldChg chg="modSp mod">
        <pc:chgData name="Andrew Albers" userId="05a0db6f-a93d-4086-9310-e241c2ed23ed" providerId="ADAL" clId="{E4B44A0F-930D-49BB-A27B-4C2F3412FA25}" dt="2025-06-03T19:29:57.098" v="4186" actId="20577"/>
        <pc:sldMkLst>
          <pc:docMk/>
          <pc:sldMk cId="1635881331" sldId="259"/>
        </pc:sldMkLst>
        <pc:spChg chg="mod">
          <ac:chgData name="Andrew Albers" userId="05a0db6f-a93d-4086-9310-e241c2ed23ed" providerId="ADAL" clId="{E4B44A0F-930D-49BB-A27B-4C2F3412FA25}" dt="2025-06-03T19:29:57.098" v="4186" actId="20577"/>
          <ac:spMkLst>
            <pc:docMk/>
            <pc:sldMk cId="1635881331" sldId="259"/>
            <ac:spMk id="5" creationId="{27132E6D-A6EE-402B-895A-D0B053AB702A}"/>
          </ac:spMkLst>
        </pc:spChg>
      </pc:sldChg>
      <pc:sldChg chg="ord">
        <pc:chgData name="Andrew Albers" userId="05a0db6f-a93d-4086-9310-e241c2ed23ed" providerId="ADAL" clId="{E4B44A0F-930D-49BB-A27B-4C2F3412FA25}" dt="2025-06-04T16:49:20.938" v="4401"/>
        <pc:sldMkLst>
          <pc:docMk/>
          <pc:sldMk cId="4145703054" sldId="265"/>
        </pc:sldMkLst>
      </pc:sldChg>
      <pc:sldChg chg="modSp mod">
        <pc:chgData name="Andrew Albers" userId="05a0db6f-a93d-4086-9310-e241c2ed23ed" providerId="ADAL" clId="{E4B44A0F-930D-49BB-A27B-4C2F3412FA25}" dt="2025-06-04T16:49:15.003" v="4399" actId="20577"/>
        <pc:sldMkLst>
          <pc:docMk/>
          <pc:sldMk cId="3977638465" sldId="266"/>
        </pc:sldMkLst>
      </pc:sldChg>
      <pc:sldChg chg="modSp mod">
        <pc:chgData name="Andrew Albers" userId="05a0db6f-a93d-4086-9310-e241c2ed23ed" providerId="ADAL" clId="{E4B44A0F-930D-49BB-A27B-4C2F3412FA25}" dt="2025-06-03T19:29:18.339" v="4153"/>
        <pc:sldMkLst>
          <pc:docMk/>
          <pc:sldMk cId="3291269963" sldId="2147469889"/>
        </pc:sldMkLst>
        <pc:graphicFrameChg chg="mod modGraphic">
          <ac:chgData name="Andrew Albers" userId="05a0db6f-a93d-4086-9310-e241c2ed23ed" providerId="ADAL" clId="{E4B44A0F-930D-49BB-A27B-4C2F3412FA25}" dt="2025-06-03T19:29:18.339" v="4153"/>
          <ac:graphicFrameMkLst>
            <pc:docMk/>
            <pc:sldMk cId="3291269963" sldId="2147469889"/>
            <ac:graphicFrameMk id="112" creationId="{45AD0972-9AFC-406A-BE0A-DFF9FDD00D65}"/>
          </ac:graphicFrameMkLst>
        </pc:graphicFrameChg>
      </pc:sldChg>
      <pc:sldChg chg="addSp delSp modSp mod modNotesTx">
        <pc:chgData name="Andrew Albers" userId="05a0db6f-a93d-4086-9310-e241c2ed23ed" providerId="ADAL" clId="{E4B44A0F-930D-49BB-A27B-4C2F3412FA25}" dt="2025-06-04T17:14:46.240" v="4402" actId="20577"/>
        <pc:sldMkLst>
          <pc:docMk/>
          <pc:sldMk cId="272191530" sldId="2147469900"/>
        </pc:sldMkLst>
      </pc:sldChg>
      <pc:sldChg chg="modSp mod">
        <pc:chgData name="Andrew Albers" userId="05a0db6f-a93d-4086-9310-e241c2ed23ed" providerId="ADAL" clId="{E4B44A0F-930D-49BB-A27B-4C2F3412FA25}" dt="2025-06-03T19:04:37.378" v="4116" actId="20577"/>
        <pc:sldMkLst>
          <pc:docMk/>
          <pc:sldMk cId="213056789" sldId="2147469909"/>
        </pc:sldMkLst>
      </pc:sldChg>
      <pc:sldChg chg="addSp modSp mod">
        <pc:chgData name="Andrew Albers" userId="05a0db6f-a93d-4086-9310-e241c2ed23ed" providerId="ADAL" clId="{E4B44A0F-930D-49BB-A27B-4C2F3412FA25}" dt="2025-06-04T20:57:19.911" v="5359" actId="1076"/>
        <pc:sldMkLst>
          <pc:docMk/>
          <pc:sldMk cId="2439582351" sldId="2147469911"/>
        </pc:sldMkLst>
      </pc:sldChg>
      <pc:sldChg chg="del">
        <pc:chgData name="Andrew Albers" userId="05a0db6f-a93d-4086-9310-e241c2ed23ed" providerId="ADAL" clId="{E4B44A0F-930D-49BB-A27B-4C2F3412FA25}" dt="2025-05-30T17:44:08.190" v="209" actId="2696"/>
        <pc:sldMkLst>
          <pc:docMk/>
          <pc:sldMk cId="203859818" sldId="2147469913"/>
        </pc:sldMkLst>
      </pc:sldChg>
      <pc:sldChg chg="del">
        <pc:chgData name="Andrew Albers" userId="05a0db6f-a93d-4086-9310-e241c2ed23ed" providerId="ADAL" clId="{E4B44A0F-930D-49BB-A27B-4C2F3412FA25}" dt="2025-06-04T20:12:11.482" v="4764" actId="47"/>
        <pc:sldMkLst>
          <pc:docMk/>
          <pc:sldMk cId="1165046288" sldId="2147469915"/>
        </pc:sldMkLst>
      </pc:sldChg>
      <pc:sldChg chg="addSp delSp modSp mod modNotesTx">
        <pc:chgData name="Andrew Albers" userId="05a0db6f-a93d-4086-9310-e241c2ed23ed" providerId="ADAL" clId="{E4B44A0F-930D-49BB-A27B-4C2F3412FA25}" dt="2025-06-04T20:14:52.696" v="5204" actId="1076"/>
        <pc:sldMkLst>
          <pc:docMk/>
          <pc:sldMk cId="54957035" sldId="2147469916"/>
        </pc:sldMkLst>
      </pc:sldChg>
      <pc:sldChg chg="del">
        <pc:chgData name="Andrew Albers" userId="05a0db6f-a93d-4086-9310-e241c2ed23ed" providerId="ADAL" clId="{E4B44A0F-930D-49BB-A27B-4C2F3412FA25}" dt="2025-05-30T17:44:04.740" v="208" actId="2696"/>
        <pc:sldMkLst>
          <pc:docMk/>
          <pc:sldMk cId="2846072718" sldId="2147469918"/>
        </pc:sldMkLst>
      </pc:sldChg>
      <pc:sldChg chg="modSp add mod">
        <pc:chgData name="Andrew Albers" userId="05a0db6f-a93d-4086-9310-e241c2ed23ed" providerId="ADAL" clId="{E4B44A0F-930D-49BB-A27B-4C2F3412FA25}" dt="2025-05-30T17:36:51.681" v="169" actId="20577"/>
        <pc:sldMkLst>
          <pc:docMk/>
          <pc:sldMk cId="1898429168" sldId="2147469920"/>
        </pc:sldMkLst>
        <pc:spChg chg="mod">
          <ac:chgData name="Andrew Albers" userId="05a0db6f-a93d-4086-9310-e241c2ed23ed" providerId="ADAL" clId="{E4B44A0F-930D-49BB-A27B-4C2F3412FA25}" dt="2025-05-30T17:36:51.681" v="169" actId="20577"/>
          <ac:spMkLst>
            <pc:docMk/>
            <pc:sldMk cId="1898429168" sldId="2147469920"/>
            <ac:spMk id="5" creationId="{F1610BFB-4EDE-EF9E-72C7-B353912CB879}"/>
          </ac:spMkLst>
        </pc:spChg>
      </pc:sldChg>
      <pc:sldChg chg="addSp delSp modSp add mod modNotesTx">
        <pc:chgData name="Andrew Albers" userId="05a0db6f-a93d-4086-9310-e241c2ed23ed" providerId="ADAL" clId="{E4B44A0F-930D-49BB-A27B-4C2F3412FA25}" dt="2025-06-03T19:28:44.151" v="4149" actId="478"/>
        <pc:sldMkLst>
          <pc:docMk/>
          <pc:sldMk cId="3278578492" sldId="2147469921"/>
        </pc:sldMkLst>
      </pc:sldChg>
      <pc:sldChg chg="addSp delSp modSp add mod">
        <pc:chgData name="Andrew Albers" userId="05a0db6f-a93d-4086-9310-e241c2ed23ed" providerId="ADAL" clId="{E4B44A0F-930D-49BB-A27B-4C2F3412FA25}" dt="2025-05-30T17:54:41.103" v="877" actId="20577"/>
        <pc:sldMkLst>
          <pc:docMk/>
          <pc:sldMk cId="967810659" sldId="2147469922"/>
        </pc:sldMkLst>
      </pc:sldChg>
      <pc:sldChg chg="delSp modSp add del mod modShow modNotesTx">
        <pc:chgData name="Andrew Albers" userId="05a0db6f-a93d-4086-9310-e241c2ed23ed" providerId="ADAL" clId="{E4B44A0F-930D-49BB-A27B-4C2F3412FA25}" dt="2025-06-04T16:48:49.194" v="4385" actId="2696"/>
        <pc:sldMkLst>
          <pc:docMk/>
          <pc:sldMk cId="651165675" sldId="2147469923"/>
        </pc:sldMkLst>
      </pc:sldChg>
      <pc:sldChg chg="delSp modSp add mod modNotesTx">
        <pc:chgData name="Andrew Albers" userId="05a0db6f-a93d-4086-9310-e241c2ed23ed" providerId="ADAL" clId="{E4B44A0F-930D-49BB-A27B-4C2F3412FA25}" dt="2025-06-03T19:04:43.678" v="4117" actId="20577"/>
        <pc:sldMkLst>
          <pc:docMk/>
          <pc:sldMk cId="3272012829" sldId="2147469924"/>
        </pc:sldMkLst>
      </pc:sldChg>
      <pc:sldChg chg="addSp modSp new mod modNotesTx">
        <pc:chgData name="Andrew Albers" userId="05a0db6f-a93d-4086-9310-e241c2ed23ed" providerId="ADAL" clId="{E4B44A0F-930D-49BB-A27B-4C2F3412FA25}" dt="2025-05-30T18:13:58.810" v="1125" actId="20577"/>
        <pc:sldMkLst>
          <pc:docMk/>
          <pc:sldMk cId="3918092923" sldId="2147469925"/>
        </pc:sldMkLst>
      </pc:sldChg>
      <pc:sldChg chg="addSp modSp new mod ord modNotesTx">
        <pc:chgData name="Andrew Albers" userId="05a0db6f-a93d-4086-9310-e241c2ed23ed" providerId="ADAL" clId="{E4B44A0F-930D-49BB-A27B-4C2F3412FA25}" dt="2025-06-04T16:48:43.987" v="4384" actId="20577"/>
        <pc:sldMkLst>
          <pc:docMk/>
          <pc:sldMk cId="3476956165" sldId="2147469926"/>
        </pc:sldMkLst>
      </pc:sldChg>
      <pc:sldChg chg="modSp new del mod ord">
        <pc:chgData name="Andrew Albers" userId="05a0db6f-a93d-4086-9310-e241c2ed23ed" providerId="ADAL" clId="{E4B44A0F-930D-49BB-A27B-4C2F3412FA25}" dt="2025-06-03T19:30:04.637" v="4187" actId="47"/>
        <pc:sldMkLst>
          <pc:docMk/>
          <pc:sldMk cId="4219362446" sldId="2147469927"/>
        </pc:sldMkLst>
      </pc:sldChg>
      <pc:sldChg chg="addSp modSp new mod ord modNotesTx">
        <pc:chgData name="Andrew Albers" userId="05a0db6f-a93d-4086-9310-e241c2ed23ed" providerId="ADAL" clId="{E4B44A0F-930D-49BB-A27B-4C2F3412FA25}" dt="2025-06-03T19:31:21.808" v="4368" actId="20577"/>
        <pc:sldMkLst>
          <pc:docMk/>
          <pc:sldMk cId="221840815" sldId="2147469928"/>
        </pc:sldMkLst>
      </pc:sldChg>
      <pc:sldChg chg="new del">
        <pc:chgData name="Andrew Albers" userId="05a0db6f-a93d-4086-9310-e241c2ed23ed" providerId="ADAL" clId="{E4B44A0F-930D-49BB-A27B-4C2F3412FA25}" dt="2025-06-03T19:05:09.358" v="4120" actId="2696"/>
        <pc:sldMkLst>
          <pc:docMk/>
          <pc:sldMk cId="1254147975" sldId="2147469928"/>
        </pc:sldMkLst>
      </pc:sldChg>
      <pc:sldChg chg="modSp new del mod ord">
        <pc:chgData name="Andrew Albers" userId="05a0db6f-a93d-4086-9310-e241c2ed23ed" providerId="ADAL" clId="{E4B44A0F-930D-49BB-A27B-4C2F3412FA25}" dt="2025-06-03T19:30:26.581" v="4190" actId="47"/>
        <pc:sldMkLst>
          <pc:docMk/>
          <pc:sldMk cId="786706553" sldId="2147469929"/>
        </pc:sldMkLst>
      </pc:sldChg>
      <pc:sldChg chg="addSp delSp modSp new mod">
        <pc:chgData name="Andrew Albers" userId="05a0db6f-a93d-4086-9310-e241c2ed23ed" providerId="ADAL" clId="{E4B44A0F-930D-49BB-A27B-4C2F3412FA25}" dt="2025-06-05T19:49:21.980" v="5528" actId="14100"/>
        <pc:sldMkLst>
          <pc:docMk/>
          <pc:sldMk cId="2423896776" sldId="2147469929"/>
        </pc:sldMkLst>
      </pc:sldChg>
      <pc:sldChg chg="addSp modSp new mod">
        <pc:chgData name="Andrew Albers" userId="05a0db6f-a93d-4086-9310-e241c2ed23ed" providerId="ADAL" clId="{E4B44A0F-930D-49BB-A27B-4C2F3412FA25}" dt="2025-06-05T19:35:45.246" v="5514" actId="20577"/>
        <pc:sldMkLst>
          <pc:docMk/>
          <pc:sldMk cId="4229477419" sldId="2147469930"/>
        </pc:sldMkLst>
      </pc:sldChg>
    </pc:docChg>
  </pc:docChgLst>
  <pc:docChgLst>
    <pc:chgData name="Andrew Albers" userId="05a0db6f-a93d-4086-9310-e241c2ed23ed" providerId="ADAL" clId="{2676AFB2-4A5A-44E4-A31D-5022E82A47A1}"/>
    <pc:docChg chg="undo custSel addSld delSld modSld sldOrd">
      <pc:chgData name="Andrew Albers" userId="05a0db6f-a93d-4086-9310-e241c2ed23ed" providerId="ADAL" clId="{2676AFB2-4A5A-44E4-A31D-5022E82A47A1}" dt="2025-05-05T19:03:33.048" v="2245" actId="20577"/>
      <pc:docMkLst>
        <pc:docMk/>
      </pc:docMkLst>
      <pc:sldChg chg="modSp mod">
        <pc:chgData name="Andrew Albers" userId="05a0db6f-a93d-4086-9310-e241c2ed23ed" providerId="ADAL" clId="{2676AFB2-4A5A-44E4-A31D-5022E82A47A1}" dt="2025-05-05T19:03:33.048" v="2245" actId="20577"/>
        <pc:sldMkLst>
          <pc:docMk/>
          <pc:sldMk cId="2181956486" sldId="256"/>
        </pc:sldMkLst>
      </pc:sldChg>
      <pc:sldChg chg="modSp mod">
        <pc:chgData name="Andrew Albers" userId="05a0db6f-a93d-4086-9310-e241c2ed23ed" providerId="ADAL" clId="{2676AFB2-4A5A-44E4-A31D-5022E82A47A1}" dt="2025-04-17T18:07:55.499" v="219" actId="20577"/>
        <pc:sldMkLst>
          <pc:docMk/>
          <pc:sldMk cId="1635881331" sldId="259"/>
        </pc:sldMkLst>
      </pc:sldChg>
      <pc:sldChg chg="del">
        <pc:chgData name="Andrew Albers" userId="05a0db6f-a93d-4086-9310-e241c2ed23ed" providerId="ADAL" clId="{2676AFB2-4A5A-44E4-A31D-5022E82A47A1}" dt="2025-04-17T16:45:24.393" v="180" actId="47"/>
        <pc:sldMkLst>
          <pc:docMk/>
          <pc:sldMk cId="2379444036" sldId="262"/>
        </pc:sldMkLst>
      </pc:sldChg>
      <pc:sldChg chg="add del">
        <pc:chgData name="Andrew Albers" userId="05a0db6f-a93d-4086-9310-e241c2ed23ed" providerId="ADAL" clId="{2676AFB2-4A5A-44E4-A31D-5022E82A47A1}" dt="2025-04-17T19:26:41.513" v="2177" actId="47"/>
        <pc:sldMkLst>
          <pc:docMk/>
          <pc:sldMk cId="1385431110" sldId="263"/>
        </pc:sldMkLst>
      </pc:sldChg>
      <pc:sldChg chg="del">
        <pc:chgData name="Andrew Albers" userId="05a0db6f-a93d-4086-9310-e241c2ed23ed" providerId="ADAL" clId="{2676AFB2-4A5A-44E4-A31D-5022E82A47A1}" dt="2025-04-17T19:26:43.270" v="2178" actId="47"/>
        <pc:sldMkLst>
          <pc:docMk/>
          <pc:sldMk cId="3996308554" sldId="264"/>
        </pc:sldMkLst>
      </pc:sldChg>
      <pc:sldChg chg="add del">
        <pc:chgData name="Andrew Albers" userId="05a0db6f-a93d-4086-9310-e241c2ed23ed" providerId="ADAL" clId="{2676AFB2-4A5A-44E4-A31D-5022E82A47A1}" dt="2025-04-17T19:26:39.243" v="2175" actId="47"/>
        <pc:sldMkLst>
          <pc:docMk/>
          <pc:sldMk cId="1660683684" sldId="272"/>
        </pc:sldMkLst>
      </pc:sldChg>
      <pc:sldChg chg="del">
        <pc:chgData name="Andrew Albers" userId="05a0db6f-a93d-4086-9310-e241c2ed23ed" providerId="ADAL" clId="{2676AFB2-4A5A-44E4-A31D-5022E82A47A1}" dt="2025-04-17T16:41:44.554" v="153" actId="47"/>
        <pc:sldMkLst>
          <pc:docMk/>
          <pc:sldMk cId="2901160637" sldId="274"/>
        </pc:sldMkLst>
      </pc:sldChg>
      <pc:sldChg chg="add del">
        <pc:chgData name="Andrew Albers" userId="05a0db6f-a93d-4086-9310-e241c2ed23ed" providerId="ADAL" clId="{2676AFB2-4A5A-44E4-A31D-5022E82A47A1}" dt="2025-04-17T19:26:40.467" v="2176" actId="47"/>
        <pc:sldMkLst>
          <pc:docMk/>
          <pc:sldMk cId="2658098196" sldId="277"/>
        </pc:sldMkLst>
      </pc:sldChg>
      <pc:sldChg chg="del">
        <pc:chgData name="Andrew Albers" userId="05a0db6f-a93d-4086-9310-e241c2ed23ed" providerId="ADAL" clId="{2676AFB2-4A5A-44E4-A31D-5022E82A47A1}" dt="2025-04-17T16:45:25.581" v="181" actId="47"/>
        <pc:sldMkLst>
          <pc:docMk/>
          <pc:sldMk cId="1116137402" sldId="278"/>
        </pc:sldMkLst>
      </pc:sldChg>
      <pc:sldChg chg="add del">
        <pc:chgData name="Andrew Albers" userId="05a0db6f-a93d-4086-9310-e241c2ed23ed" providerId="ADAL" clId="{2676AFB2-4A5A-44E4-A31D-5022E82A47A1}" dt="2025-04-17T19:26:37.844" v="2174" actId="47"/>
        <pc:sldMkLst>
          <pc:docMk/>
          <pc:sldMk cId="2079012354" sldId="279"/>
        </pc:sldMkLst>
      </pc:sldChg>
      <pc:sldChg chg="del">
        <pc:chgData name="Andrew Albers" userId="05a0db6f-a93d-4086-9310-e241c2ed23ed" providerId="ADAL" clId="{2676AFB2-4A5A-44E4-A31D-5022E82A47A1}" dt="2025-04-17T19:26:44.692" v="2179" actId="47"/>
        <pc:sldMkLst>
          <pc:docMk/>
          <pc:sldMk cId="984083080" sldId="280"/>
        </pc:sldMkLst>
      </pc:sldChg>
      <pc:sldChg chg="del">
        <pc:chgData name="Andrew Albers" userId="05a0db6f-a93d-4086-9310-e241c2ed23ed" providerId="ADAL" clId="{2676AFB2-4A5A-44E4-A31D-5022E82A47A1}" dt="2025-04-17T19:28:18.186" v="2185" actId="47"/>
        <pc:sldMkLst>
          <pc:docMk/>
          <pc:sldMk cId="3906565222" sldId="2147469849"/>
        </pc:sldMkLst>
      </pc:sldChg>
      <pc:sldChg chg="del">
        <pc:chgData name="Andrew Albers" userId="05a0db6f-a93d-4086-9310-e241c2ed23ed" providerId="ADAL" clId="{2676AFB2-4A5A-44E4-A31D-5022E82A47A1}" dt="2025-04-17T19:27:02.267" v="2183" actId="47"/>
        <pc:sldMkLst>
          <pc:docMk/>
          <pc:sldMk cId="3833674747" sldId="2147469853"/>
        </pc:sldMkLst>
      </pc:sldChg>
      <pc:sldChg chg="del">
        <pc:chgData name="Andrew Albers" userId="05a0db6f-a93d-4086-9310-e241c2ed23ed" providerId="ADAL" clId="{2676AFB2-4A5A-44E4-A31D-5022E82A47A1}" dt="2025-04-17T19:27:03.320" v="2184" actId="47"/>
        <pc:sldMkLst>
          <pc:docMk/>
          <pc:sldMk cId="3096303819" sldId="2147469859"/>
        </pc:sldMkLst>
      </pc:sldChg>
      <pc:sldChg chg="del">
        <pc:chgData name="Andrew Albers" userId="05a0db6f-a93d-4086-9310-e241c2ed23ed" providerId="ADAL" clId="{2676AFB2-4A5A-44E4-A31D-5022E82A47A1}" dt="2025-04-17T19:28:26.122" v="2187" actId="47"/>
        <pc:sldMkLst>
          <pc:docMk/>
          <pc:sldMk cId="4015218864" sldId="2147469872"/>
        </pc:sldMkLst>
      </pc:sldChg>
      <pc:sldChg chg="del">
        <pc:chgData name="Andrew Albers" userId="05a0db6f-a93d-4086-9310-e241c2ed23ed" providerId="ADAL" clId="{2676AFB2-4A5A-44E4-A31D-5022E82A47A1}" dt="2025-04-17T19:28:27.973" v="2188" actId="47"/>
        <pc:sldMkLst>
          <pc:docMk/>
          <pc:sldMk cId="2635820762" sldId="2147469873"/>
        </pc:sldMkLst>
      </pc:sldChg>
      <pc:sldChg chg="del">
        <pc:chgData name="Andrew Albers" userId="05a0db6f-a93d-4086-9310-e241c2ed23ed" providerId="ADAL" clId="{2676AFB2-4A5A-44E4-A31D-5022E82A47A1}" dt="2025-04-17T19:28:21.068" v="2186" actId="47"/>
        <pc:sldMkLst>
          <pc:docMk/>
          <pc:sldMk cId="2235235484" sldId="2147469875"/>
        </pc:sldMkLst>
      </pc:sldChg>
      <pc:sldChg chg="del">
        <pc:chgData name="Andrew Albers" userId="05a0db6f-a93d-4086-9310-e241c2ed23ed" providerId="ADAL" clId="{2676AFB2-4A5A-44E4-A31D-5022E82A47A1}" dt="2025-04-17T19:26:59.019" v="2181" actId="47"/>
        <pc:sldMkLst>
          <pc:docMk/>
          <pc:sldMk cId="522795473" sldId="2147469885"/>
        </pc:sldMkLst>
      </pc:sldChg>
      <pc:sldChg chg="del">
        <pc:chgData name="Andrew Albers" userId="05a0db6f-a93d-4086-9310-e241c2ed23ed" providerId="ADAL" clId="{2676AFB2-4A5A-44E4-A31D-5022E82A47A1}" dt="2025-04-17T19:27:00.836" v="2182" actId="47"/>
        <pc:sldMkLst>
          <pc:docMk/>
          <pc:sldMk cId="1952507436" sldId="2147469886"/>
        </pc:sldMkLst>
      </pc:sldChg>
      <pc:sldChg chg="del">
        <pc:chgData name="Andrew Albers" userId="05a0db6f-a93d-4086-9310-e241c2ed23ed" providerId="ADAL" clId="{2676AFB2-4A5A-44E4-A31D-5022E82A47A1}" dt="2025-04-17T19:28:29.029" v="2189" actId="47"/>
        <pc:sldMkLst>
          <pc:docMk/>
          <pc:sldMk cId="3592306970" sldId="2147469887"/>
        </pc:sldMkLst>
      </pc:sldChg>
      <pc:sldChg chg="del">
        <pc:chgData name="Andrew Albers" userId="05a0db6f-a93d-4086-9310-e241c2ed23ed" providerId="ADAL" clId="{2676AFB2-4A5A-44E4-A31D-5022E82A47A1}" dt="2025-04-17T19:26:57.421" v="2180" actId="47"/>
        <pc:sldMkLst>
          <pc:docMk/>
          <pc:sldMk cId="3486580683" sldId="2147469888"/>
        </pc:sldMkLst>
      </pc:sldChg>
      <pc:sldChg chg="delSp modSp mod">
        <pc:chgData name="Andrew Albers" userId="05a0db6f-a93d-4086-9310-e241c2ed23ed" providerId="ADAL" clId="{2676AFB2-4A5A-44E4-A31D-5022E82A47A1}" dt="2025-04-17T18:08:02.583" v="229" actId="20577"/>
        <pc:sldMkLst>
          <pc:docMk/>
          <pc:sldMk cId="3291269963" sldId="2147469889"/>
        </pc:sldMkLst>
      </pc:sldChg>
      <pc:sldChg chg="del">
        <pc:chgData name="Andrew Albers" userId="05a0db6f-a93d-4086-9310-e241c2ed23ed" providerId="ADAL" clId="{2676AFB2-4A5A-44E4-A31D-5022E82A47A1}" dt="2025-04-17T16:40:44.509" v="98" actId="47"/>
        <pc:sldMkLst>
          <pc:docMk/>
          <pc:sldMk cId="3573563435" sldId="2147469890"/>
        </pc:sldMkLst>
      </pc:sldChg>
      <pc:sldChg chg="del">
        <pc:chgData name="Andrew Albers" userId="05a0db6f-a93d-4086-9310-e241c2ed23ed" providerId="ADAL" clId="{2676AFB2-4A5A-44E4-A31D-5022E82A47A1}" dt="2025-04-17T16:40:40.639" v="96" actId="47"/>
        <pc:sldMkLst>
          <pc:docMk/>
          <pc:sldMk cId="3382956385" sldId="2147469891"/>
        </pc:sldMkLst>
      </pc:sldChg>
      <pc:sldChg chg="del">
        <pc:chgData name="Andrew Albers" userId="05a0db6f-a93d-4086-9310-e241c2ed23ed" providerId="ADAL" clId="{2676AFB2-4A5A-44E4-A31D-5022E82A47A1}" dt="2025-04-17T16:40:42.393" v="97" actId="47"/>
        <pc:sldMkLst>
          <pc:docMk/>
          <pc:sldMk cId="3162923012" sldId="2147469892"/>
        </pc:sldMkLst>
      </pc:sldChg>
      <pc:sldChg chg="modSp add del mod ord">
        <pc:chgData name="Andrew Albers" userId="05a0db6f-a93d-4086-9310-e241c2ed23ed" providerId="ADAL" clId="{2676AFB2-4A5A-44E4-A31D-5022E82A47A1}" dt="2025-04-17T18:09:54.177" v="288" actId="20577"/>
        <pc:sldMkLst>
          <pc:docMk/>
          <pc:sldMk cId="272191530" sldId="2147469900"/>
        </pc:sldMkLst>
      </pc:sldChg>
      <pc:sldChg chg="del">
        <pc:chgData name="Andrew Albers" userId="05a0db6f-a93d-4086-9310-e241c2ed23ed" providerId="ADAL" clId="{2676AFB2-4A5A-44E4-A31D-5022E82A47A1}" dt="2025-04-17T16:41:41.824" v="152" actId="47"/>
        <pc:sldMkLst>
          <pc:docMk/>
          <pc:sldMk cId="641711193" sldId="2147469902"/>
        </pc:sldMkLst>
      </pc:sldChg>
      <pc:sldChg chg="modSp add mod">
        <pc:chgData name="Andrew Albers" userId="05a0db6f-a93d-4086-9310-e241c2ed23ed" providerId="ADAL" clId="{2676AFB2-4A5A-44E4-A31D-5022E82A47A1}" dt="2025-04-17T16:41:32.138" v="151" actId="20577"/>
        <pc:sldMkLst>
          <pc:docMk/>
          <pc:sldMk cId="213056789" sldId="2147469909"/>
        </pc:sldMkLst>
      </pc:sldChg>
      <pc:sldChg chg="modSp add mod">
        <pc:chgData name="Andrew Albers" userId="05a0db6f-a93d-4086-9310-e241c2ed23ed" providerId="ADAL" clId="{2676AFB2-4A5A-44E4-A31D-5022E82A47A1}" dt="2025-04-17T16:45:20.407" v="179" actId="20577"/>
        <pc:sldMkLst>
          <pc:docMk/>
          <pc:sldMk cId="824158616" sldId="2147469910"/>
        </pc:sldMkLst>
      </pc:sldChg>
      <pc:sldChg chg="delSp modSp add mod ord">
        <pc:chgData name="Andrew Albers" userId="05a0db6f-a93d-4086-9310-e241c2ed23ed" providerId="ADAL" clId="{2676AFB2-4A5A-44E4-A31D-5022E82A47A1}" dt="2025-04-17T18:31:36.348" v="1210" actId="478"/>
        <pc:sldMkLst>
          <pc:docMk/>
          <pc:sldMk cId="2439582351" sldId="2147469911"/>
        </pc:sldMkLst>
      </pc:sldChg>
      <pc:sldChg chg="delSp modSp add mod ord">
        <pc:chgData name="Andrew Albers" userId="05a0db6f-a93d-4086-9310-e241c2ed23ed" providerId="ADAL" clId="{2676AFB2-4A5A-44E4-A31D-5022E82A47A1}" dt="2025-04-17T19:21:08.927" v="2173" actId="313"/>
        <pc:sldMkLst>
          <pc:docMk/>
          <pc:sldMk cId="1146671792" sldId="2147469912"/>
        </pc:sldMkLst>
      </pc:sldChg>
      <pc:sldChg chg="modSp add mod">
        <pc:chgData name="Andrew Albers" userId="05a0db6f-a93d-4086-9310-e241c2ed23ed" providerId="ADAL" clId="{2676AFB2-4A5A-44E4-A31D-5022E82A47A1}" dt="2025-04-17T18:09:40.973" v="269" actId="20577"/>
        <pc:sldMkLst>
          <pc:docMk/>
          <pc:sldMk cId="203859818" sldId="2147469913"/>
        </pc:sldMkLst>
      </pc:sldChg>
      <pc:sldChg chg="modSp add mod">
        <pc:chgData name="Andrew Albers" userId="05a0db6f-a93d-4086-9310-e241c2ed23ed" providerId="ADAL" clId="{2676AFB2-4A5A-44E4-A31D-5022E82A47A1}" dt="2025-04-17T18:09:48.825" v="282" actId="20577"/>
        <pc:sldMkLst>
          <pc:docMk/>
          <pc:sldMk cId="1471249835" sldId="2147469914"/>
        </pc:sldMkLst>
      </pc:sldChg>
      <pc:sldChg chg="addSp delSp modSp add mod modNotesTx">
        <pc:chgData name="Andrew Albers" userId="05a0db6f-a93d-4086-9310-e241c2ed23ed" providerId="ADAL" clId="{2676AFB2-4A5A-44E4-A31D-5022E82A47A1}" dt="2025-04-17T18:33:57.291" v="1396"/>
        <pc:sldMkLst>
          <pc:docMk/>
          <pc:sldMk cId="1165046288" sldId="2147469915"/>
        </pc:sldMkLst>
      </pc:sldChg>
      <pc:sldChg chg="addSp delSp modSp new mod modTransition modMedia modClrScheme delAnim chgLayout modNotesTx">
        <pc:chgData name="Andrew Albers" userId="05a0db6f-a93d-4086-9310-e241c2ed23ed" providerId="ADAL" clId="{2676AFB2-4A5A-44E4-A31D-5022E82A47A1}" dt="2025-04-17T19:12:32.809" v="1946" actId="20577"/>
        <pc:sldMkLst>
          <pc:docMk/>
          <pc:sldMk cId="54957035" sldId="2147469916"/>
        </pc:sldMkLst>
      </pc:sldChg>
      <pc:sldChg chg="addSp delSp modSp add mod">
        <pc:chgData name="Andrew Albers" userId="05a0db6f-a93d-4086-9310-e241c2ed23ed" providerId="ADAL" clId="{2676AFB2-4A5A-44E4-A31D-5022E82A47A1}" dt="2025-04-17T19:21:00.058" v="2172" actId="478"/>
        <pc:sldMkLst>
          <pc:docMk/>
          <pc:sldMk cId="349524020" sldId="2147469917"/>
        </pc:sldMkLst>
      </pc:sldChg>
      <pc:sldChg chg="modSp mod">
        <pc:chgData name="Andrew Albers" userId="05a0db6f-a93d-4086-9310-e241c2ed23ed" providerId="ADAL" clId="{2676AFB2-4A5A-44E4-A31D-5022E82A47A1}" dt="2025-04-22T16:00:34.452" v="2240" actId="20577"/>
        <pc:sldMkLst>
          <pc:docMk/>
          <pc:sldMk cId="2593775031" sldId="214746991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F4A134-D1E1-48C7-8D52-300A0775AF83}" type="datetimeFigureOut">
              <a:rPr lang="en-US"/>
              <a:t>6/12/2025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09229F-6F41-4CC3-A51C-EB832A3392C5}" type="slidenum">
              <a:rPr lang="en-US"/>
              <a:t>‹#›</a:t>
            </a:fld>
            <a:endParaRPr lang="en-US"/>
          </a:p>
        </p:txBody>
      </p:sp>
    </p:spTree>
    <p:extLst>
      <p:ext uri="{BB962C8B-B14F-4D97-AF65-F5344CB8AC3E}">
        <p14:creationId xmlns:p14="http://schemas.microsoft.com/office/powerpoint/2010/main" val="42238920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learn.microsoft.com/en-us/azure/aks/use-vertical-pod-autoscaler" TargetMode="External"/><Relationship Id="rId2" Type="http://schemas.openxmlformats.org/officeDocument/2006/relationships/slide" Target="../slides/slide11.xml"/><Relationship Id="rId1" Type="http://schemas.openxmlformats.org/officeDocument/2006/relationships/notesMaster" Target="../notesMasters/notesMaster1.xml"/><Relationship Id="rId5" Type="http://schemas.openxmlformats.org/officeDocument/2006/relationships/hyperlink" Target="https://learn.microsoft.com/en-us/azure/aks/vertical-pod-autoscaler" TargetMode="External"/><Relationship Id="rId4" Type="http://schemas.openxmlformats.org/officeDocument/2006/relationships/hyperlink" Target="https://github.com/FairwindsOps/goldilocks"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artifacthub.io/" TargetMode="External"/><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learn.microsoft.com/en-us/azure/aks/cost-analysis" TargetMode="External"/><Relationship Id="rId2" Type="http://schemas.openxmlformats.org/officeDocument/2006/relationships/slide" Target="../slides/slide32.xml"/><Relationship Id="rId1" Type="http://schemas.openxmlformats.org/officeDocument/2006/relationships/notesMaster" Target="../notesMasters/notesMaster1.xml"/><Relationship Id="rId6" Type="http://schemas.openxmlformats.org/officeDocument/2006/relationships/hyperlink" Target="https://blog.aks.azure.com/2024/12/04/mirrord-on-aks" TargetMode="External"/><Relationship Id="rId5" Type="http://schemas.openxmlformats.org/officeDocument/2006/relationships/hyperlink" Target="https://metalbear.co/mirrord/" TargetMode="External"/><Relationship Id="rId4" Type="http://schemas.openxmlformats.org/officeDocument/2006/relationships/hyperlink" Target="https://learn.microsoft.com/en-us/azure/aks/use-telepresence-aks" TargetMode="Externa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1</a:t>
            </a:fld>
            <a:endParaRPr lang="en-US"/>
          </a:p>
        </p:txBody>
      </p:sp>
      <p:sp>
        <p:nvSpPr>
          <p:cNvPr id="3" name="Date Placeholder 2">
            <a:extLst>
              <a:ext uri="{FF2B5EF4-FFF2-40B4-BE49-F238E27FC236}">
                <a16:creationId xmlns:a16="http://schemas.microsoft.com/office/drawing/2014/main" id="{82C0C817-6383-40C6-A619-A7F43126961B}"/>
              </a:ext>
            </a:extLst>
          </p:cNvPr>
          <p:cNvSpPr>
            <a:spLocks noGrp="1"/>
          </p:cNvSpPr>
          <p:nvPr>
            <p:ph type="dt" idx="12"/>
          </p:nvPr>
        </p:nvSpPr>
        <p:spPr/>
        <p:txBody>
          <a:bodyPr/>
          <a:lstStyle/>
          <a:p>
            <a:fld id="{93F0BA74-B6B0-4726-B93D-848B68F9209C}" type="datetime1">
              <a:rPr lang="en-US"/>
              <a:t>6/12/2025</a:t>
            </a:fld>
            <a:endParaRPr lang="en-US"/>
          </a:p>
        </p:txBody>
      </p:sp>
      <p:sp>
        <p:nvSpPr>
          <p:cNvPr id="8" name="Slide Image Placeholder 7">
            <a:extLst>
              <a:ext uri="{FF2B5EF4-FFF2-40B4-BE49-F238E27FC236}">
                <a16:creationId xmlns:a16="http://schemas.microsoft.com/office/drawing/2014/main" id="{F98C1305-7F63-4C5E-9604-A0FF494BE45D}"/>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9BFE94D2-9DA0-437E-8011-0DB757A5E8DD}"/>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A24C5275-F675-4BEB-AAB5-B95AC3507DD6}"/>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20902067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67087899-B757-42DD-BFAC-FD8FB9602085}"/>
              </a:ext>
            </a:extLst>
          </p:cNvPr>
          <p:cNvSpPr>
            <a:spLocks noGrp="1"/>
          </p:cNvSpPr>
          <p:nvPr>
            <p:ph type="sldNum" sz="quarter" idx="10"/>
          </p:nvPr>
        </p:nvSpPr>
        <p:spPr/>
        <p:txBody>
          <a:bodyPr/>
          <a:lstStyle/>
          <a:p>
            <a:fld id="{F475C4C8-7DEA-455A-9336-A4C7DB3AE516}" type="slidenum">
              <a:rPr lang="en-US"/>
              <a:pPr/>
              <a:t>2</a:t>
            </a:fld>
            <a:endParaRPr lang="en-US"/>
          </a:p>
        </p:txBody>
      </p:sp>
      <p:sp>
        <p:nvSpPr>
          <p:cNvPr id="3" name="Date Placeholder 2">
            <a:extLst>
              <a:ext uri="{FF2B5EF4-FFF2-40B4-BE49-F238E27FC236}">
                <a16:creationId xmlns:a16="http://schemas.microsoft.com/office/drawing/2014/main" id="{2A3279EF-EF08-4E77-A509-F922EC61A8AC}"/>
              </a:ext>
            </a:extLst>
          </p:cNvPr>
          <p:cNvSpPr>
            <a:spLocks noGrp="1"/>
          </p:cNvSpPr>
          <p:nvPr>
            <p:ph type="dt" idx="12"/>
          </p:nvPr>
        </p:nvSpPr>
        <p:spPr/>
        <p:txBody>
          <a:bodyPr/>
          <a:lstStyle/>
          <a:p>
            <a:fld id="{DB0F5A79-03C7-4F04-B936-1D8348BF7B8D}" type="datetime1">
              <a:rPr lang="en-US"/>
              <a:t>6/12/2025</a:t>
            </a:fld>
            <a:endParaRPr lang="en-US"/>
          </a:p>
        </p:txBody>
      </p:sp>
      <p:sp>
        <p:nvSpPr>
          <p:cNvPr id="10" name="Slide Image Placeholder 9">
            <a:extLst>
              <a:ext uri="{FF2B5EF4-FFF2-40B4-BE49-F238E27FC236}">
                <a16:creationId xmlns:a16="http://schemas.microsoft.com/office/drawing/2014/main" id="{71623331-4C35-4EFF-9868-F85DF8DB4AAA}"/>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D4BB9EA6-88F5-449F-9E36-08AD1C866DB2}"/>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Header Placeholder 3">
            <a:extLst>
              <a:ext uri="{FF2B5EF4-FFF2-40B4-BE49-F238E27FC236}">
                <a16:creationId xmlns:a16="http://schemas.microsoft.com/office/drawing/2014/main" id="{1B5D50AE-A09E-4DDD-9B13-A2619C0E3244}"/>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31613028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3</a:t>
            </a:fld>
            <a:endParaRPr lang="en-US"/>
          </a:p>
        </p:txBody>
      </p:sp>
      <p:sp>
        <p:nvSpPr>
          <p:cNvPr id="6" name="Date Placeholder 5">
            <a:extLst>
              <a:ext uri="{FF2B5EF4-FFF2-40B4-BE49-F238E27FC236}">
                <a16:creationId xmlns:a16="http://schemas.microsoft.com/office/drawing/2014/main" id="{B5F0A125-1411-481C-8C57-BA8508D6EF94}"/>
              </a:ext>
            </a:extLst>
          </p:cNvPr>
          <p:cNvSpPr>
            <a:spLocks noGrp="1"/>
          </p:cNvSpPr>
          <p:nvPr>
            <p:ph type="dt" idx="12"/>
          </p:nvPr>
        </p:nvSpPr>
        <p:spPr/>
        <p:txBody>
          <a:bodyPr/>
          <a:lstStyle/>
          <a:p>
            <a:fld id="{520EDEF9-34DC-43EF-A96E-E4BC67A143AE}" type="datetime1">
              <a:rPr lang="en-US"/>
              <a:t>6/12/2025</a:t>
            </a:fld>
            <a:endParaRPr lang="en-US"/>
          </a:p>
        </p:txBody>
      </p:sp>
      <p:sp>
        <p:nvSpPr>
          <p:cNvPr id="10" name="Slide Image Placeholder 9">
            <a:extLst>
              <a:ext uri="{FF2B5EF4-FFF2-40B4-BE49-F238E27FC236}">
                <a16:creationId xmlns:a16="http://schemas.microsoft.com/office/drawing/2014/main" id="{E2E78E2F-5A11-492B-863A-333FCB8BF99A}"/>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F562AF71-297A-4E14-905B-9BC87AF9311A}"/>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2" name="Header Placeholder 1">
            <a:extLst>
              <a:ext uri="{FF2B5EF4-FFF2-40B4-BE49-F238E27FC236}">
                <a16:creationId xmlns:a16="http://schemas.microsoft.com/office/drawing/2014/main" id="{EE816882-27D1-47C1-B2DF-390182831B42}"/>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40314765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4</a:t>
            </a:fld>
            <a:endParaRPr lang="en-US"/>
          </a:p>
        </p:txBody>
      </p:sp>
      <p:sp>
        <p:nvSpPr>
          <p:cNvPr id="3" name="Date Placeholder 2">
            <a:extLst>
              <a:ext uri="{FF2B5EF4-FFF2-40B4-BE49-F238E27FC236}">
                <a16:creationId xmlns:a16="http://schemas.microsoft.com/office/drawing/2014/main" id="{253F21FE-6D90-469E-9047-D9E85B68DF6B}"/>
              </a:ext>
            </a:extLst>
          </p:cNvPr>
          <p:cNvSpPr>
            <a:spLocks noGrp="1"/>
          </p:cNvSpPr>
          <p:nvPr>
            <p:ph type="dt" idx="12"/>
          </p:nvPr>
        </p:nvSpPr>
        <p:spPr/>
        <p:txBody>
          <a:bodyPr/>
          <a:lstStyle/>
          <a:p>
            <a:fld id="{E57E3D00-9D4C-429E-9A61-DDFE4F2097D5}" type="datetime1">
              <a:rPr lang="en-US"/>
              <a:t>6/12/2025</a:t>
            </a:fld>
            <a:endParaRPr lang="en-US"/>
          </a:p>
        </p:txBody>
      </p:sp>
      <p:sp>
        <p:nvSpPr>
          <p:cNvPr id="8" name="Slide Image Placeholder 7">
            <a:extLst>
              <a:ext uri="{FF2B5EF4-FFF2-40B4-BE49-F238E27FC236}">
                <a16:creationId xmlns:a16="http://schemas.microsoft.com/office/drawing/2014/main" id="{C7B11183-186A-4BBC-B2F8-7884666DA151}"/>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7F5BB2EB-6EC5-46BF-B848-AF78DF3313FB}"/>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D2DE8FA8-BD65-4569-8095-2AAA0C0CEA0A}"/>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17387535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Compressible means it can be stretched to satisfy demand</a:t>
            </a:r>
          </a:p>
          <a:p>
            <a:endParaRPr lang="en-US" dirty="0"/>
          </a:p>
        </p:txBody>
      </p:sp>
      <p:sp>
        <p:nvSpPr>
          <p:cNvPr id="4" name="Slide Number Placeholder 3"/>
          <p:cNvSpPr>
            <a:spLocks noGrp="1"/>
          </p:cNvSpPr>
          <p:nvPr>
            <p:ph type="sldNum" sz="quarter" idx="5"/>
          </p:nvPr>
        </p:nvSpPr>
        <p:spPr/>
        <p:txBody>
          <a:bodyPr/>
          <a:lstStyle/>
          <a:p>
            <a:fld id="{2625FF2B-9848-40D4-A961-E928D17E1660}" type="slidenum">
              <a:rPr lang="en-US" smtClean="0"/>
              <a:t>7</a:t>
            </a:fld>
            <a:endParaRPr lang="en-US"/>
          </a:p>
        </p:txBody>
      </p:sp>
    </p:spTree>
    <p:extLst>
      <p:ext uri="{BB962C8B-B14F-4D97-AF65-F5344CB8AC3E}">
        <p14:creationId xmlns:p14="http://schemas.microsoft.com/office/powerpoint/2010/main" val="4581880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DF52E-C79E-0298-7076-A0F27435D4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27A672-8F64-DDC8-15C1-386128FBFF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AA27CF-ACC5-05F6-7B8D-3C5136CBE35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Run the demo script: </a:t>
            </a:r>
            <a:r>
              <a:rPr lang="en-US" b="1" dirty="0"/>
              <a:t>\Demos\Module7\demo-resources.ps1</a:t>
            </a:r>
            <a:endParaRPr lang="en-US" dirty="0"/>
          </a:p>
        </p:txBody>
      </p:sp>
      <p:sp>
        <p:nvSpPr>
          <p:cNvPr id="4" name="Slide Number Placeholder 3">
            <a:extLst>
              <a:ext uri="{FF2B5EF4-FFF2-40B4-BE49-F238E27FC236}">
                <a16:creationId xmlns:a16="http://schemas.microsoft.com/office/drawing/2014/main" id="{410F7A56-A31D-B16A-1513-675CDC7DD667}"/>
              </a:ext>
            </a:extLst>
          </p:cNvPr>
          <p:cNvSpPr>
            <a:spLocks noGrp="1"/>
          </p:cNvSpPr>
          <p:nvPr>
            <p:ph type="sldNum" sz="quarter" idx="5"/>
          </p:nvPr>
        </p:nvSpPr>
        <p:spPr/>
        <p:txBody>
          <a:bodyPr/>
          <a:lstStyle/>
          <a:p>
            <a:fld id="{1D09229F-6F41-4CC3-A51C-EB832A3392C5}" type="slidenum">
              <a:rPr lang="en-US" smtClean="0"/>
              <a:t>10</a:t>
            </a:fld>
            <a:endParaRPr lang="en-US"/>
          </a:p>
        </p:txBody>
      </p:sp>
    </p:spTree>
    <p:extLst>
      <p:ext uri="{BB962C8B-B14F-4D97-AF65-F5344CB8AC3E}">
        <p14:creationId xmlns:p14="http://schemas.microsoft.com/office/powerpoint/2010/main" val="31699587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Opportunity:  </a:t>
            </a:r>
          </a:p>
          <a:p>
            <a:r>
              <a:rPr lang="en-US" dirty="0"/>
              <a:t>Follow the linked MS learn article to setup the VPA and demo how it works from the included Add on</a:t>
            </a:r>
          </a:p>
          <a:p>
            <a:r>
              <a:rPr lang="en-US" dirty="0">
                <a:hlinkClick r:id="rId3"/>
              </a:rPr>
              <a:t>Use the Vertical Pod </a:t>
            </a:r>
            <a:r>
              <a:rPr lang="en-US" dirty="0" err="1">
                <a:hlinkClick r:id="rId3"/>
              </a:rPr>
              <a:t>Autoscaler</a:t>
            </a:r>
            <a:r>
              <a:rPr lang="en-US" dirty="0">
                <a:hlinkClick r:id="rId3"/>
              </a:rPr>
              <a:t> in Azure Kubernetes Service (AKS) - Azure Kubernetes Service | Microsoft Learn</a:t>
            </a:r>
            <a:endParaRPr lang="en-US" dirty="0"/>
          </a:p>
          <a:p>
            <a:endParaRPr lang="en-US" dirty="0"/>
          </a:p>
          <a:p>
            <a:r>
              <a:rPr lang="en-US" dirty="0"/>
              <a:t>Other alternatives are the </a:t>
            </a:r>
            <a:r>
              <a:rPr lang="en-US" dirty="0" err="1"/>
              <a:t>fairwinds</a:t>
            </a:r>
            <a:r>
              <a:rPr lang="en-US" dirty="0"/>
              <a:t> goldilocks for UI based demo</a:t>
            </a:r>
          </a:p>
          <a:p>
            <a:r>
              <a:rPr lang="en-US" dirty="0" err="1">
                <a:hlinkClick r:id="rId4"/>
              </a:rPr>
              <a:t>FairwindsOps</a:t>
            </a:r>
            <a:r>
              <a:rPr lang="en-US" dirty="0">
                <a:hlinkClick r:id="rId4"/>
              </a:rPr>
              <a:t>/goldilocks: Get your resource requests "Just Right"</a:t>
            </a:r>
            <a:endParaRPr lang="en-US" dirty="0"/>
          </a:p>
          <a:p>
            <a:endParaRPr lang="en-US" dirty="0"/>
          </a:p>
          <a:p>
            <a:endParaRPr lang="en-US" dirty="0"/>
          </a:p>
          <a:p>
            <a:endParaRPr lang="en-US" dirty="0"/>
          </a:p>
          <a:p>
            <a:r>
              <a:rPr lang="en-US" dirty="0"/>
              <a:t>Additional reading</a:t>
            </a:r>
          </a:p>
          <a:p>
            <a:endParaRPr lang="en-US" dirty="0"/>
          </a:p>
          <a:p>
            <a:r>
              <a:rPr lang="en-US" dirty="0">
                <a:hlinkClick r:id="rId5"/>
              </a:rPr>
              <a:t>Vertical pod autoscaling in Azure Kubernetes Service (AKS) - Azure Kubernetes Service | Microsoft Learn</a:t>
            </a:r>
            <a:endParaRPr lang="en-US" dirty="0"/>
          </a:p>
        </p:txBody>
      </p:sp>
      <p:sp>
        <p:nvSpPr>
          <p:cNvPr id="4" name="Slide Number Placeholder 3"/>
          <p:cNvSpPr>
            <a:spLocks noGrp="1"/>
          </p:cNvSpPr>
          <p:nvPr>
            <p:ph type="sldNum" sz="quarter" idx="5"/>
          </p:nvPr>
        </p:nvSpPr>
        <p:spPr/>
        <p:txBody>
          <a:bodyPr/>
          <a:lstStyle/>
          <a:p>
            <a:fld id="{1D09229F-6F41-4CC3-A51C-EB832A3392C5}" type="slidenum">
              <a:rPr lang="en-US" smtClean="0"/>
              <a:t>11</a:t>
            </a:fld>
            <a:endParaRPr lang="en-US"/>
          </a:p>
        </p:txBody>
      </p:sp>
    </p:spTree>
    <p:extLst>
      <p:ext uri="{BB962C8B-B14F-4D97-AF65-F5344CB8AC3E}">
        <p14:creationId xmlns:p14="http://schemas.microsoft.com/office/powerpoint/2010/main" val="40466182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C4F98-2890-D779-8A3C-D5E4A3448D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A07796-C410-501A-5D20-325328AA7B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FF921D-1927-7198-2DF4-A43BB5A4213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Talk about how HPA works and show off the different available scalers for KEDA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Run the demo script: </a:t>
            </a:r>
            <a:r>
              <a:rPr lang="en-US" b="1" dirty="0"/>
              <a:t>\Demos\Module7\demo-hpa-resources.ps1</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Run the demo script: </a:t>
            </a:r>
            <a:r>
              <a:rPr lang="en-US" b="1" dirty="0"/>
              <a:t>\Demos\Module7\demo-keda-rabbitmq.ps1</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95CD794C-28F9-8476-9D4C-DE2A19F4858F}"/>
              </a:ext>
            </a:extLst>
          </p:cNvPr>
          <p:cNvSpPr>
            <a:spLocks noGrp="1"/>
          </p:cNvSpPr>
          <p:nvPr>
            <p:ph type="sldNum" sz="quarter" idx="5"/>
          </p:nvPr>
        </p:nvSpPr>
        <p:spPr/>
        <p:txBody>
          <a:bodyPr/>
          <a:lstStyle/>
          <a:p>
            <a:fld id="{1D09229F-6F41-4CC3-A51C-EB832A3392C5}" type="slidenum">
              <a:rPr lang="en-US" smtClean="0"/>
              <a:t>16</a:t>
            </a:fld>
            <a:endParaRPr lang="en-US"/>
          </a:p>
        </p:txBody>
      </p:sp>
    </p:spTree>
    <p:extLst>
      <p:ext uri="{BB962C8B-B14F-4D97-AF65-F5344CB8AC3E}">
        <p14:creationId xmlns:p14="http://schemas.microsoft.com/office/powerpoint/2010/main" val="1225317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2C0CB-E1EA-51E9-237F-5F965F1DD3D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3078E93-4F89-4075-DFD5-F82EE05B6BE1}"/>
              </a:ext>
            </a:extLst>
          </p:cNvPr>
          <p:cNvSpPr>
            <a:spLocks noGrp="1"/>
          </p:cNvSpPr>
          <p:nvPr>
            <p:ph type="sldNum" sz="quarter" idx="10"/>
          </p:nvPr>
        </p:nvSpPr>
        <p:spPr/>
        <p:txBody>
          <a:bodyPr/>
          <a:lstStyle/>
          <a:p>
            <a:fld id="{F475C4C8-7DEA-455A-9336-A4C7DB3AE516}" type="slidenum">
              <a:rPr lang="en-US"/>
              <a:pPr/>
              <a:t>17</a:t>
            </a:fld>
            <a:endParaRPr lang="en-US"/>
          </a:p>
        </p:txBody>
      </p:sp>
      <p:sp>
        <p:nvSpPr>
          <p:cNvPr id="3" name="Date Placeholder 2">
            <a:extLst>
              <a:ext uri="{FF2B5EF4-FFF2-40B4-BE49-F238E27FC236}">
                <a16:creationId xmlns:a16="http://schemas.microsoft.com/office/drawing/2014/main" id="{CFE2C507-B61D-D0B4-F193-CB3AAFAD3D63}"/>
              </a:ext>
            </a:extLst>
          </p:cNvPr>
          <p:cNvSpPr>
            <a:spLocks noGrp="1"/>
          </p:cNvSpPr>
          <p:nvPr>
            <p:ph type="dt" idx="12"/>
          </p:nvPr>
        </p:nvSpPr>
        <p:spPr/>
        <p:txBody>
          <a:bodyPr/>
          <a:lstStyle/>
          <a:p>
            <a:fld id="{E57E3D00-9D4C-429E-9A61-DDFE4F2097D5}" type="datetime1">
              <a:rPr lang="en-US"/>
              <a:t>6/12/2025</a:t>
            </a:fld>
            <a:endParaRPr lang="en-US"/>
          </a:p>
        </p:txBody>
      </p:sp>
      <p:sp>
        <p:nvSpPr>
          <p:cNvPr id="8" name="Slide Image Placeholder 7">
            <a:extLst>
              <a:ext uri="{FF2B5EF4-FFF2-40B4-BE49-F238E27FC236}">
                <a16:creationId xmlns:a16="http://schemas.microsoft.com/office/drawing/2014/main" id="{5D32D97F-A12A-6B15-76BB-ABD3060B4690}"/>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21AA7DAF-17C4-70FE-4615-3131592AA84E}"/>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6A36E95D-B282-2305-2B71-131B2212BD8F}"/>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28780513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625FF2B-9848-40D4-A961-E928D17E1660}" type="slidenum">
              <a:rPr lang="en-US" smtClean="0"/>
              <a:t>19</a:t>
            </a:fld>
            <a:endParaRPr lang="en-US"/>
          </a:p>
        </p:txBody>
      </p:sp>
    </p:spTree>
    <p:extLst>
      <p:ext uri="{BB962C8B-B14F-4D97-AF65-F5344CB8AC3E}">
        <p14:creationId xmlns:p14="http://schemas.microsoft.com/office/powerpoint/2010/main" val="5527619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625FF2B-9848-40D4-A961-E928D17E1660}" type="slidenum">
              <a:rPr lang="en-US" smtClean="0"/>
              <a:t>20</a:t>
            </a:fld>
            <a:endParaRPr lang="en-US"/>
          </a:p>
        </p:txBody>
      </p:sp>
    </p:spTree>
    <p:extLst>
      <p:ext uri="{BB962C8B-B14F-4D97-AF65-F5344CB8AC3E}">
        <p14:creationId xmlns:p14="http://schemas.microsoft.com/office/powerpoint/2010/main" val="37523615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625FF2B-9848-40D4-A961-E928D17E1660}" type="slidenum">
              <a:rPr lang="en-US" smtClean="0"/>
              <a:t>21</a:t>
            </a:fld>
            <a:endParaRPr lang="en-US"/>
          </a:p>
        </p:txBody>
      </p:sp>
    </p:spTree>
    <p:extLst>
      <p:ext uri="{BB962C8B-B14F-4D97-AF65-F5344CB8AC3E}">
        <p14:creationId xmlns:p14="http://schemas.microsoft.com/office/powerpoint/2010/main" val="8368117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A60ED-BC1D-DE35-1032-994C450D50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4080BE-C967-9FF6-67B4-A69926A965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9B5C8E-040A-E1D5-FE5B-37FA4EC4B09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Run the demo script: </a:t>
            </a:r>
            <a:r>
              <a:rPr lang="en-US" b="1" dirty="0"/>
              <a:t>\Demos\Module6\demo-taint-tolerations.ps1</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Talk about the solutions for taints and tolerations</a:t>
            </a:r>
          </a:p>
        </p:txBody>
      </p:sp>
      <p:sp>
        <p:nvSpPr>
          <p:cNvPr id="4" name="Slide Number Placeholder 3">
            <a:extLst>
              <a:ext uri="{FF2B5EF4-FFF2-40B4-BE49-F238E27FC236}">
                <a16:creationId xmlns:a16="http://schemas.microsoft.com/office/drawing/2014/main" id="{F4FDB7BE-BBE9-F3C6-716F-27EB1386E5FC}"/>
              </a:ext>
            </a:extLst>
          </p:cNvPr>
          <p:cNvSpPr>
            <a:spLocks noGrp="1"/>
          </p:cNvSpPr>
          <p:nvPr>
            <p:ph type="sldNum" sz="quarter" idx="5"/>
          </p:nvPr>
        </p:nvSpPr>
        <p:spPr/>
        <p:txBody>
          <a:bodyPr/>
          <a:lstStyle/>
          <a:p>
            <a:fld id="{1D09229F-6F41-4CC3-A51C-EB832A3392C5}" type="slidenum">
              <a:rPr lang="en-US" smtClean="0"/>
              <a:t>22</a:t>
            </a:fld>
            <a:endParaRPr lang="en-US"/>
          </a:p>
        </p:txBody>
      </p:sp>
    </p:spTree>
    <p:extLst>
      <p:ext uri="{BB962C8B-B14F-4D97-AF65-F5344CB8AC3E}">
        <p14:creationId xmlns:p14="http://schemas.microsoft.com/office/powerpoint/2010/main" val="32452358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955F6-C868-A275-4447-2C0CB744F1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F14D0E-53C9-1BC3-F03A-CC18B370CD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88198C-3BF2-7DA8-FAE9-EBC80F9DF69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Run the demo script: </a:t>
            </a:r>
            <a:r>
              <a:rPr lang="en-US" b="1" dirty="0"/>
              <a:t>\Demos\Module6\demo-affinity-volume.ps1</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Run the demo script: </a:t>
            </a:r>
            <a:r>
              <a:rPr lang="en-US" b="1" dirty="0"/>
              <a:t>\Demos\Module6\demo-anti-affinity-stateful-set.ps1</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CD086700-8848-9FEF-8856-2E1CFBF6FD1A}"/>
              </a:ext>
            </a:extLst>
          </p:cNvPr>
          <p:cNvSpPr>
            <a:spLocks noGrp="1"/>
          </p:cNvSpPr>
          <p:nvPr>
            <p:ph type="sldNum" sz="quarter" idx="5"/>
          </p:nvPr>
        </p:nvSpPr>
        <p:spPr/>
        <p:txBody>
          <a:bodyPr/>
          <a:lstStyle/>
          <a:p>
            <a:fld id="{1D09229F-6F41-4CC3-A51C-EB832A3392C5}" type="slidenum">
              <a:rPr lang="en-US" smtClean="0"/>
              <a:t>26</a:t>
            </a:fld>
            <a:endParaRPr lang="en-US"/>
          </a:p>
        </p:txBody>
      </p:sp>
    </p:spTree>
    <p:extLst>
      <p:ext uri="{BB962C8B-B14F-4D97-AF65-F5344CB8AC3E}">
        <p14:creationId xmlns:p14="http://schemas.microsoft.com/office/powerpoint/2010/main" val="31730052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US" sz="2400" dirty="0"/>
              <a:t>There are two types of disruptions that can remove a running Pod:</a:t>
            </a:r>
          </a:p>
          <a:p>
            <a:pPr marL="342900" indent="-342900">
              <a:buFont typeface="Arial" panose="020B0604020202020204" pitchFamily="34" charset="0"/>
              <a:buChar char="•"/>
            </a:pPr>
            <a:r>
              <a:rPr lang="en-US" sz="2400" b="1" dirty="0"/>
              <a:t>Involuntary Disruptions </a:t>
            </a:r>
            <a:r>
              <a:rPr lang="en-US" sz="2400" dirty="0"/>
              <a:t>– Possible causes:</a:t>
            </a:r>
          </a:p>
          <a:p>
            <a:pPr marL="685800" lvl="1" indent="-344488">
              <a:spcBef>
                <a:spcPts val="0"/>
              </a:spcBef>
              <a:buFont typeface="Arial" panose="020B0604020202020204" pitchFamily="34" charset="0"/>
              <a:buChar char="•"/>
            </a:pPr>
            <a:r>
              <a:rPr lang="en-US" sz="1800" dirty="0"/>
              <a:t>A hardware failure of the physical machine backing the node</a:t>
            </a:r>
          </a:p>
          <a:p>
            <a:pPr marL="685800" lvl="1" indent="-344488">
              <a:spcBef>
                <a:spcPts val="0"/>
              </a:spcBef>
              <a:buFont typeface="Arial" panose="020B0604020202020204" pitchFamily="34" charset="0"/>
              <a:buChar char="•"/>
            </a:pPr>
            <a:r>
              <a:rPr lang="en-US" sz="1800" dirty="0"/>
              <a:t>Cluster administrator deletes VM (instance) by mistake</a:t>
            </a:r>
          </a:p>
          <a:p>
            <a:pPr marL="685800" lvl="1" indent="-344488">
              <a:spcBef>
                <a:spcPts val="0"/>
              </a:spcBef>
              <a:buFont typeface="Arial" panose="020B0604020202020204" pitchFamily="34" charset="0"/>
              <a:buChar char="•"/>
            </a:pPr>
            <a:r>
              <a:rPr lang="en-US" sz="1800" dirty="0"/>
              <a:t>Node disappears from the cluster due to cluster network partition</a:t>
            </a:r>
          </a:p>
          <a:p>
            <a:pPr marL="685800" lvl="1" indent="-344488">
              <a:spcBef>
                <a:spcPts val="0"/>
              </a:spcBef>
              <a:buFont typeface="Arial" panose="020B0604020202020204" pitchFamily="34" charset="0"/>
              <a:buChar char="•"/>
            </a:pPr>
            <a:r>
              <a:rPr lang="en-US" sz="1800" dirty="0"/>
              <a:t>Eviction of a pod due to the node being out-of-resources.</a:t>
            </a:r>
          </a:p>
          <a:p>
            <a:pPr marL="342900" indent="-342900">
              <a:buFont typeface="Arial" panose="020B0604020202020204" pitchFamily="34" charset="0"/>
              <a:buChar char="•"/>
            </a:pPr>
            <a:r>
              <a:rPr lang="en-US" sz="2400" b="1" dirty="0"/>
              <a:t>Voluntary Disruptions </a:t>
            </a:r>
            <a:r>
              <a:rPr lang="en-US" sz="2400" dirty="0"/>
              <a:t>– Possible causes:</a:t>
            </a:r>
          </a:p>
          <a:p>
            <a:pPr marL="682625" lvl="1" indent="-341313">
              <a:spcBef>
                <a:spcPts val="600"/>
              </a:spcBef>
              <a:spcAft>
                <a:spcPts val="0"/>
              </a:spcAft>
              <a:buFont typeface="Arial" panose="020B0604020202020204" pitchFamily="34" charset="0"/>
              <a:buChar char="•"/>
            </a:pPr>
            <a:r>
              <a:rPr lang="en-US" sz="1800" dirty="0"/>
              <a:t>Deleting the deployment or other controller that manages the Pod</a:t>
            </a:r>
          </a:p>
          <a:p>
            <a:pPr marL="682625" lvl="1" indent="-341313">
              <a:spcBef>
                <a:spcPts val="600"/>
              </a:spcBef>
              <a:spcAft>
                <a:spcPts val="0"/>
              </a:spcAft>
              <a:buFont typeface="Arial" panose="020B0604020202020204" pitchFamily="34" charset="0"/>
              <a:buChar char="•"/>
            </a:pPr>
            <a:r>
              <a:rPr lang="en-US" sz="1800" dirty="0"/>
              <a:t>Updating a deployment's pod template causing a restart</a:t>
            </a:r>
          </a:p>
          <a:p>
            <a:pPr marL="682625" lvl="1" indent="-341313">
              <a:spcBef>
                <a:spcPts val="600"/>
              </a:spcBef>
              <a:spcAft>
                <a:spcPts val="0"/>
              </a:spcAft>
              <a:buFont typeface="Arial" panose="020B0604020202020204" pitchFamily="34" charset="0"/>
              <a:buChar char="•"/>
            </a:pPr>
            <a:r>
              <a:rPr lang="en-US" sz="1800" dirty="0"/>
              <a:t>Draining a node for repair or upgrade.</a:t>
            </a:r>
          </a:p>
          <a:p>
            <a:pPr marL="682625" lvl="1" indent="-341313">
              <a:spcBef>
                <a:spcPts val="600"/>
              </a:spcBef>
              <a:spcAft>
                <a:spcPts val="0"/>
              </a:spcAft>
              <a:buFont typeface="Arial" panose="020B0604020202020204" pitchFamily="34" charset="0"/>
              <a:buChar char="•"/>
            </a:pPr>
            <a:r>
              <a:rPr lang="en-US" sz="1800" dirty="0"/>
              <a:t>Draining a node from a cluster to scale the cluster down (Cluster Autoscaling).</a:t>
            </a:r>
          </a:p>
          <a:p>
            <a:pPr marL="682625" lvl="1" indent="-341313">
              <a:spcBef>
                <a:spcPts val="600"/>
              </a:spcBef>
              <a:spcAft>
                <a:spcPts val="0"/>
              </a:spcAft>
              <a:buFont typeface="Arial" panose="020B0604020202020204" pitchFamily="34" charset="0"/>
              <a:buChar char="•"/>
            </a:pPr>
            <a:r>
              <a:rPr lang="en-US" sz="1800" dirty="0"/>
              <a:t>Removing a pod from a node to permit something else to fit on that node.</a:t>
            </a:r>
          </a:p>
          <a:p>
            <a:endParaRPr lang="en-US" dirty="0"/>
          </a:p>
        </p:txBody>
      </p:sp>
      <p:sp>
        <p:nvSpPr>
          <p:cNvPr id="4" name="Slide Number Placeholder 3"/>
          <p:cNvSpPr>
            <a:spLocks noGrp="1"/>
          </p:cNvSpPr>
          <p:nvPr>
            <p:ph type="sldNum" sz="quarter" idx="5"/>
          </p:nvPr>
        </p:nvSpPr>
        <p:spPr/>
        <p:txBody>
          <a:bodyPr/>
          <a:lstStyle/>
          <a:p>
            <a:fld id="{1D09229F-6F41-4CC3-A51C-EB832A3392C5}" type="slidenum">
              <a:rPr lang="en-US" smtClean="0"/>
              <a:t>27</a:t>
            </a:fld>
            <a:endParaRPr lang="en-US"/>
          </a:p>
        </p:txBody>
      </p:sp>
    </p:spTree>
    <p:extLst>
      <p:ext uri="{BB962C8B-B14F-4D97-AF65-F5344CB8AC3E}">
        <p14:creationId xmlns:p14="http://schemas.microsoft.com/office/powerpoint/2010/main" val="32691143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helm and a helm chart to show off how it works and the general structure.</a:t>
            </a:r>
          </a:p>
          <a:p>
            <a:endParaRPr lang="en-US" dirty="0"/>
          </a:p>
          <a:p>
            <a:r>
              <a:rPr lang="en-US" dirty="0"/>
              <a:t>Show off the helm chart artifact hub </a:t>
            </a:r>
            <a:r>
              <a:rPr lang="en-US" dirty="0">
                <a:hlinkClick r:id="rId3"/>
              </a:rPr>
              <a:t>Artifact Hub</a:t>
            </a: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1D09229F-6F41-4CC3-A51C-EB832A3392C5}" type="slidenum">
              <a:rPr lang="en-US" smtClean="0"/>
              <a:t>30</a:t>
            </a:fld>
            <a:endParaRPr lang="en-US"/>
          </a:p>
        </p:txBody>
      </p:sp>
    </p:spTree>
    <p:extLst>
      <p:ext uri="{BB962C8B-B14F-4D97-AF65-F5344CB8AC3E}">
        <p14:creationId xmlns:p14="http://schemas.microsoft.com/office/powerpoint/2010/main" val="27240491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Demos recommended for k9s and shell completion for kubectl if setup beforehand</a:t>
            </a:r>
          </a:p>
          <a:p>
            <a:endParaRPr lang="en-US" dirty="0"/>
          </a:p>
          <a:p>
            <a:r>
              <a:rPr lang="en-US" dirty="0"/>
              <a:t>K9s demo would be the most appropriate</a:t>
            </a:r>
          </a:p>
        </p:txBody>
      </p:sp>
      <p:sp>
        <p:nvSpPr>
          <p:cNvPr id="4" name="Slide Number Placeholder 3"/>
          <p:cNvSpPr>
            <a:spLocks noGrp="1"/>
          </p:cNvSpPr>
          <p:nvPr>
            <p:ph type="sldNum" sz="quarter" idx="5"/>
          </p:nvPr>
        </p:nvSpPr>
        <p:spPr/>
        <p:txBody>
          <a:bodyPr/>
          <a:lstStyle/>
          <a:p>
            <a:fld id="{1D09229F-6F41-4CC3-A51C-EB832A3392C5}" type="slidenum">
              <a:rPr lang="en-US" smtClean="0"/>
              <a:t>31</a:t>
            </a:fld>
            <a:endParaRPr lang="en-US"/>
          </a:p>
        </p:txBody>
      </p:sp>
    </p:spTree>
    <p:extLst>
      <p:ext uri="{BB962C8B-B14F-4D97-AF65-F5344CB8AC3E}">
        <p14:creationId xmlns:p14="http://schemas.microsoft.com/office/powerpoint/2010/main" val="42091815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VS code AKS integration!</a:t>
            </a:r>
          </a:p>
          <a:p>
            <a:endParaRPr lang="en-US" dirty="0"/>
          </a:p>
          <a:p>
            <a:r>
              <a:rPr lang="en-US" dirty="0"/>
              <a:t>OSS:</a:t>
            </a:r>
          </a:p>
          <a:p>
            <a:endParaRPr lang="en-US" dirty="0"/>
          </a:p>
          <a:p>
            <a:r>
              <a:rPr lang="en-US" b="1" dirty="0"/>
              <a:t>Kyverno</a:t>
            </a:r>
          </a:p>
          <a:p>
            <a:r>
              <a:rPr lang="en-US" dirty="0"/>
              <a:t>Kubernetes policy engine that can validate, mutate, generate and clean up configs using the k8s admission controller. Popular and widely used tool. Can be used in tandem with azure policy and gatekeeper.</a:t>
            </a:r>
          </a:p>
          <a:p>
            <a:endParaRPr lang="en-US" dirty="0"/>
          </a:p>
          <a:p>
            <a:r>
              <a:rPr lang="en-US" b="1" dirty="0"/>
              <a:t>Dapr</a:t>
            </a:r>
          </a:p>
          <a:p>
            <a:r>
              <a:rPr lang="en-US" b="0" dirty="0"/>
              <a:t>Distributed Application Runtime. </a:t>
            </a:r>
            <a:r>
              <a:rPr lang="en-US" sz="1200" b="0" i="0" kern="1200" dirty="0">
                <a:solidFill>
                  <a:schemeClr val="tx1"/>
                </a:solidFill>
                <a:effectLst/>
                <a:latin typeface="+mn-lt"/>
                <a:ea typeface="+mn-ea"/>
                <a:cs typeface="+mn-cs"/>
              </a:rPr>
              <a:t>Dapr is a portable, event-driven runtime that makes it easy for any developer to build resilient, stateless and stateful applications that run on the cloud and edge and embraces the diversity of languages and developer frameworks. Leveraging the benefits of a sidecar architecture, Dapr helps you tackle the challenges that come with building microservices and keeps your code platform agnostic.</a:t>
            </a:r>
            <a:endParaRPr lang="en-US" b="0" dirty="0"/>
          </a:p>
          <a:p>
            <a:endParaRPr lang="en-US" dirty="0"/>
          </a:p>
          <a:p>
            <a:r>
              <a:rPr lang="en-US" b="1" dirty="0"/>
              <a:t>Opencost</a:t>
            </a:r>
          </a:p>
          <a:p>
            <a:r>
              <a:rPr lang="en-US" b="0" dirty="0"/>
              <a:t>Provides visibility into current and historical Kubernetes and cloud spend and resource allocation. The AKS Cost analysis addon uses this project!</a:t>
            </a:r>
          </a:p>
          <a:p>
            <a:r>
              <a:rPr lang="en-US" dirty="0">
                <a:hlinkClick r:id="rId3"/>
              </a:rPr>
              <a:t>Azure Kubernetes Service (AKS) cost analysis - Azure Kubernetes Service | Microsoft Learn</a:t>
            </a:r>
            <a:endParaRPr lang="en-US" b="1" dirty="0"/>
          </a:p>
          <a:p>
            <a:endParaRPr lang="en-US" dirty="0"/>
          </a:p>
          <a:p>
            <a:r>
              <a:rPr lang="en-US" b="1" dirty="0"/>
              <a:t>Kubeshark</a:t>
            </a:r>
          </a:p>
          <a:p>
            <a:r>
              <a:rPr lang="en-US" b="0" dirty="0"/>
              <a:t>Wireshark for Kubernetes. Provides network visibility into the Kubernetes cluster for </a:t>
            </a:r>
            <a:r>
              <a:rPr lang="en-US" b="0" dirty="0" err="1"/>
              <a:t>realtime</a:t>
            </a:r>
            <a:r>
              <a:rPr lang="en-US" b="0" dirty="0"/>
              <a:t>, protocol visibility into the Kubernetes network. Can inspect internal and external cluster connections, API calls, and data in transit. </a:t>
            </a:r>
          </a:p>
          <a:p>
            <a:endParaRPr lang="en-US" dirty="0"/>
          </a:p>
          <a:p>
            <a:r>
              <a:rPr lang="en-US" b="1" dirty="0"/>
              <a:t>Terrascan</a:t>
            </a:r>
          </a:p>
          <a:p>
            <a:r>
              <a:rPr lang="en-US" dirty="0"/>
              <a:t>Static code analyzer for </a:t>
            </a:r>
            <a:r>
              <a:rPr lang="en-US" dirty="0" err="1"/>
              <a:t>IaC</a:t>
            </a:r>
            <a:r>
              <a:rPr lang="en-US" dirty="0"/>
              <a:t>. Looks for misconfigurations in code. Great for k8s manifests and </a:t>
            </a:r>
            <a:r>
              <a:rPr lang="en-US" dirty="0" err="1"/>
              <a:t>dockerfiles</a:t>
            </a:r>
            <a:endParaRPr lang="en-US" dirty="0"/>
          </a:p>
          <a:p>
            <a:endParaRPr lang="en-US" dirty="0"/>
          </a:p>
          <a:p>
            <a:r>
              <a:rPr lang="en-US" b="1" dirty="0"/>
              <a:t>Telepresence</a:t>
            </a:r>
          </a:p>
          <a:p>
            <a:r>
              <a:rPr lang="en-US" sz="1200" b="0" i="0" kern="1200" dirty="0">
                <a:solidFill>
                  <a:schemeClr val="tx1"/>
                </a:solidFill>
                <a:effectLst/>
                <a:latin typeface="+mn-lt"/>
                <a:ea typeface="+mn-ea"/>
                <a:cs typeface="+mn-cs"/>
              </a:rPr>
              <a:t>Telepresence is an open source tool that enables you to set up remote development environments for Kubernetes where you can still use all of your favorite local tools like IDEs, debuggers, and profilers.</a:t>
            </a:r>
            <a:endParaRPr lang="en-US" dirty="0"/>
          </a:p>
          <a:p>
            <a:r>
              <a:rPr lang="en-US" dirty="0">
                <a:hlinkClick r:id="rId4"/>
              </a:rPr>
              <a:t>Use Telepresence to develop and test microservices locally - Azure Kubernetes Service | Microsoft Learn</a:t>
            </a:r>
            <a:endParaRPr lang="en-US" dirty="0"/>
          </a:p>
          <a:p>
            <a:endParaRPr lang="en-US" dirty="0"/>
          </a:p>
          <a:p>
            <a:endParaRPr lang="en-US" dirty="0"/>
          </a:p>
          <a:p>
            <a:r>
              <a:rPr lang="en-US" b="1" dirty="0"/>
              <a:t>Mirrord</a:t>
            </a:r>
          </a:p>
          <a:p>
            <a:r>
              <a:rPr lang="en-US" sz="1200" b="0" i="0" u="sng" kern="1200" dirty="0">
                <a:solidFill>
                  <a:schemeClr val="tx1"/>
                </a:solidFill>
                <a:effectLst/>
                <a:latin typeface="+mn-lt"/>
                <a:ea typeface="+mn-ea"/>
                <a:cs typeface="+mn-cs"/>
                <a:hlinkClick r:id="rId5"/>
              </a:rPr>
              <a:t>mirrord lets developers run local processes in the context of their Kubernetes environment</a:t>
            </a:r>
            <a:r>
              <a:rPr lang="en-US" sz="1200" b="0" i="0" kern="1200" dirty="0">
                <a:solidFill>
                  <a:schemeClr val="tx1"/>
                </a:solidFill>
                <a:effectLst/>
                <a:latin typeface="+mn-lt"/>
                <a:ea typeface="+mn-ea"/>
                <a:cs typeface="+mn-cs"/>
              </a:rPr>
              <a:t>. It’s meant to provide the benefits of running your service on a cloud environment (e.g. staging) without actually going through the hassle of deploying it there, and without disrupting the environment by deploying untested code. It comes as a Visual Studio Code extension, an IntelliJ plugin and a CLI tool</a:t>
            </a:r>
          </a:p>
          <a:p>
            <a:r>
              <a:rPr lang="en-US" sz="1200" b="0" i="0" kern="1200" dirty="0">
                <a:solidFill>
                  <a:schemeClr val="tx1"/>
                </a:solidFill>
                <a:effectLst/>
                <a:latin typeface="+mn-lt"/>
                <a:ea typeface="+mn-ea"/>
                <a:cs typeface="+mn-cs"/>
              </a:rPr>
              <a:t>AKS engineering blog post to share: </a:t>
            </a:r>
            <a:r>
              <a:rPr lang="en-US" dirty="0">
                <a:hlinkClick r:id="rId6"/>
              </a:rPr>
              <a:t>Local Development on AKS with mirrord - AKS Engineering Blog</a:t>
            </a:r>
            <a:endParaRPr lang="en-US" b="1" dirty="0"/>
          </a:p>
        </p:txBody>
      </p:sp>
      <p:sp>
        <p:nvSpPr>
          <p:cNvPr id="4" name="Slide Number Placeholder 3"/>
          <p:cNvSpPr>
            <a:spLocks noGrp="1"/>
          </p:cNvSpPr>
          <p:nvPr>
            <p:ph type="sldNum" sz="quarter" idx="5"/>
          </p:nvPr>
        </p:nvSpPr>
        <p:spPr/>
        <p:txBody>
          <a:bodyPr/>
          <a:lstStyle/>
          <a:p>
            <a:fld id="{1D09229F-6F41-4CC3-A51C-EB832A3392C5}" type="slidenum">
              <a:rPr lang="en-US" smtClean="0"/>
              <a:t>32</a:t>
            </a:fld>
            <a:endParaRPr lang="en-US"/>
          </a:p>
        </p:txBody>
      </p:sp>
    </p:spTree>
    <p:extLst>
      <p:ext uri="{BB962C8B-B14F-4D97-AF65-F5344CB8AC3E}">
        <p14:creationId xmlns:p14="http://schemas.microsoft.com/office/powerpoint/2010/main" val="33134849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smtClean="0"/>
              <a:pPr/>
              <a:t>33</a:t>
            </a:fld>
            <a:endParaRPr lang="en-US"/>
          </a:p>
        </p:txBody>
      </p:sp>
      <p:sp>
        <p:nvSpPr>
          <p:cNvPr id="3" name="Date Placeholder 2">
            <a:extLst>
              <a:ext uri="{FF2B5EF4-FFF2-40B4-BE49-F238E27FC236}">
                <a16:creationId xmlns:a16="http://schemas.microsoft.com/office/drawing/2014/main" id="{3F5CF34F-AAAC-430A-B32E-0E692172CC07}"/>
              </a:ext>
            </a:extLst>
          </p:cNvPr>
          <p:cNvSpPr>
            <a:spLocks noGrp="1"/>
          </p:cNvSpPr>
          <p:nvPr>
            <p:ph type="dt" idx="12"/>
          </p:nvPr>
        </p:nvSpPr>
        <p:spPr/>
        <p:txBody>
          <a:bodyPr/>
          <a:lstStyle/>
          <a:p>
            <a:fld id="{592BAB5C-9CDE-47A0-89B0-1BD39C8B7942}" type="datetime1">
              <a:rPr lang="en-US" smtClean="0"/>
              <a:t>6/12/2025</a:t>
            </a:fld>
            <a:endParaRPr lang="en-US"/>
          </a:p>
        </p:txBody>
      </p:sp>
      <p:sp>
        <p:nvSpPr>
          <p:cNvPr id="8" name="Slide Image Placeholder 7">
            <a:extLst>
              <a:ext uri="{FF2B5EF4-FFF2-40B4-BE49-F238E27FC236}">
                <a16:creationId xmlns:a16="http://schemas.microsoft.com/office/drawing/2014/main" id="{654651DE-103E-4094-B964-7B0DFE8C6CAE}"/>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C3520F82-A4D0-447A-A8E5-3467A10ECFD1}"/>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8EE692BC-11D2-4F9E-8DF7-B5F3979836BF}"/>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28936056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Link to lab: https://labondemand.com/LabProfile/</a:t>
            </a:r>
          </a:p>
          <a:p>
            <a:endParaRPr lang="en-US"/>
          </a:p>
          <a:p>
            <a:r>
              <a:rPr lang="en-US"/>
              <a:t>##########</a:t>
            </a:r>
          </a:p>
        </p:txBody>
      </p:sp>
      <p:sp>
        <p:nvSpPr>
          <p:cNvPr id="4" name="Slide Number Placeholder 3"/>
          <p:cNvSpPr>
            <a:spLocks noGrp="1"/>
          </p:cNvSpPr>
          <p:nvPr>
            <p:ph type="sldNum" sz="quarter" idx="10"/>
          </p:nvPr>
        </p:nvSpPr>
        <p:spPr/>
        <p:txBody>
          <a:bodyPr/>
          <a:lstStyle/>
          <a:p>
            <a:fld id="{B4008EB6-D09E-4580-8CD6-DDB14511944F}" type="slidenum">
              <a:rPr lang="en-US" smtClean="0"/>
              <a:pPr/>
              <a:t>34</a:t>
            </a:fld>
            <a:endParaRPr lang="en-US"/>
          </a:p>
        </p:txBody>
      </p:sp>
      <p:sp>
        <p:nvSpPr>
          <p:cNvPr id="5" name="Footer Placeholder 4"/>
          <p:cNvSpPr>
            <a:spLocks noGrp="1"/>
          </p:cNvSpPr>
          <p:nvPr>
            <p:ph type="ftr" sz="quarter" idx="11"/>
          </p:nvPr>
        </p:nvSpPr>
        <p:spPr/>
        <p:txBody>
          <a:bodyPr/>
          <a:lstStyle/>
          <a:p>
            <a:endParaRPr lang="en-US"/>
          </a:p>
        </p:txBody>
      </p:sp>
      <p:sp>
        <p:nvSpPr>
          <p:cNvPr id="13" name="Slide Image Placeholder 12">
            <a:extLst>
              <a:ext uri="{FF2B5EF4-FFF2-40B4-BE49-F238E27FC236}">
                <a16:creationId xmlns:a16="http://schemas.microsoft.com/office/drawing/2014/main" id="{4F029D2E-C6F0-43A8-B828-60279B978610}"/>
              </a:ext>
            </a:extLst>
          </p:cNvPr>
          <p:cNvSpPr>
            <a:spLocks noGrp="1" noRot="1" noChangeAspect="1"/>
          </p:cNvSpPr>
          <p:nvPr>
            <p:ph type="sldImg"/>
          </p:nvPr>
        </p:nvSpPr>
        <p:spPr>
          <a:xfrm>
            <a:off x="696913" y="857250"/>
            <a:ext cx="5486400" cy="3086100"/>
          </a:xfrm>
        </p:spPr>
      </p:sp>
    </p:spTree>
    <p:extLst>
      <p:ext uri="{BB962C8B-B14F-4D97-AF65-F5344CB8AC3E}">
        <p14:creationId xmlns:p14="http://schemas.microsoft.com/office/powerpoint/2010/main" val="212816827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quare phot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4200" y="2303312"/>
            <a:ext cx="7298437" cy="3046988"/>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Event name </a:t>
            </a:r>
            <a:br>
              <a:rPr lang="en-US"/>
            </a:br>
            <a:r>
              <a:rPr lang="en-US"/>
              <a:t>or presentation title here</a:t>
            </a:r>
          </a:p>
        </p:txBody>
      </p:sp>
      <p:sp>
        <p:nvSpPr>
          <p:cNvPr id="5" name="Text Placeholder 4"/>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4" name="Straight Connector 3">
            <a:extLst>
              <a:ext uri="{FF2B5EF4-FFF2-40B4-BE49-F238E27FC236}">
                <a16:creationId xmlns:a16="http://schemas.microsoft.com/office/drawing/2014/main" id="{CBA263C4-3326-E64B-9789-EDA19734D864}"/>
              </a:ext>
            </a:extLst>
          </p:cNvPr>
          <p:cNvCxnSpPr>
            <a:cxnSpLocks/>
          </p:cNvCxnSpPr>
          <p:nvPr userDrawn="1"/>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07996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Layout">
    <p:spTree>
      <p:nvGrpSpPr>
        <p:cNvPr id="1" name=""/>
        <p:cNvGrpSpPr/>
        <p:nvPr/>
      </p:nvGrpSpPr>
      <p:grpSpPr>
        <a:xfrm>
          <a:off x="0" y="0"/>
          <a:ext cx="0" cy="0"/>
          <a:chOff x="0" y="0"/>
          <a:chExt cx="0" cy="0"/>
        </a:xfrm>
      </p:grpSpPr>
      <p:sp>
        <p:nvSpPr>
          <p:cNvPr id="35" name="Footer Placeholder 4">
            <a:extLst>
              <a:ext uri="{FF2B5EF4-FFF2-40B4-BE49-F238E27FC236}">
                <a16:creationId xmlns:a16="http://schemas.microsoft.com/office/drawing/2014/main" id="{8C64960A-4B61-43E6-B400-13FC4850F81A}"/>
              </a:ext>
            </a:extLst>
          </p:cNvPr>
          <p:cNvSpPr>
            <a:spLocks noGrp="1"/>
          </p:cNvSpPr>
          <p:nvPr userDrawn="1">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6" name="Slide Number Placeholder 5">
            <a:extLst>
              <a:ext uri="{FF2B5EF4-FFF2-40B4-BE49-F238E27FC236}">
                <a16:creationId xmlns:a16="http://schemas.microsoft.com/office/drawing/2014/main" id="{4333FB6F-5C99-40E2-8D4E-1E9EE410072E}"/>
              </a:ext>
            </a:extLst>
          </p:cNvPr>
          <p:cNvSpPr>
            <a:spLocks noGrp="1"/>
          </p:cNvSpPr>
          <p:nvPr userDrawn="1">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Rectangle 1">
            <a:extLst>
              <a:ext uri="{FF2B5EF4-FFF2-40B4-BE49-F238E27FC236}">
                <a16:creationId xmlns:a16="http://schemas.microsoft.com/office/drawing/2014/main" id="{74BEDE68-1D2D-4A40-A3F4-F77A41DD2BC0}"/>
              </a:ext>
            </a:extLst>
          </p:cNvPr>
          <p:cNvSpPr/>
          <p:nvPr userDrawn="1"/>
        </p:nvSpPr>
        <p:spPr bwMode="auto">
          <a:xfrm>
            <a:off x="1" y="0"/>
            <a:ext cx="37084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8AAF1AEC-5837-427A-AB77-EF89A45999B0}"/>
              </a:ext>
            </a:extLst>
          </p:cNvPr>
          <p:cNvSpPr>
            <a:spLocks noGrp="1"/>
          </p:cNvSpPr>
          <p:nvPr userDrawn="1">
            <p:ph type="body" sz="quarter" idx="39" hasCustomPrompt="1"/>
          </p:nvPr>
        </p:nvSpPr>
        <p:spPr>
          <a:xfrm>
            <a:off x="571500" y="3121224"/>
            <a:ext cx="2824014" cy="615553"/>
          </a:xfrm>
        </p:spPr>
        <p:txBody>
          <a:bodyPr/>
          <a:lstStyle>
            <a:lvl1pPr marL="0" indent="0">
              <a:buNone/>
              <a:defRPr sz="4000">
                <a:solidFill>
                  <a:schemeClr val="bg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Agenda</a:t>
            </a:r>
          </a:p>
        </p:txBody>
      </p:sp>
    </p:spTree>
    <p:extLst>
      <p:ext uri="{BB962C8B-B14F-4D97-AF65-F5344CB8AC3E}">
        <p14:creationId xmlns:p14="http://schemas.microsoft.com/office/powerpoint/2010/main" val="913829801"/>
      </p:ext>
    </p:extLst>
  </p:cSld>
  <p:clrMapOvr>
    <a:masterClrMapping/>
  </p:clrMapOvr>
  <p:transition>
    <p:fade/>
  </p:transition>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238259260"/>
      </p:ext>
    </p:extLst>
  </p:cSld>
  <p:clrMapOvr>
    <a:masterClrMapping/>
  </p:clrMapOvr>
  <p:transition>
    <p:fade/>
  </p:transition>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Only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2"/>
            <a:ext cx="12192000" cy="159067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59067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446209294"/>
      </p:ext>
    </p:extLst>
  </p:cSld>
  <p:clrMapOvr>
    <a:masterClrMapping/>
  </p:clrMapOvr>
  <p:transition>
    <p:fade/>
  </p:transition>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_Blue Bar_Placeholde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F141C64-E920-4DE9-A440-152373BCBA3E}"/>
              </a:ext>
              <a:ext uri="{C183D7F6-B498-43B3-948B-1728B52AA6E4}">
                <adec:decorative xmlns:adec="http://schemas.microsoft.com/office/drawing/2017/decorative" val="1"/>
              </a:ext>
            </a:extLst>
          </p:cNvPr>
          <p:cNvSpPr/>
          <p:nvPr/>
        </p:nvSpPr>
        <p:spPr bwMode="auto">
          <a:xfrm>
            <a:off x="0" y="2"/>
            <a:ext cx="12192000" cy="1429046"/>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9" name="Content Placeholder 8">
            <a:extLst>
              <a:ext uri="{FF2B5EF4-FFF2-40B4-BE49-F238E27FC236}">
                <a16:creationId xmlns:a16="http://schemas.microsoft.com/office/drawing/2014/main" id="{42582AC2-DA98-4BCB-8380-34C382DED89F}"/>
              </a:ext>
            </a:extLst>
          </p:cNvPr>
          <p:cNvSpPr>
            <a:spLocks noGrp="1"/>
          </p:cNvSpPr>
          <p:nvPr>
            <p:ph sz="quarter" idx="10" hasCustomPrompt="1"/>
          </p:nvPr>
        </p:nvSpPr>
        <p:spPr>
          <a:xfrm>
            <a:off x="6019800" y="1871663"/>
            <a:ext cx="5600700" cy="4397375"/>
          </a:xfrm>
          <a:ln w="6350">
            <a:solidFill>
              <a:schemeClr val="bg1">
                <a:lumMod val="85000"/>
              </a:schemeClr>
            </a:solidFill>
          </a:ln>
        </p:spPr>
        <p:txBody>
          <a:bodyPr/>
          <a:lstStyle>
            <a:lvl1pPr marL="0" indent="0" algn="ctr">
              <a:buNone/>
              <a:defRPr sz="1800"/>
            </a:lvl1pPr>
          </a:lstStyle>
          <a:p>
            <a:pPr lvl="0"/>
            <a:r>
              <a:rPr lang="en-US"/>
              <a:t>Place holder for report and illustration </a:t>
            </a:r>
          </a:p>
        </p:txBody>
      </p:sp>
      <p:sp>
        <p:nvSpPr>
          <p:cNvPr id="11" name="Rectangle 10">
            <a:extLst>
              <a:ext uri="{FF2B5EF4-FFF2-40B4-BE49-F238E27FC236}">
                <a16:creationId xmlns:a16="http://schemas.microsoft.com/office/drawing/2014/main" id="{3CBE3747-AB42-4DD5-A33C-42C4A70E8A91}"/>
              </a:ext>
              <a:ext uri="{C183D7F6-B498-43B3-948B-1728B52AA6E4}">
                <adec:decorative xmlns:adec="http://schemas.microsoft.com/office/drawing/2017/decorative" val="1"/>
              </a:ext>
            </a:extLst>
          </p:cNvPr>
          <p:cNvSpPr/>
          <p:nvPr userDrawn="1"/>
        </p:nvSpPr>
        <p:spPr bwMode="auto">
          <a:xfrm>
            <a:off x="0" y="1429048"/>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762578842"/>
      </p:ext>
    </p:extLst>
  </p:cSld>
  <p:clrMapOvr>
    <a:masterClrMapping/>
  </p:clrMapOvr>
  <p:transition>
    <p:fade/>
  </p:transition>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_Subtitle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accent6"/>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37091661"/>
      </p:ext>
    </p:extLst>
  </p:cSld>
  <p:clrMapOvr>
    <a:masterClrMapping/>
  </p:clrMapOvr>
  <p:transition>
    <p:fade/>
  </p:transition>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_Subtitle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1"/>
            <a:ext cx="12192000" cy="185782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80859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643951438"/>
      </p:ext>
    </p:extLst>
  </p:cSld>
  <p:clrMapOvr>
    <a:masterClrMapping/>
  </p:clrMapOvr>
  <p:transition>
    <p:fade/>
  </p:transition>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 Image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6720842"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6720842"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5854348"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720843" y="0"/>
            <a:ext cx="5471157" cy="6858000"/>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4241814854"/>
      </p:ext>
    </p:extLst>
  </p:cSld>
  <p:clrMapOvr>
    <a:masterClrMapping/>
  </p:clrMapOvr>
  <p:transition>
    <p:fade/>
  </p:transition>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alf Image_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p:nvPr userDrawn="1"/>
        </p:nvSpPr>
        <p:spPr bwMode="auto">
          <a:xfrm>
            <a:off x="0" y="801983"/>
            <a:ext cx="60198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p:nvPr userDrawn="1"/>
        </p:nvSpPr>
        <p:spPr bwMode="auto">
          <a:xfrm>
            <a:off x="0" y="1923213"/>
            <a:ext cx="60198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4555319" cy="553998"/>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019800" y="585788"/>
            <a:ext cx="5600700" cy="5686424"/>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11449845"/>
      </p:ext>
    </p:extLst>
  </p:cSld>
  <p:clrMapOvr>
    <a:masterClrMapping/>
  </p:clrMapOvr>
  <p:transition>
    <p:fade/>
  </p:transition>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121920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121920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11045019"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Tree>
    <p:extLst>
      <p:ext uri="{BB962C8B-B14F-4D97-AF65-F5344CB8AC3E}">
        <p14:creationId xmlns:p14="http://schemas.microsoft.com/office/powerpoint/2010/main" val="2983828958"/>
      </p:ext>
    </p:extLst>
  </p:cSld>
  <p:clrMapOvr>
    <a:masterClrMapping/>
  </p:clrMapOvr>
  <p:transition>
    <p:fade/>
  </p:transition>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Media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555319" cy="1107996"/>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7" name="Media Placeholder 6">
            <a:extLst>
              <a:ext uri="{FF2B5EF4-FFF2-40B4-BE49-F238E27FC236}">
                <a16:creationId xmlns:a16="http://schemas.microsoft.com/office/drawing/2014/main" id="{40EC17C2-B72D-4F57-AB81-A8295D570494}"/>
              </a:ext>
            </a:extLst>
          </p:cNvPr>
          <p:cNvSpPr>
            <a:spLocks noGrp="1"/>
          </p:cNvSpPr>
          <p:nvPr>
            <p:ph type="media" sz="quarter" idx="10"/>
          </p:nvPr>
        </p:nvSpPr>
        <p:spPr>
          <a:xfrm>
            <a:off x="6019800" y="585789"/>
            <a:ext cx="5595938" cy="5683249"/>
          </a:xfrm>
          <a:solidFill>
            <a:schemeClr val="bg1">
              <a:lumMod val="95000"/>
            </a:schemeClr>
          </a:solidFill>
          <a:ln w="6350">
            <a:solidFill>
              <a:schemeClr val="bg1">
                <a:lumMod val="75000"/>
              </a:schemeClr>
            </a:solidFill>
          </a:ln>
        </p:spPr>
        <p:txBody>
          <a:bodyPr/>
          <a:lstStyle>
            <a:lvl1pPr marL="0" indent="0" algn="ctr">
              <a:buNone/>
              <a:defRPr sz="2400"/>
            </a:lvl1pPr>
          </a:lstStyle>
          <a:p>
            <a:endParaRPr lang="en-US"/>
          </a:p>
        </p:txBody>
      </p:sp>
    </p:spTree>
    <p:extLst>
      <p:ext uri="{BB962C8B-B14F-4D97-AF65-F5344CB8AC3E}">
        <p14:creationId xmlns:p14="http://schemas.microsoft.com/office/powerpoint/2010/main" val="1210149981"/>
      </p:ext>
    </p:extLst>
  </p:cSld>
  <p:clrMapOvr>
    <a:masterClrMapping/>
  </p:clrMapOvr>
  <p:transition>
    <p:fade/>
  </p:transition>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_ Subtitle_Imag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Text Placeholder 4">
            <a:extLst>
              <a:ext uri="{FF2B5EF4-FFF2-40B4-BE49-F238E27FC236}">
                <a16:creationId xmlns:a16="http://schemas.microsoft.com/office/drawing/2014/main" id="{91F01542-314B-B94E-9E8F-3A1DCF0A8DB6}"/>
              </a:ext>
            </a:extLst>
          </p:cNvPr>
          <p:cNvSpPr>
            <a:spLocks noGrp="1"/>
          </p:cNvSpPr>
          <p:nvPr>
            <p:ph type="body" sz="quarter" idx="12" hasCustomPrompt="1"/>
          </p:nvPr>
        </p:nvSpPr>
        <p:spPr>
          <a:xfrm>
            <a:off x="584201" y="2021455"/>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5" name="Footer Placeholder 4">
            <a:extLst>
              <a:ext uri="{FF2B5EF4-FFF2-40B4-BE49-F238E27FC236}">
                <a16:creationId xmlns:a16="http://schemas.microsoft.com/office/drawing/2014/main" id="{9981877A-366D-46E8-9609-C14F4158122B}"/>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452A6145-AE34-4B2D-8774-7F978143283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848455879"/>
      </p:ext>
    </p:extLst>
  </p:cSld>
  <p:clrMapOvr>
    <a:masterClrMapping/>
  </p:clrMapOvr>
  <p:transition>
    <p:fade/>
  </p:transition>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_Subtitle_Content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cxnSp>
        <p:nvCxnSpPr>
          <p:cNvPr id="9" name="Straight Connector 8">
            <a:extLst>
              <a:ext uri="{FF2B5EF4-FFF2-40B4-BE49-F238E27FC236}">
                <a16:creationId xmlns:a16="http://schemas.microsoft.com/office/drawing/2014/main" id="{6F2A71D1-F09E-8842-AD05-950FE1498381}"/>
              </a:ext>
            </a:extLst>
          </p:cNvPr>
          <p:cNvCxnSpPr>
            <a:cxnSpLocks/>
          </p:cNvCxnSpPr>
          <p:nvPr/>
        </p:nvCxnSpPr>
        <p:spPr>
          <a:xfrm>
            <a:off x="6134100" y="585968"/>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DB10EA9-1316-2045-BA8E-85DFEBC1CDE2}"/>
              </a:ext>
            </a:extLst>
          </p:cNvPr>
          <p:cNvCxnSpPr>
            <a:cxnSpLocks/>
          </p:cNvCxnSpPr>
          <p:nvPr/>
        </p:nvCxnSpPr>
        <p:spPr>
          <a:xfrm>
            <a:off x="6134100" y="1830139"/>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65D8CB-54F7-4447-8E24-547CD549E6B4}"/>
              </a:ext>
            </a:extLst>
          </p:cNvPr>
          <p:cNvCxnSpPr>
            <a:cxnSpLocks/>
          </p:cNvCxnSpPr>
          <p:nvPr/>
        </p:nvCxnSpPr>
        <p:spPr>
          <a:xfrm>
            <a:off x="6134100" y="2067045"/>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8CD7834-4D7C-9D47-9858-3F2CCB9CB277}"/>
              </a:ext>
            </a:extLst>
          </p:cNvPr>
          <p:cNvCxnSpPr>
            <a:cxnSpLocks/>
          </p:cNvCxnSpPr>
          <p:nvPr/>
        </p:nvCxnSpPr>
        <p:spPr>
          <a:xfrm>
            <a:off x="6134100" y="3311216"/>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0AAA53A-6964-724E-8791-53DB0D3A9CBE}"/>
              </a:ext>
            </a:extLst>
          </p:cNvPr>
          <p:cNvCxnSpPr>
            <a:cxnSpLocks/>
          </p:cNvCxnSpPr>
          <p:nvPr/>
        </p:nvCxnSpPr>
        <p:spPr>
          <a:xfrm>
            <a:off x="6134100" y="3548122"/>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6C9BCD5-4167-604D-974D-68A3F8999BF9}"/>
              </a:ext>
            </a:extLst>
          </p:cNvPr>
          <p:cNvCxnSpPr>
            <a:cxnSpLocks/>
          </p:cNvCxnSpPr>
          <p:nvPr/>
        </p:nvCxnSpPr>
        <p:spPr>
          <a:xfrm>
            <a:off x="6134100" y="4792293"/>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225880F-4EDA-2B41-BA63-105ABFF6A823}"/>
              </a:ext>
            </a:extLst>
          </p:cNvPr>
          <p:cNvCxnSpPr>
            <a:cxnSpLocks/>
          </p:cNvCxnSpPr>
          <p:nvPr/>
        </p:nvCxnSpPr>
        <p:spPr>
          <a:xfrm>
            <a:off x="6134100" y="5029200"/>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61EB7D1-AE0B-C24F-8957-3260EC322FDA}"/>
              </a:ext>
            </a:extLst>
          </p:cNvPr>
          <p:cNvCxnSpPr>
            <a:cxnSpLocks/>
          </p:cNvCxnSpPr>
          <p:nvPr/>
        </p:nvCxnSpPr>
        <p:spPr>
          <a:xfrm>
            <a:off x="6134100" y="6273371"/>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6" name="Text Placeholder 4">
            <a:extLst>
              <a:ext uri="{FF2B5EF4-FFF2-40B4-BE49-F238E27FC236}">
                <a16:creationId xmlns:a16="http://schemas.microsoft.com/office/drawing/2014/main" id="{E3D5A23B-648C-AC47-B8BD-EE892612B02C}"/>
              </a:ext>
            </a:extLst>
          </p:cNvPr>
          <p:cNvSpPr>
            <a:spLocks noGrp="1"/>
          </p:cNvSpPr>
          <p:nvPr>
            <p:ph type="body" sz="quarter" idx="13" hasCustomPrompt="1"/>
          </p:nvPr>
        </p:nvSpPr>
        <p:spPr>
          <a:xfrm>
            <a:off x="7378275" y="2314728"/>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28" name="Text Placeholder 4">
            <a:extLst>
              <a:ext uri="{FF2B5EF4-FFF2-40B4-BE49-F238E27FC236}">
                <a16:creationId xmlns:a16="http://schemas.microsoft.com/office/drawing/2014/main" id="{052991E3-3AF8-7242-AF14-580FCDDA4CF5}"/>
              </a:ext>
            </a:extLst>
          </p:cNvPr>
          <p:cNvSpPr>
            <a:spLocks noGrp="1"/>
          </p:cNvSpPr>
          <p:nvPr>
            <p:ph type="body" sz="quarter" idx="15" hasCustomPrompt="1"/>
          </p:nvPr>
        </p:nvSpPr>
        <p:spPr>
          <a:xfrm>
            <a:off x="7378275" y="8382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0" name="Text Placeholder 4">
            <a:extLst>
              <a:ext uri="{FF2B5EF4-FFF2-40B4-BE49-F238E27FC236}">
                <a16:creationId xmlns:a16="http://schemas.microsoft.com/office/drawing/2014/main" id="{C1C221DA-B39D-734F-9219-6D344EDE4326}"/>
              </a:ext>
            </a:extLst>
          </p:cNvPr>
          <p:cNvSpPr>
            <a:spLocks noGrp="1"/>
          </p:cNvSpPr>
          <p:nvPr>
            <p:ph type="body" sz="quarter" idx="17" hasCustomPrompt="1"/>
          </p:nvPr>
        </p:nvSpPr>
        <p:spPr>
          <a:xfrm>
            <a:off x="7378275" y="38100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2" name="Text Placeholder 4">
            <a:extLst>
              <a:ext uri="{FF2B5EF4-FFF2-40B4-BE49-F238E27FC236}">
                <a16:creationId xmlns:a16="http://schemas.microsoft.com/office/drawing/2014/main" id="{7AD49206-9AA1-9545-B8DE-768C479CE37B}"/>
              </a:ext>
            </a:extLst>
          </p:cNvPr>
          <p:cNvSpPr>
            <a:spLocks noGrp="1"/>
          </p:cNvSpPr>
          <p:nvPr>
            <p:ph type="body" sz="quarter" idx="19" hasCustomPrompt="1"/>
          </p:nvPr>
        </p:nvSpPr>
        <p:spPr>
          <a:xfrm>
            <a:off x="7378275" y="52578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54" name="Title 1">
            <a:extLst>
              <a:ext uri="{FF2B5EF4-FFF2-40B4-BE49-F238E27FC236}">
                <a16:creationId xmlns:a16="http://schemas.microsoft.com/office/drawing/2014/main" id="{C749ABB7-E94C-644E-AB3E-CA66A14994E4}"/>
              </a:ext>
            </a:extLst>
          </p:cNvPr>
          <p:cNvSpPr txBox="1">
            <a:spLocks/>
          </p:cNvSpPr>
          <p:nvPr userDrawn="1"/>
        </p:nvSpPr>
        <p:spPr>
          <a:xfrm>
            <a:off x="6144904" y="65594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01</a:t>
            </a:r>
          </a:p>
        </p:txBody>
      </p:sp>
      <p:sp>
        <p:nvSpPr>
          <p:cNvPr id="55" name="Title 1">
            <a:extLst>
              <a:ext uri="{FF2B5EF4-FFF2-40B4-BE49-F238E27FC236}">
                <a16:creationId xmlns:a16="http://schemas.microsoft.com/office/drawing/2014/main" id="{AED658B1-2D11-6B40-9AC8-F40A2E8C428E}"/>
              </a:ext>
            </a:extLst>
          </p:cNvPr>
          <p:cNvSpPr txBox="1">
            <a:spLocks/>
          </p:cNvSpPr>
          <p:nvPr userDrawn="1"/>
        </p:nvSpPr>
        <p:spPr>
          <a:xfrm>
            <a:off x="6144904" y="214265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02</a:t>
            </a:r>
          </a:p>
        </p:txBody>
      </p:sp>
      <p:sp>
        <p:nvSpPr>
          <p:cNvPr id="56" name="Title 1">
            <a:extLst>
              <a:ext uri="{FF2B5EF4-FFF2-40B4-BE49-F238E27FC236}">
                <a16:creationId xmlns:a16="http://schemas.microsoft.com/office/drawing/2014/main" id="{BF28F184-936F-734E-82FF-11CF771C79D1}"/>
              </a:ext>
            </a:extLst>
          </p:cNvPr>
          <p:cNvSpPr txBox="1">
            <a:spLocks/>
          </p:cNvSpPr>
          <p:nvPr userDrawn="1"/>
        </p:nvSpPr>
        <p:spPr>
          <a:xfrm>
            <a:off x="6144904" y="3673111"/>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03</a:t>
            </a:r>
          </a:p>
        </p:txBody>
      </p:sp>
      <p:sp>
        <p:nvSpPr>
          <p:cNvPr id="57" name="Title 1">
            <a:extLst>
              <a:ext uri="{FF2B5EF4-FFF2-40B4-BE49-F238E27FC236}">
                <a16:creationId xmlns:a16="http://schemas.microsoft.com/office/drawing/2014/main" id="{50B655BD-0C6C-E84E-8F2B-004B34E870DC}"/>
              </a:ext>
            </a:extLst>
          </p:cNvPr>
          <p:cNvSpPr txBox="1">
            <a:spLocks/>
          </p:cNvSpPr>
          <p:nvPr userDrawn="1"/>
        </p:nvSpPr>
        <p:spPr>
          <a:xfrm>
            <a:off x="6144904" y="5156655"/>
            <a:ext cx="1222567" cy="1112383"/>
          </a:xfrm>
          <a:prstGeom prst="rect">
            <a:avLst/>
          </a:prstGeom>
        </p:spPr>
        <p:txBody>
          <a:bodyPr lIns="0" tIns="0" rIns="0" b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04</a:t>
            </a:r>
          </a:p>
        </p:txBody>
      </p:sp>
      <p:sp>
        <p:nvSpPr>
          <p:cNvPr id="59" name="Text Placeholder 4">
            <a:extLst>
              <a:ext uri="{FF2B5EF4-FFF2-40B4-BE49-F238E27FC236}">
                <a16:creationId xmlns:a16="http://schemas.microsoft.com/office/drawing/2014/main" id="{1CEA2372-B756-9B49-B735-65CC0C7086CE}"/>
              </a:ext>
            </a:extLst>
          </p:cNvPr>
          <p:cNvSpPr>
            <a:spLocks noGrp="1"/>
          </p:cNvSpPr>
          <p:nvPr>
            <p:ph type="body" sz="quarter" idx="12" hasCustomPrompt="1"/>
          </p:nvPr>
        </p:nvSpPr>
        <p:spPr>
          <a:xfrm>
            <a:off x="584201" y="2150957"/>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21" name="Footer Placeholder 4">
            <a:extLst>
              <a:ext uri="{FF2B5EF4-FFF2-40B4-BE49-F238E27FC236}">
                <a16:creationId xmlns:a16="http://schemas.microsoft.com/office/drawing/2014/main" id="{26601A05-B18A-4B66-A601-446933C6B1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2" name="Slide Number Placeholder 5">
            <a:extLst>
              <a:ext uri="{FF2B5EF4-FFF2-40B4-BE49-F238E27FC236}">
                <a16:creationId xmlns:a16="http://schemas.microsoft.com/office/drawing/2014/main" id="{2AF7A1D5-4923-435E-A787-BD20E0820261}"/>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332420699"/>
      </p:ext>
    </p:extLst>
  </p:cSld>
  <p:clrMapOvr>
    <a:masterClrMapping/>
  </p:clrMapOvr>
  <p:transition>
    <p:fade/>
  </p:transition>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ue shape_Title_Subtitle_Content_3 Layou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C115828-A4B2-4C63-9284-3EE9A55A556B}"/>
              </a:ext>
            </a:extLst>
          </p:cNvPr>
          <p:cNvSpPr/>
          <p:nvPr userDrawn="1"/>
        </p:nvSpPr>
        <p:spPr bwMode="auto">
          <a:xfrm>
            <a:off x="4583114" y="3477729"/>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 name="Rectangle 2">
            <a:extLst>
              <a:ext uri="{FF2B5EF4-FFF2-40B4-BE49-F238E27FC236}">
                <a16:creationId xmlns:a16="http://schemas.microsoft.com/office/drawing/2014/main" id="{42F95E0F-9554-4E8E-BECB-491620008177}"/>
              </a:ext>
            </a:extLst>
          </p:cNvPr>
          <p:cNvSpPr/>
          <p:nvPr userDrawn="1"/>
        </p:nvSpPr>
        <p:spPr bwMode="auto">
          <a:xfrm>
            <a:off x="4583114" y="585788"/>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cxnSp>
        <p:nvCxnSpPr>
          <p:cNvPr id="50" name="Straight Connector 49">
            <a:extLst>
              <a:ext uri="{FF2B5EF4-FFF2-40B4-BE49-F238E27FC236}">
                <a16:creationId xmlns:a16="http://schemas.microsoft.com/office/drawing/2014/main" id="{491ECCFF-A78D-1C4C-B06A-287BFFD18C0B}"/>
              </a:ext>
            </a:extLst>
          </p:cNvPr>
          <p:cNvCxnSpPr>
            <a:cxnSpLocks/>
          </p:cNvCxnSpPr>
          <p:nvPr/>
        </p:nvCxnSpPr>
        <p:spPr>
          <a:xfrm>
            <a:off x="4583114" y="585968"/>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518E73C-187A-004E-9315-F4550400997B}"/>
              </a:ext>
            </a:extLst>
          </p:cNvPr>
          <p:cNvCxnSpPr>
            <a:cxnSpLocks/>
          </p:cNvCxnSpPr>
          <p:nvPr/>
        </p:nvCxnSpPr>
        <p:spPr>
          <a:xfrm>
            <a:off x="4583114" y="3366839"/>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2E210D2-07B9-CE46-BAA5-0149E8DEF15F}"/>
              </a:ext>
            </a:extLst>
          </p:cNvPr>
          <p:cNvCxnSpPr>
            <a:cxnSpLocks/>
          </p:cNvCxnSpPr>
          <p:nvPr/>
        </p:nvCxnSpPr>
        <p:spPr>
          <a:xfrm>
            <a:off x="4583114" y="347772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77354CA-AA42-3C4F-BC8C-E5000F50D104}"/>
              </a:ext>
            </a:extLst>
          </p:cNvPr>
          <p:cNvCxnSpPr>
            <a:cxnSpLocks/>
          </p:cNvCxnSpPr>
          <p:nvPr/>
        </p:nvCxnSpPr>
        <p:spPr>
          <a:xfrm>
            <a:off x="4583114" y="625877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1" name="Text Placeholder 4">
            <a:extLst>
              <a:ext uri="{FF2B5EF4-FFF2-40B4-BE49-F238E27FC236}">
                <a16:creationId xmlns:a16="http://schemas.microsoft.com/office/drawing/2014/main" id="{4BD19EB2-7D8F-AC41-A8B6-1914246DD12A}"/>
              </a:ext>
            </a:extLst>
          </p:cNvPr>
          <p:cNvSpPr>
            <a:spLocks noGrp="1"/>
          </p:cNvSpPr>
          <p:nvPr userDrawn="1">
            <p:ph type="body" sz="quarter" idx="15" hasCustomPrompt="1"/>
          </p:nvPr>
        </p:nvSpPr>
        <p:spPr>
          <a:xfrm>
            <a:off x="6573838" y="853214"/>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2" name="Text Placeholder 4">
            <a:extLst>
              <a:ext uri="{FF2B5EF4-FFF2-40B4-BE49-F238E27FC236}">
                <a16:creationId xmlns:a16="http://schemas.microsoft.com/office/drawing/2014/main" id="{E7593565-8F64-304B-8C7E-9439401DD389}"/>
              </a:ext>
            </a:extLst>
          </p:cNvPr>
          <p:cNvSpPr>
            <a:spLocks noGrp="1"/>
          </p:cNvSpPr>
          <p:nvPr userDrawn="1">
            <p:ph type="body" sz="quarter" idx="16" hasCustomPrompt="1"/>
          </p:nvPr>
        </p:nvSpPr>
        <p:spPr>
          <a:xfrm>
            <a:off x="4739127" y="853214"/>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63" name="Text Placeholder 4">
            <a:extLst>
              <a:ext uri="{FF2B5EF4-FFF2-40B4-BE49-F238E27FC236}">
                <a16:creationId xmlns:a16="http://schemas.microsoft.com/office/drawing/2014/main" id="{A5C784BF-DD0C-4145-AFF6-60E0CD019133}"/>
              </a:ext>
            </a:extLst>
          </p:cNvPr>
          <p:cNvSpPr>
            <a:spLocks noGrp="1"/>
          </p:cNvSpPr>
          <p:nvPr userDrawn="1">
            <p:ph type="body" sz="quarter" idx="17" hasCustomPrompt="1"/>
          </p:nvPr>
        </p:nvSpPr>
        <p:spPr>
          <a:xfrm>
            <a:off x="6573838" y="3745155"/>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4" name="Text Placeholder 4">
            <a:extLst>
              <a:ext uri="{FF2B5EF4-FFF2-40B4-BE49-F238E27FC236}">
                <a16:creationId xmlns:a16="http://schemas.microsoft.com/office/drawing/2014/main" id="{2EA836EF-2EB8-5E4E-B346-EC54002F09DC}"/>
              </a:ext>
            </a:extLst>
          </p:cNvPr>
          <p:cNvSpPr>
            <a:spLocks noGrp="1"/>
          </p:cNvSpPr>
          <p:nvPr userDrawn="1">
            <p:ph type="body" sz="quarter" idx="18" hasCustomPrompt="1"/>
          </p:nvPr>
        </p:nvSpPr>
        <p:spPr>
          <a:xfrm>
            <a:off x="4739127" y="3745155"/>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14" name="Footer Placeholder 4">
            <a:extLst>
              <a:ext uri="{FF2B5EF4-FFF2-40B4-BE49-F238E27FC236}">
                <a16:creationId xmlns:a16="http://schemas.microsoft.com/office/drawing/2014/main" id="{6611CD12-3411-4A81-9E8C-BDCA5C7E737F}"/>
              </a:ext>
            </a:extLst>
          </p:cNvPr>
          <p:cNvSpPr>
            <a:spLocks noGrp="1"/>
          </p:cNvSpPr>
          <p:nvPr userDrawn="1">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5" name="Slide Number Placeholder 5">
            <a:extLst>
              <a:ext uri="{FF2B5EF4-FFF2-40B4-BE49-F238E27FC236}">
                <a16:creationId xmlns:a16="http://schemas.microsoft.com/office/drawing/2014/main" id="{FEBB3A48-4E52-4A27-9CA2-92707D5471FC}"/>
              </a:ext>
            </a:extLst>
          </p:cNvPr>
          <p:cNvSpPr>
            <a:spLocks noGrp="1"/>
          </p:cNvSpPr>
          <p:nvPr userDrawn="1">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9" name="Rectangle 18">
            <a:extLst>
              <a:ext uri="{FF2B5EF4-FFF2-40B4-BE49-F238E27FC236}">
                <a16:creationId xmlns:a16="http://schemas.microsoft.com/office/drawing/2014/main" id="{06D5A150-7E2C-414D-B68B-9C94D25E39DC}"/>
              </a:ext>
            </a:extLst>
          </p:cNvPr>
          <p:cNvSpPr/>
          <p:nvPr userDrawn="1"/>
        </p:nvSpPr>
        <p:spPr bwMode="auto">
          <a:xfrm>
            <a:off x="0" y="0"/>
            <a:ext cx="43053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0" name="Title 1">
            <a:extLst>
              <a:ext uri="{FF2B5EF4-FFF2-40B4-BE49-F238E27FC236}">
                <a16:creationId xmlns:a16="http://schemas.microsoft.com/office/drawing/2014/main" id="{12AE0041-F3F5-4B38-BA5A-7E919381E285}"/>
              </a:ext>
            </a:extLst>
          </p:cNvPr>
          <p:cNvSpPr>
            <a:spLocks noGrp="1"/>
          </p:cNvSpPr>
          <p:nvPr>
            <p:ph type="title"/>
          </p:nvPr>
        </p:nvSpPr>
        <p:spPr>
          <a:xfrm>
            <a:off x="575481" y="2141575"/>
            <a:ext cx="3463119" cy="1846659"/>
          </a:xfrm>
        </p:spPr>
        <p:txBody>
          <a:bodyPr wrap="square">
            <a:spAutoFit/>
          </a:bodyPr>
          <a:lstStyle>
            <a:lvl1pPr algn="l" defTabSz="932742" rtl="0" eaLnBrk="1" latinLnBrk="0" hangingPunct="1">
              <a:lnSpc>
                <a:spcPct val="100000"/>
              </a:lnSpc>
              <a:spcBef>
                <a:spcPct val="0"/>
              </a:spcBef>
              <a:buNone/>
              <a:defRPr lang="en-US" sz="40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21" name="Text Placeholder 4">
            <a:extLst>
              <a:ext uri="{FF2B5EF4-FFF2-40B4-BE49-F238E27FC236}">
                <a16:creationId xmlns:a16="http://schemas.microsoft.com/office/drawing/2014/main" id="{5D456B66-B037-4653-AFA9-F989D2754329}"/>
              </a:ext>
            </a:extLst>
          </p:cNvPr>
          <p:cNvSpPr>
            <a:spLocks noGrp="1"/>
          </p:cNvSpPr>
          <p:nvPr>
            <p:ph type="body" sz="quarter" idx="12" hasCustomPrompt="1"/>
          </p:nvPr>
        </p:nvSpPr>
        <p:spPr>
          <a:xfrm>
            <a:off x="584201" y="4120945"/>
            <a:ext cx="3463119"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3981258441"/>
      </p:ext>
    </p:extLst>
  </p:cSld>
  <p:clrMapOvr>
    <a:masterClrMapping/>
  </p:clrMapOvr>
  <p:transition>
    <p:fade/>
  </p:transition>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_1">
    <p:bg>
      <p:bgPr>
        <a:solidFill>
          <a:schemeClr val="accent2"/>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2D547BD7-AC55-6C40-A7CB-C9142C95C562}"/>
              </a:ext>
            </a:extLst>
          </p:cNvPr>
          <p:cNvSpPr>
            <a:spLocks noGrp="1"/>
          </p:cNvSpPr>
          <p:nvPr>
            <p:ph type="title"/>
          </p:nvPr>
        </p:nvSpPr>
        <p:spPr>
          <a:xfrm>
            <a:off x="584200" y="4334637"/>
            <a:ext cx="9169400"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endParaRPr lang="en-US"/>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A6196947-EDB7-4F31-A405-9AE6EFA4C476}"/>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8" name="Slide Number Placeholder 5">
            <a:extLst>
              <a:ext uri="{FF2B5EF4-FFF2-40B4-BE49-F238E27FC236}">
                <a16:creationId xmlns:a16="http://schemas.microsoft.com/office/drawing/2014/main" id="{4D2DA863-F774-4788-9D62-D8BDC08571C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965830936"/>
      </p:ext>
    </p:extLst>
  </p:cSld>
  <p:clrMapOvr>
    <a:masterClrMapping/>
  </p:clrMapOvr>
  <p:transition>
    <p:fade/>
  </p:transition>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Divider_1">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01</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4EC9115C-86E9-F143-8EB8-9CE9C70F9C8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599117970"/>
      </p:ext>
    </p:extLst>
  </p:cSld>
  <p:clrMapOvr>
    <a:masterClrMapping/>
  </p:clrMapOvr>
  <p:transition>
    <p:fade/>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_2">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02</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40025DA-5880-5949-A056-5F0F19F396D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974798329"/>
      </p:ext>
    </p:extLst>
  </p:cSld>
  <p:clrMapOvr>
    <a:masterClrMapping/>
  </p:clrMapOvr>
  <p:transition>
    <p:fade/>
  </p:transition>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_3">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03</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30E57CC7-163C-B847-9127-71FEC21CB88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31135058"/>
      </p:ext>
    </p:extLst>
  </p:cSld>
  <p:clrMapOvr>
    <a:masterClrMapping/>
  </p:clrMapOvr>
  <p:transition>
    <p:fade/>
  </p:transition>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_4">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04</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127E473-81C3-9141-8742-48EFD1E9E45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133995091"/>
      </p:ext>
    </p:extLst>
  </p:cSld>
  <p:clrMapOvr>
    <a:masterClrMapping/>
  </p:clrMapOvr>
  <p:transition>
    <p:fade/>
  </p:transition>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_5">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05</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A9BCC3FF-9212-1A4D-B6CC-E7BAB6E3491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115783915"/>
      </p:ext>
    </p:extLst>
  </p:cSld>
  <p:clrMapOvr>
    <a:masterClrMapping/>
  </p:clrMapOvr>
  <p:transition>
    <p:fade/>
  </p:transition>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_6">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06</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E0746CF9-0210-E241-8CC0-D4536C169E5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474061126"/>
      </p:ext>
    </p:extLst>
  </p:cSld>
  <p:clrMapOvr>
    <a:masterClrMapping/>
  </p:clrMapOvr>
  <p:transition>
    <p:fade/>
  </p:transition>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8330118-7E69-4295-8E46-2D3C12A6145D}"/>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05BBAA7F-5B33-4C2D-834A-3AA3431DEAD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63615809"/>
      </p:ext>
    </p:extLst>
  </p:cSld>
  <p:clrMapOvr>
    <a:masterClrMapping/>
  </p:clrMapOvr>
  <p:transition>
    <p:fade/>
  </p:transition>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Blank_Navy">
    <p:bg>
      <p:bgPr>
        <a:solidFill>
          <a:schemeClr val="accent2"/>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F729F02E-C568-4079-80DB-8AF35FDEB7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96A942DB-9933-4199-B223-8A9AF3F212C7}"/>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54100341"/>
      </p:ext>
    </p:extLst>
  </p:cSld>
  <p:clrMapOvr>
    <a:masterClrMapping/>
  </p:clrMapOvr>
  <p:transition>
    <p:fade/>
  </p:transition>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_Blue">
    <p:bg>
      <p:bgPr>
        <a:solidFill>
          <a:schemeClr val="accent1"/>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8979C7A1-5DB9-493E-B3C9-715A64CE0317}"/>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013BE040-8B17-4BFF-A007-D82BBBEDF8B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226111020"/>
      </p:ext>
    </p:extLst>
  </p:cSld>
  <p:clrMapOvr>
    <a:masterClrMapping/>
  </p:clrMapOvr>
  <p:transition>
    <p:fade/>
  </p:transition>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_Green">
    <p:bg>
      <p:bgPr>
        <a:solidFill>
          <a:schemeClr val="accent4"/>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69CC2AF9-DDBE-4701-8765-2DD4889CA32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5B23B171-018F-4FCA-888B-6B7146E7C9C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936435931"/>
      </p:ext>
    </p:extLst>
  </p:cSld>
  <p:clrMapOvr>
    <a:masterClrMapping/>
  </p:clrMapOvr>
  <p:transition>
    <p:fade/>
  </p:transition>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_Numbered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2533A365-6B39-4527-855B-F6BC2552BB05}"/>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F34E0601-1B6B-4C1C-BC8D-DB3DC9ACA0E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599729763"/>
      </p:ext>
    </p:extLst>
  </p:cSld>
  <p:clrMapOvr>
    <a:masterClrMapping/>
  </p:clrMapOvr>
  <p:transition>
    <p:fade/>
  </p:transition>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_Month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Jan</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Feb</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Mar</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Apr</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May</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Jun</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Jul</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Aug</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Sept</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Oct</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Nov</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1CB59D0E-3483-4788-94CE-219A5C05F734}"/>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26E36EA7-CB06-4ADF-8688-B244FE6316DF}"/>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763899369"/>
      </p:ext>
    </p:extLst>
  </p:cSld>
  <p:clrMapOvr>
    <a:masterClrMapping/>
  </p:clrMapOvr>
  <p:transition>
    <p:fade/>
  </p:transition>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_Week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801504"/>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801504"/>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8" y="1801504"/>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8" y="1801504"/>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801504"/>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801504"/>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154179"/>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154179"/>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8" y="4154179"/>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8" y="4154179"/>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154179"/>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154179"/>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878CC1B1-AA6B-463B-A774-049792B3AC10}"/>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028E4364-080D-4863-8D44-AEE3D29D134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78813367"/>
      </p:ext>
    </p:extLst>
  </p:cSld>
  <p:clrMapOvr>
    <a:masterClrMapping/>
  </p:clrMapOvr>
  <p:transition>
    <p:fade/>
  </p:transition>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7" name="Text Placeholder 6">
            <a:extLst>
              <a:ext uri="{FF2B5EF4-FFF2-40B4-BE49-F238E27FC236}">
                <a16:creationId xmlns:a16="http://schemas.microsoft.com/office/drawing/2014/main" id="{3501B1E1-4A0C-4426-8AC4-8B354CF116CE}"/>
              </a:ext>
            </a:extLst>
          </p:cNvPr>
          <p:cNvSpPr>
            <a:spLocks noGrp="1"/>
          </p:cNvSpPr>
          <p:nvPr>
            <p:ph type="body" sz="quarter" idx="10" hasCustomPrompt="1"/>
          </p:nvPr>
        </p:nvSpPr>
        <p:spPr>
          <a:xfrm>
            <a:off x="0" y="6294769"/>
            <a:ext cx="12192000" cy="563231"/>
          </a:xfrm>
          <a:solidFill>
            <a:srgbClr val="FFFF99"/>
          </a:solidFill>
        </p:spPr>
        <p:txBody>
          <a:bodyPr lIns="91440" tIns="91440" rIns="91440" bIns="91440">
            <a:noAutofit/>
          </a:bodyPr>
          <a:lstStyle>
            <a:lvl1pPr marL="0" indent="0" algn="r">
              <a:buNone/>
              <a:defRPr sz="2400"/>
            </a:lvl1pPr>
          </a:lstStyle>
          <a:p>
            <a:pPr lvl="0"/>
            <a:r>
              <a:rPr lang="en-US"/>
              <a:t>Next</a:t>
            </a:r>
          </a:p>
        </p:txBody>
      </p:sp>
    </p:spTree>
    <p:extLst>
      <p:ext uri="{BB962C8B-B14F-4D97-AF65-F5344CB8AC3E}">
        <p14:creationId xmlns:p14="http://schemas.microsoft.com/office/powerpoint/2010/main" val="728067837"/>
      </p:ext>
    </p:extLst>
  </p:cSld>
  <p:clrMapOvr>
    <a:masterClrMapping/>
  </p:clrMapOvr>
  <p:transition>
    <p:fade/>
  </p:transition>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ankYou">
    <p:bg>
      <p:bgPr>
        <a:solidFill>
          <a:schemeClr val="accent2"/>
        </a:solidFill>
        <a:effectLst/>
      </p:bgPr>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5" name="Title 1">
            <a:extLst>
              <a:ext uri="{FF2B5EF4-FFF2-40B4-BE49-F238E27FC236}">
                <a16:creationId xmlns:a16="http://schemas.microsoft.com/office/drawing/2014/main" id="{FA05CAAB-C386-EF47-9672-99832E904412}"/>
              </a:ext>
            </a:extLst>
          </p:cNvPr>
          <p:cNvSpPr>
            <a:spLocks noGrp="1"/>
          </p:cNvSpPr>
          <p:nvPr>
            <p:ph type="title" hasCustomPrompt="1"/>
          </p:nvPr>
        </p:nvSpPr>
        <p:spPr>
          <a:xfrm>
            <a:off x="584200" y="4075330"/>
            <a:ext cx="7298437" cy="1015663"/>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Thank you.</a:t>
            </a:r>
          </a:p>
        </p:txBody>
      </p:sp>
      <p:cxnSp>
        <p:nvCxnSpPr>
          <p:cNvPr id="6" name="Straight Connector 5">
            <a:extLst>
              <a:ext uri="{FF2B5EF4-FFF2-40B4-BE49-F238E27FC236}">
                <a16:creationId xmlns:a16="http://schemas.microsoft.com/office/drawing/2014/main" id="{88EA4229-0086-E64D-A616-33062EF62B34}"/>
              </a:ext>
            </a:extLst>
          </p:cNvPr>
          <p:cNvCxnSpPr>
            <a:cxnSpLocks/>
          </p:cNvCxnSpPr>
          <p:nvPr userDrawn="1"/>
        </p:nvCxnSpPr>
        <p:spPr>
          <a:xfrm>
            <a:off x="584200" y="6007781"/>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F990A1EA-0184-4AE1-8858-D03AFEEF9B8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0" name="Slide Number Placeholder 5">
            <a:extLst>
              <a:ext uri="{FF2B5EF4-FFF2-40B4-BE49-F238E27FC236}">
                <a16:creationId xmlns:a16="http://schemas.microsoft.com/office/drawing/2014/main" id="{162410B6-6E3D-4CB2-A003-281A600A92F3}"/>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631623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Header Background Two Column Bullet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D3A5130-10A1-954A-B139-8F920AB6EC86}"/>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nchor="ctr"/>
          <a:lstStyle>
            <a:lvl1pPr>
              <a:defRPr>
                <a:solidFill>
                  <a:schemeClr val="accent3"/>
                </a:solidFill>
              </a:defRPr>
            </a:lvl1p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844674"/>
            <a:ext cx="5211763" cy="4424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844674"/>
            <a:ext cx="5219700" cy="4424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408165390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Header Background 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1109616-29F5-2A48-AD26-C036688E660A}"/>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8263" y="457200"/>
            <a:ext cx="11018520" cy="553998"/>
          </a:xfrm>
        </p:spPr>
        <p:txBody>
          <a:bodyPr anchor="ctr"/>
          <a:lstStyle>
            <a:lvl1pPr>
              <a:defRPr>
                <a:solidFill>
                  <a:schemeClr val="accent3"/>
                </a:solidFill>
              </a:defRPr>
            </a:lvl1p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844675"/>
            <a:ext cx="11018838" cy="1843582"/>
          </a:xfrm>
        </p:spPr>
        <p:txBody>
          <a:bodyPr/>
          <a:lstStyle>
            <a:lvl1pPr marL="0" indent="0">
              <a:spcAft>
                <a:spcPts val="600"/>
              </a:spcAft>
              <a:buNone/>
              <a:defRPr>
                <a:solidFill>
                  <a:schemeClr val="tx1"/>
                </a:solidFill>
              </a:defRPr>
            </a:lvl1pPr>
            <a:lvl2pPr>
              <a:spcAft>
                <a:spcPts val="600"/>
              </a:spcAft>
              <a:defRPr>
                <a:solidFill>
                  <a:schemeClr val="tx1"/>
                </a:solidFill>
              </a:defRPr>
            </a:lvl2pPr>
            <a:lvl3pPr>
              <a:spcAft>
                <a:spcPts val="600"/>
              </a:spcAft>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926477154"/>
      </p:ext>
    </p:extLst>
  </p:cSld>
  <p:clrMapOvr>
    <a:masterClrMapping/>
  </p:clrMapOvr>
  <p:transition>
    <p:fade/>
  </p:transition>
  <p:extLst>
    <p:ext uri="{DCECCB84-F9BA-43D5-87BE-67443E8EF086}">
      <p15:sldGuideLst xmlns:p15="http://schemas.microsoft.com/office/powerpoint/2012/main">
        <p15:guide id="2" orient="horz" pos="1162">
          <p15:clr>
            <a:srgbClr val="5ACBF0"/>
          </p15:clr>
        </p15:guide>
        <p15:guide id="3" orient="horz" pos="288">
          <p15:clr>
            <a:srgbClr val="5ACBF0"/>
          </p15:clr>
        </p15:guide>
        <p15:guide id="5" orient="horz" pos="904">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Header Background Two Column Non-bulleted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6D08175-261D-A74C-8918-CB97ADB19271}"/>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lstStyle>
            <a:lvl1pPr>
              <a:defRPr>
                <a:solidFill>
                  <a:schemeClr val="accent3"/>
                </a:solidFill>
              </a:defRPr>
            </a:lvl1pPr>
          </a:lstStyle>
          <a:p>
            <a:r>
              <a:rPr lang="en-US"/>
              <a:t>Click to edit Master title style</a:t>
            </a:r>
            <a:endParaRPr lang="en-US" dirty="0"/>
          </a:p>
        </p:txBody>
      </p:sp>
      <p:sp>
        <p:nvSpPr>
          <p:cNvPr id="4" name="Text Placeholder 3"/>
          <p:cNvSpPr>
            <a:spLocks noGrp="1"/>
          </p:cNvSpPr>
          <p:nvPr>
            <p:ph type="body" sz="quarter" idx="10"/>
          </p:nvPr>
        </p:nvSpPr>
        <p:spPr>
          <a:xfrm>
            <a:off x="584200" y="1853052"/>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844675"/>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7000628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 name="Footer Placeholder 4">
            <a:extLst>
              <a:ext uri="{FF2B5EF4-FFF2-40B4-BE49-F238E27FC236}">
                <a16:creationId xmlns:a16="http://schemas.microsoft.com/office/drawing/2014/main" id="{771C3853-B766-4422-BD2B-65A999523B3C}"/>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6AB66A86-D476-4B82-BD63-F20B61D610B4}"/>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135085315"/>
      </p:ext>
    </p:extLst>
  </p:cSld>
  <p:clrMap bg1="lt1" tx1="dk1" bg2="lt2" tx2="dk2" accent1="accent1" accent2="accent2" accent3="accent3" accent4="accent4" accent5="accent5" accent6="accent6" hlink="hlink" folHlink="folHlink"/>
  <p:sldLayoutIdLst>
    <p:sldLayoutId id="2147484069"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 id="2147484078" r:id="rId10"/>
    <p:sldLayoutId id="2147484079" r:id="rId11"/>
    <p:sldLayoutId id="2147484080" r:id="rId12"/>
    <p:sldLayoutId id="2147484081" r:id="rId13"/>
    <p:sldLayoutId id="2147484082" r:id="rId14"/>
    <p:sldLayoutId id="2147484083" r:id="rId15"/>
    <p:sldLayoutId id="2147484084" r:id="rId16"/>
    <p:sldLayoutId id="2147484085" r:id="rId17"/>
    <p:sldLayoutId id="2147484086" r:id="rId18"/>
    <p:sldLayoutId id="2147484087" r:id="rId19"/>
    <p:sldLayoutId id="2147484088" r:id="rId20"/>
    <p:sldLayoutId id="2147484089" r:id="rId21"/>
    <p:sldLayoutId id="2147484090" r:id="rId22"/>
    <p:sldLayoutId id="2147484091" r:id="rId23"/>
    <p:sldLayoutId id="2147484092" r:id="rId24"/>
    <p:sldLayoutId id="2147484093" r:id="rId25"/>
    <p:sldLayoutId id="2147484094" r:id="rId26"/>
    <p:sldLayoutId id="2147484095" r:id="rId27"/>
    <p:sldLayoutId id="2147484096" r:id="rId28"/>
    <p:sldLayoutId id="2147484097" r:id="rId29"/>
    <p:sldLayoutId id="2147484098" r:id="rId30"/>
    <p:sldLayoutId id="2147484099" r:id="rId31"/>
    <p:sldLayoutId id="2147484100" r:id="rId32"/>
    <p:sldLayoutId id="2147484101" r:id="rId33"/>
  </p:sldLayoutIdLst>
  <p:transition>
    <p:fade/>
  </p:transition>
  <p:hf hdr="0" dt="0"/>
  <p:txStyles>
    <p:title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pos="1464">
          <p15:clr>
            <a:srgbClr val="F26B43"/>
          </p15:clr>
        </p15:guide>
        <p15:guide id="32" pos="1536">
          <p15:clr>
            <a:srgbClr val="F26B43"/>
          </p15:clr>
        </p15:guide>
        <p15:guide id="33" pos="2640">
          <p15:clr>
            <a:srgbClr val="F26B43"/>
          </p15:clr>
        </p15:guide>
        <p15:guide id="34" pos="2712">
          <p15:clr>
            <a:srgbClr val="F26B43"/>
          </p15:clr>
        </p15:guide>
        <p15:guide id="35" pos="3792">
          <p15:clr>
            <a:srgbClr val="F26B43"/>
          </p15:clr>
        </p15:guide>
        <p15:guide id="36" pos="4968">
          <p15:clr>
            <a:srgbClr val="F26B43"/>
          </p15:clr>
        </p15:guide>
        <p15:guide id="37" pos="3864">
          <p15:clr>
            <a:srgbClr val="F26B43"/>
          </p15:clr>
        </p15:guide>
        <p15:guide id="38" pos="5040">
          <p15:clr>
            <a:srgbClr val="F26B43"/>
          </p15:clr>
        </p15:guide>
        <p15:guide id="39" pos="6144">
          <p15:clr>
            <a:srgbClr val="F26B43"/>
          </p15:clr>
        </p15:guide>
        <p15:guide id="40" pos="621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customXml" Target="../../customXml/item39.xml"/><Relationship Id="rId1" Type="http://schemas.openxmlformats.org/officeDocument/2006/relationships/tags" Target="../tags/tag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ags" Target="../tags/tag4.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customXml" Target="../../customXml/item40.xml"/><Relationship Id="rId1" Type="http://schemas.openxmlformats.org/officeDocument/2006/relationships/tags" Target="../tags/tag5.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customXml" Target="../../customXml/item41.xml"/><Relationship Id="rId1" Type="http://schemas.openxmlformats.org/officeDocument/2006/relationships/tags" Target="../tags/tag6.xml"/><Relationship Id="rId4" Type="http://schemas.openxmlformats.org/officeDocument/2006/relationships/notesSlide" Target="../notesSlides/notesSlide9.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2.xml"/></Relationships>
</file>

<file path=ppt/slides/_rels/slide21.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3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kubernetes.io/docs/reference/labels-annotations-taints/" TargetMode="External"/><Relationship Id="rId1" Type="http://schemas.openxmlformats.org/officeDocument/2006/relationships/slideLayout" Target="../slideLayouts/slideLayout3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2.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2.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3" Type="http://schemas.openxmlformats.org/officeDocument/2006/relationships/hyperlink" Target="https://helm.sh/" TargetMode="External"/><Relationship Id="rId2" Type="http://schemas.openxmlformats.org/officeDocument/2006/relationships/notesSlide" Target="../notesSlides/notesSlide16.xml"/><Relationship Id="rId1" Type="http://schemas.openxmlformats.org/officeDocument/2006/relationships/slideLayout" Target="../slideLayouts/slideLayout31.xml"/></Relationships>
</file>

<file path=ppt/slides/_rels/slide31.xml.rels><?xml version="1.0" encoding="UTF-8" standalone="yes"?>
<Relationships xmlns="http://schemas.openxmlformats.org/package/2006/relationships"><Relationship Id="rId3" Type="http://schemas.openxmlformats.org/officeDocument/2006/relationships/hyperlink" Target="https://github.com/derailed/k9s" TargetMode="External"/><Relationship Id="rId7"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hyperlink" Target="https://ohmyz.sh/" TargetMode="External"/><Relationship Id="rId5" Type="http://schemas.openxmlformats.org/officeDocument/2006/relationships/hyperlink" Target="https://kubernetes.io/docs/reference/kubectl/quick-reference/#kubectl-autocomplete" TargetMode="External"/><Relationship Id="rId4" Type="http://schemas.openxmlformats.org/officeDocument/2006/relationships/hyperlink" Target="https://github.com/azure/draft" TargetMode="External"/></Relationships>
</file>

<file path=ppt/slides/_rels/slide32.xml.rels><?xml version="1.0" encoding="UTF-8" standalone="yes"?>
<Relationships xmlns="http://schemas.openxmlformats.org/package/2006/relationships"><Relationship Id="rId8" Type="http://schemas.openxmlformats.org/officeDocument/2006/relationships/hyperlink" Target="https://telepresence.io/" TargetMode="External"/><Relationship Id="rId13" Type="http://schemas.openxmlformats.org/officeDocument/2006/relationships/image" Target="../media/image28.png"/><Relationship Id="rId3" Type="http://schemas.openxmlformats.org/officeDocument/2006/relationships/hyperlink" Target="https://github.com/kyverno/kyverno" TargetMode="External"/><Relationship Id="rId7" Type="http://schemas.openxmlformats.org/officeDocument/2006/relationships/hyperlink" Target="https://github.com/tenable/terrascan" TargetMode="External"/><Relationship Id="rId12"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hyperlink" Target="https://github.com/kubeshark/kubeshark" TargetMode="External"/><Relationship Id="rId11" Type="http://schemas.openxmlformats.org/officeDocument/2006/relationships/image" Target="../media/image26.png"/><Relationship Id="rId5" Type="http://schemas.openxmlformats.org/officeDocument/2006/relationships/hyperlink" Target="https://github.com/opencost/opencost" TargetMode="External"/><Relationship Id="rId10" Type="http://schemas.openxmlformats.org/officeDocument/2006/relationships/image" Target="../media/image25.png"/><Relationship Id="rId4" Type="http://schemas.openxmlformats.org/officeDocument/2006/relationships/hyperlink" Target="https://dapr.io/" TargetMode="External"/><Relationship Id="rId9" Type="http://schemas.openxmlformats.org/officeDocument/2006/relationships/hyperlink" Target="https://github.com/metalbear-co/mirrord" TargetMode="Externa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xml"/><Relationship Id="rId1" Type="http://schemas.openxmlformats.org/officeDocument/2006/relationships/tags" Target="../tags/tag7.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3.xml"/><Relationship Id="rId1" Type="http://schemas.openxmlformats.org/officeDocument/2006/relationships/tags" Target="../tags/tag8.xml"/></Relationships>
</file>

<file path=ppt/slides/slide1.xml><?xml version="1.0" encoding="utf-8"?>
<p:sld xmlns:a="http://schemas.openxmlformats.org/drawingml/2006/main" xmlns:r="http://schemas.openxmlformats.org/officeDocument/2006/relationships" xmlns:p="http://schemas.openxmlformats.org/presentationml/2006/main">
  <p:cSld name="HIDDEN - Slide3">
    <p:spTree>
      <p:nvGrpSpPr>
        <p:cNvPr id="1" name=""/>
        <p:cNvGrpSpPr/>
        <p:nvPr/>
      </p:nvGrpSpPr>
      <p:grpSpPr>
        <a:xfrm>
          <a:off x="0" y="0"/>
          <a:ext cx="0" cy="0"/>
          <a:chOff x="0" y="0"/>
          <a:chExt cx="0" cy="0"/>
        </a:xfrm>
      </p:grpSpPr>
      <p:sp>
        <p:nvSpPr>
          <p:cNvPr id="4" name="Title 3"/>
          <p:cNvSpPr>
            <a:spLocks noGrp="1"/>
          </p:cNvSpPr>
          <p:nvPr>
            <p:ph type="title"/>
            <p:custDataLst>
              <p:custData r:id="rId2"/>
            </p:custDataLst>
          </p:nvPr>
        </p:nvSpPr>
        <p:spPr>
          <a:xfrm>
            <a:off x="584200" y="3318975"/>
            <a:ext cx="9274908" cy="2031325"/>
          </a:xfrm>
        </p:spPr>
        <p:txBody>
          <a:bodyPr/>
          <a:lstStyle/>
          <a:p>
            <a:r>
              <a:rPr lang="en-US" dirty="0">
                <a:latin typeface="Segoe UI Semibold"/>
                <a:cs typeface="Segoe UI Semibold"/>
              </a:rPr>
              <a:t>Kubernetes Fundamentals – Part 2</a:t>
            </a:r>
            <a:endParaRPr lang="en-US" dirty="0"/>
          </a:p>
        </p:txBody>
      </p:sp>
      <p:sp>
        <p:nvSpPr>
          <p:cNvPr id="6" name="Subtitle 5">
            <a:extLst>
              <a:ext uri="{FF2B5EF4-FFF2-40B4-BE49-F238E27FC236}">
                <a16:creationId xmlns:a16="http://schemas.microsoft.com/office/drawing/2014/main" id="{12808BD5-6BEE-4164-9264-E55A823F2E3D}"/>
              </a:ext>
            </a:extLst>
          </p:cNvPr>
          <p:cNvSpPr>
            <a:spLocks noGrp="1"/>
          </p:cNvSpPr>
          <p:nvPr>
            <p:ph type="body" sz="quarter" idx="12"/>
          </p:nvPr>
        </p:nvSpPr>
        <p:spPr>
          <a:xfrm>
            <a:off x="582042" y="5634620"/>
            <a:ext cx="5654635" cy="338554"/>
          </a:xfrm>
        </p:spPr>
        <p:txBody>
          <a:bodyPr>
            <a:normAutofit/>
          </a:bodyPr>
          <a:lstStyle/>
          <a:p>
            <a:r>
              <a:rPr lang="en-US" dirty="0" err="1"/>
              <a:t>WorkshopPlus</a:t>
            </a:r>
            <a:r>
              <a:rPr lang="en-US" dirty="0"/>
              <a:t> – Kubernetes Tech Briefing</a:t>
            </a:r>
          </a:p>
        </p:txBody>
      </p:sp>
    </p:spTree>
    <p:custDataLst>
      <p:tags r:id="rId1"/>
    </p:custDataLst>
    <p:extLst>
      <p:ext uri="{BB962C8B-B14F-4D97-AF65-F5344CB8AC3E}">
        <p14:creationId xmlns:p14="http://schemas.microsoft.com/office/powerpoint/2010/main" val="2181956486"/>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79B42-69EC-4737-A1D3-6170002B2FA4}"/>
              </a:ext>
            </a:extLst>
          </p:cNvPr>
          <p:cNvSpPr>
            <a:spLocks noGrp="1"/>
          </p:cNvSpPr>
          <p:nvPr>
            <p:ph type="title"/>
          </p:nvPr>
        </p:nvSpPr>
        <p:spPr/>
        <p:txBody>
          <a:bodyPr/>
          <a:lstStyle/>
          <a:p>
            <a:r>
              <a:rPr lang="en-US"/>
              <a:t>Conditions and terms of use</a:t>
            </a:r>
          </a:p>
        </p:txBody>
      </p:sp>
      <p:sp>
        <p:nvSpPr>
          <p:cNvPr id="7" name="Rectangle 6">
            <a:extLst>
              <a:ext uri="{FF2B5EF4-FFF2-40B4-BE49-F238E27FC236}">
                <a16:creationId xmlns:a16="http://schemas.microsoft.com/office/drawing/2014/main" id="{C30D5E87-BF27-48B8-9B35-B55C04B9CBAE}"/>
              </a:ext>
            </a:extLst>
          </p:cNvPr>
          <p:cNvSpPr/>
          <p:nvPr/>
        </p:nvSpPr>
        <p:spPr bwMode="auto">
          <a:xfrm>
            <a:off x="571500" y="1574244"/>
            <a:ext cx="11049000" cy="3632756"/>
          </a:xfrm>
          <a:prstGeom prst="rect">
            <a:avLst/>
          </a:prstGeom>
          <a:solidFill>
            <a:schemeClr val="bg1"/>
          </a:solidFill>
          <a:ln w="3175">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102">
              <a:spcBef>
                <a:spcPts val="600"/>
              </a:spcBef>
              <a:spcAft>
                <a:spcPts val="600"/>
              </a:spcAft>
              <a:defRPr/>
            </a:pPr>
            <a:r>
              <a:rPr lang="en-US">
                <a:solidFill>
                  <a:schemeClr val="tx1"/>
                </a:solidFill>
                <a:cs typeface="Segoe UI Semibold"/>
              </a:rPr>
              <a:t>© Microsoft Corporation. All rights reserved.</a:t>
            </a:r>
            <a:endParaRPr lang="en-US">
              <a:solidFill>
                <a:schemeClr val="tx1"/>
              </a:solidFill>
              <a:cs typeface="Segoe UI Semibold" panose="020B0702040204020203" pitchFamily="34" charset="0"/>
            </a:endParaRPr>
          </a:p>
          <a:p>
            <a:pPr algn="ctr" defTabSz="914102">
              <a:spcBef>
                <a:spcPts val="600"/>
              </a:spcBef>
              <a:spcAft>
                <a:spcPts val="600"/>
              </a:spcAft>
              <a:defRPr/>
            </a:pPr>
            <a:r>
              <a:rPr lang="en-US">
                <a:solidFill>
                  <a:schemeClr val="tx1"/>
                </a:solidFill>
                <a:cs typeface="Segoe UI Semibold"/>
              </a:rPr>
              <a:t>You may use these training materials solely for your personal internal reference and non-commercial purposes.  You may not distribute, transmit, resell or otherwise make these training materials available to any other person or party without express permission from Microsoft Corporation.  URL’s or other internet website references in the training materials may change without notice.  Unless otherwise noted, any companies, organizations, domain names, e-mail addresses, people, places and events depicted in the training materials are for illustration only and are fictitious. No real association is intended or inferred. THESE TRAINING MATERIALS ARE PROVIDED “AS IS”; MICROSOFT MAKES NO WARRANTIES, EXPRESS OR IMPLIED IN THESE TRAINING MATERIALS</a:t>
            </a:r>
            <a:r>
              <a:rPr lang="en-US" baseline="30000">
                <a:solidFill>
                  <a:schemeClr val="tx1"/>
                </a:solidFill>
                <a:cs typeface="Segoe UI Semibold"/>
              </a:rPr>
              <a:t>1</a:t>
            </a:r>
            <a:endParaRPr lang="en-US" b="0" i="0" u="none" strike="noStrike" kern="1200" cap="none" spc="0" normalizeH="0" baseline="30000" noProof="0">
              <a:ln>
                <a:noFill/>
              </a:ln>
              <a:solidFill>
                <a:schemeClr val="tx1"/>
              </a:solidFill>
              <a:effectLst/>
              <a:uLnTx/>
              <a:uFillTx/>
              <a:cs typeface="Segoe UI Semibold"/>
            </a:endParaRPr>
          </a:p>
        </p:txBody>
      </p:sp>
      <p:grpSp>
        <p:nvGrpSpPr>
          <p:cNvPr id="8" name="Group 7">
            <a:extLst>
              <a:ext uri="{FF2B5EF4-FFF2-40B4-BE49-F238E27FC236}">
                <a16:creationId xmlns:a16="http://schemas.microsoft.com/office/drawing/2014/main" id="{DE823F62-E09A-466D-A142-2BCF56FBE584}"/>
              </a:ext>
              <a:ext uri="{C183D7F6-B498-43B3-948B-1728B52AA6E4}">
                <adec:decorative xmlns:adec="http://schemas.microsoft.com/office/drawing/2017/decorative" val="1"/>
              </a:ext>
            </a:extLst>
          </p:cNvPr>
          <p:cNvGrpSpPr/>
          <p:nvPr/>
        </p:nvGrpSpPr>
        <p:grpSpPr>
          <a:xfrm>
            <a:off x="571500" y="1574244"/>
            <a:ext cx="11049000" cy="3632756"/>
            <a:chOff x="571500" y="1574244"/>
            <a:chExt cx="11049000" cy="3632756"/>
          </a:xfrm>
        </p:grpSpPr>
        <p:sp>
          <p:nvSpPr>
            <p:cNvPr id="9" name="Half Frame 8">
              <a:extLst>
                <a:ext uri="{FF2B5EF4-FFF2-40B4-BE49-F238E27FC236}">
                  <a16:creationId xmlns:a16="http://schemas.microsoft.com/office/drawing/2014/main" id="{B1F83F9C-3EE7-440E-B6ED-3AE225C18EC6}"/>
                </a:ext>
                <a:ext uri="{C183D7F6-B498-43B3-948B-1728B52AA6E4}">
                  <adec:decorative xmlns:adec="http://schemas.microsoft.com/office/drawing/2017/decorative" val="1"/>
                </a:ext>
              </a:extLst>
            </p:cNvPr>
            <p:cNvSpPr/>
            <p:nvPr/>
          </p:nvSpPr>
          <p:spPr bwMode="auto">
            <a:xfrm rot="5400000" flipV="1">
              <a:off x="581472" y="1564272"/>
              <a:ext cx="427732" cy="447675"/>
            </a:xfrm>
            <a:prstGeom prst="halfFrame">
              <a:avLst>
                <a:gd name="adj1" fmla="val 0"/>
                <a:gd name="adj2" fmla="val 0"/>
              </a:avLst>
            </a:prstGeom>
            <a:solidFill>
              <a:schemeClr val="tx2"/>
            </a:solidFill>
            <a:ln w="381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Half Frame 9">
              <a:extLst>
                <a:ext uri="{FF2B5EF4-FFF2-40B4-BE49-F238E27FC236}">
                  <a16:creationId xmlns:a16="http://schemas.microsoft.com/office/drawing/2014/main" id="{206932E9-4F7D-4000-972A-77B375DA6D88}"/>
                </a:ext>
                <a:ext uri="{C183D7F6-B498-43B3-948B-1728B52AA6E4}">
                  <adec:decorative xmlns:adec="http://schemas.microsoft.com/office/drawing/2017/decorative" val="1"/>
                </a:ext>
              </a:extLst>
            </p:cNvPr>
            <p:cNvSpPr/>
            <p:nvPr/>
          </p:nvSpPr>
          <p:spPr bwMode="auto">
            <a:xfrm rot="10800000">
              <a:off x="11192768" y="4759325"/>
              <a:ext cx="427732" cy="447675"/>
            </a:xfrm>
            <a:prstGeom prst="halfFrame">
              <a:avLst>
                <a:gd name="adj1" fmla="val 0"/>
                <a:gd name="adj2" fmla="val 0"/>
              </a:avLst>
            </a:prstGeom>
            <a:solidFill>
              <a:schemeClr val="tx2"/>
            </a:solidFill>
            <a:ln w="381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sp>
        <p:nvSpPr>
          <p:cNvPr id="19" name="Footer Placeholder 2">
            <a:extLst>
              <a:ext uri="{FF2B5EF4-FFF2-40B4-BE49-F238E27FC236}">
                <a16:creationId xmlns:a16="http://schemas.microsoft.com/office/drawing/2014/main" id="{A04B054A-A721-4144-96FE-966534FB355F}"/>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0" name="Slide Number Placeholder 12">
            <a:extLst>
              <a:ext uri="{FF2B5EF4-FFF2-40B4-BE49-F238E27FC236}">
                <a16:creationId xmlns:a16="http://schemas.microsoft.com/office/drawing/2014/main" id="{C94FEEB5-7104-458C-8C7F-BD5D4C6A13B9}"/>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2242852715"/>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71322-9F37-477D-9B5B-EBF49D8B1DE4}"/>
              </a:ext>
            </a:extLst>
          </p:cNvPr>
          <p:cNvSpPr>
            <a:spLocks noGrp="1"/>
          </p:cNvSpPr>
          <p:nvPr>
            <p:ph type="title"/>
          </p:nvPr>
        </p:nvSpPr>
        <p:spPr/>
        <p:txBody>
          <a:bodyPr lIns="0" tIns="0" rIns="0" bIns="0" anchor="t"/>
          <a:lstStyle/>
          <a:p>
            <a:r>
              <a:rPr lang="en-US" dirty="0"/>
              <a:t>Topics</a:t>
            </a:r>
          </a:p>
        </p:txBody>
      </p:sp>
      <p:graphicFrame>
        <p:nvGraphicFramePr>
          <p:cNvPr id="112" name="Table 3">
            <a:extLst>
              <a:ext uri="{FF2B5EF4-FFF2-40B4-BE49-F238E27FC236}">
                <a16:creationId xmlns:a16="http://schemas.microsoft.com/office/drawing/2014/main" id="{45AD0972-9AFC-406A-BE0A-DFF9FDD00D65}"/>
              </a:ext>
            </a:extLst>
          </p:cNvPr>
          <p:cNvGraphicFramePr>
            <a:graphicFrameLocks noGrp="1"/>
          </p:cNvGraphicFramePr>
          <p:nvPr>
            <p:extLst>
              <p:ext uri="{D42A27DB-BD31-4B8C-83A1-F6EECF244321}">
                <p14:modId xmlns:p14="http://schemas.microsoft.com/office/powerpoint/2010/main" val="1220215693"/>
              </p:ext>
            </p:extLst>
          </p:nvPr>
        </p:nvGraphicFramePr>
        <p:xfrm>
          <a:off x="575481" y="1752869"/>
          <a:ext cx="5669280" cy="4505694"/>
        </p:xfrm>
        <a:graphic>
          <a:graphicData uri="http://schemas.openxmlformats.org/drawingml/2006/table">
            <a:tbl>
              <a:tblPr firstRow="1" bandRow="1">
                <a:tableStyleId>{5C22544A-7EE6-4342-B048-85BDC9FD1C3A}</a:tableStyleId>
              </a:tblPr>
              <a:tblGrid>
                <a:gridCol w="822960">
                  <a:extLst>
                    <a:ext uri="{9D8B030D-6E8A-4147-A177-3AD203B41FA5}">
                      <a16:colId xmlns:a16="http://schemas.microsoft.com/office/drawing/2014/main" val="2245818860"/>
                    </a:ext>
                  </a:extLst>
                </a:gridCol>
                <a:gridCol w="4846320">
                  <a:extLst>
                    <a:ext uri="{9D8B030D-6E8A-4147-A177-3AD203B41FA5}">
                      <a16:colId xmlns:a16="http://schemas.microsoft.com/office/drawing/2014/main" val="3975527072"/>
                    </a:ext>
                  </a:extLst>
                </a:gridCol>
              </a:tblGrid>
              <a:tr h="1501898">
                <a:tc>
                  <a:txBody>
                    <a:bodyPr/>
                    <a:lstStyle/>
                    <a:p>
                      <a:endParaRPr lang="en-US" dirty="0"/>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dirty="0">
                          <a:ln>
                            <a:noFill/>
                          </a:ln>
                          <a:solidFill>
                            <a:srgbClr val="000000"/>
                          </a:solidFill>
                          <a:effectLst/>
                          <a:uLnTx/>
                          <a:uFillTx/>
                          <a:latin typeface="+mn-lt"/>
                          <a:ea typeface="+mn-ea"/>
                          <a:cs typeface="Segoe UI" panose="020B0502040204020203" pitchFamily="34" charset="0"/>
                        </a:rPr>
                        <a:t>Managing Resource Utilization on Kubernetes</a:t>
                      </a:r>
                      <a:endParaRPr kumimoji="0" lang="da-DK" sz="1800" b="0" i="0" u="none" strike="noStrike" kern="1200" cap="none" spc="0" normalizeH="0" baseline="0" noProof="0" dirty="0">
                        <a:ln>
                          <a:noFill/>
                        </a:ln>
                        <a:solidFill>
                          <a:schemeClr val="tx1"/>
                        </a:solidFill>
                        <a:effectLst/>
                        <a:uLnTx/>
                        <a:uFillTx/>
                        <a:latin typeface="+mn-lt"/>
                        <a:ea typeface="+mn-ea"/>
                        <a:cs typeface="Segoe UI" panose="020B0502040204020203" pitchFamily="34" charset="0"/>
                      </a:endParaRP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76677287"/>
                  </a:ext>
                </a:extLst>
              </a:tr>
              <a:tr h="1501898">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dirty="0">
                          <a:ln>
                            <a:noFill/>
                          </a:ln>
                          <a:solidFill>
                            <a:schemeClr val="tx1"/>
                          </a:solidFill>
                          <a:effectLst/>
                          <a:uLnTx/>
                          <a:uFillTx/>
                          <a:latin typeface="+mn-lt"/>
                          <a:ea typeface="+mn-ea"/>
                          <a:cs typeface="Segoe UI" panose="020B0502040204020203" pitchFamily="34" charset="0"/>
                        </a:rPr>
                        <a:t>Workload placement and scaling </a:t>
                      </a: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16497433"/>
                  </a:ext>
                </a:extLst>
              </a:tr>
              <a:tr h="1501898">
                <a:tc>
                  <a:txBody>
                    <a:bodyPr/>
                    <a:lstStyle/>
                    <a:p>
                      <a:endParaRPr lang="en-US" dirty="0"/>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dirty="0">
                          <a:ln>
                            <a:noFill/>
                          </a:ln>
                          <a:solidFill>
                            <a:schemeClr val="tx1"/>
                          </a:solidFill>
                          <a:effectLst/>
                          <a:uLnTx/>
                          <a:uFillTx/>
                          <a:latin typeface="+mn-lt"/>
                          <a:ea typeface="+mn-ea"/>
                          <a:cs typeface="Segoe UI" panose="020B0502040204020203" pitchFamily="34" charset="0"/>
                        </a:rPr>
                        <a:t>Tools</a:t>
                      </a: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69420118"/>
                  </a:ext>
                </a:extLst>
              </a:tr>
            </a:tbl>
          </a:graphicData>
        </a:graphic>
      </p:graphicFrame>
      <p:grpSp>
        <p:nvGrpSpPr>
          <p:cNvPr id="141" name="Group 140">
            <a:extLst>
              <a:ext uri="{FF2B5EF4-FFF2-40B4-BE49-F238E27FC236}">
                <a16:creationId xmlns:a16="http://schemas.microsoft.com/office/drawing/2014/main" id="{27BF13F4-E0FF-4E0D-8D3F-E5716F8C4FFC}"/>
              </a:ext>
              <a:ext uri="{C183D7F6-B498-43B3-948B-1728B52AA6E4}">
                <adec:decorative xmlns:adec="http://schemas.microsoft.com/office/drawing/2017/decorative" val="1"/>
              </a:ext>
            </a:extLst>
          </p:cNvPr>
          <p:cNvGrpSpPr>
            <a:grpSpLocks noChangeAspect="1"/>
          </p:cNvGrpSpPr>
          <p:nvPr/>
        </p:nvGrpSpPr>
        <p:grpSpPr>
          <a:xfrm>
            <a:off x="722184" y="2307171"/>
            <a:ext cx="522238" cy="522238"/>
            <a:chOff x="10323474" y="1468393"/>
            <a:chExt cx="751672" cy="751672"/>
          </a:xfrm>
        </p:grpSpPr>
        <p:sp>
          <p:nvSpPr>
            <p:cNvPr id="142" name="Oval 141">
              <a:extLst>
                <a:ext uri="{FF2B5EF4-FFF2-40B4-BE49-F238E27FC236}">
                  <a16:creationId xmlns:a16="http://schemas.microsoft.com/office/drawing/2014/main" id="{6C5EA0E7-F61F-4807-8925-4019D8289A87}"/>
                </a:ext>
                <a:ext uri="{C183D7F6-B498-43B3-948B-1728B52AA6E4}">
                  <adec:decorative xmlns:adec="http://schemas.microsoft.com/office/drawing/2017/decorative" val="1"/>
                </a:ext>
              </a:extLst>
            </p:cNvPr>
            <p:cNvSpPr>
              <a:spLocks/>
            </p:cNvSpPr>
            <p:nvPr/>
          </p:nvSpPr>
          <p:spPr bwMode="auto">
            <a:xfrm>
              <a:off x="10323474" y="1468393"/>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grpSp>
          <p:nvGrpSpPr>
            <p:cNvPr id="143" name="Group 142">
              <a:extLst>
                <a:ext uri="{FF2B5EF4-FFF2-40B4-BE49-F238E27FC236}">
                  <a16:creationId xmlns:a16="http://schemas.microsoft.com/office/drawing/2014/main" id="{E17734FA-7052-4385-9C3F-7476E48B2A9D}"/>
                </a:ext>
                <a:ext uri="{C183D7F6-B498-43B3-948B-1728B52AA6E4}">
                  <adec:decorative xmlns:adec="http://schemas.microsoft.com/office/drawing/2017/decorative" val="1"/>
                </a:ext>
              </a:extLst>
            </p:cNvPr>
            <p:cNvGrpSpPr/>
            <p:nvPr/>
          </p:nvGrpSpPr>
          <p:grpSpPr>
            <a:xfrm>
              <a:off x="10472703" y="1678978"/>
              <a:ext cx="453205" cy="330587"/>
              <a:chOff x="1317737" y="7238855"/>
              <a:chExt cx="596040" cy="434772"/>
            </a:xfrm>
          </p:grpSpPr>
          <p:sp>
            <p:nvSpPr>
              <p:cNvPr id="144" name="Freeform: Shape 143">
                <a:extLst>
                  <a:ext uri="{FF2B5EF4-FFF2-40B4-BE49-F238E27FC236}">
                    <a16:creationId xmlns:a16="http://schemas.microsoft.com/office/drawing/2014/main" id="{7B30EEDD-248E-40B3-8BDB-830FD42D10D2}"/>
                  </a:ext>
                </a:extLst>
              </p:cNvPr>
              <p:cNvSpPr/>
              <p:nvPr/>
            </p:nvSpPr>
            <p:spPr>
              <a:xfrm>
                <a:off x="1758961" y="7397541"/>
                <a:ext cx="154816" cy="180617"/>
              </a:xfrm>
              <a:custGeom>
                <a:avLst/>
                <a:gdLst>
                  <a:gd name="connsiteX0" fmla="*/ 29256 w 114300"/>
                  <a:gd name="connsiteY0" fmla="*/ 41638 h 133350"/>
                  <a:gd name="connsiteX1" fmla="*/ 61641 w 114300"/>
                  <a:gd name="connsiteY1" fmla="*/ 7348 h 133350"/>
                  <a:gd name="connsiteX2" fmla="*/ 94978 w 114300"/>
                  <a:gd name="connsiteY2" fmla="*/ 41638 h 133350"/>
                  <a:gd name="connsiteX3" fmla="*/ 61641 w 114300"/>
                  <a:gd name="connsiteY3" fmla="*/ 75928 h 133350"/>
                  <a:gd name="connsiteX4" fmla="*/ 29256 w 114300"/>
                  <a:gd name="connsiteY4" fmla="*/ 41638 h 133350"/>
                  <a:gd name="connsiteX5" fmla="*/ 29256 w 114300"/>
                  <a:gd name="connsiteY5" fmla="*/ 41638 h 133350"/>
                  <a:gd name="connsiteX6" fmla="*/ 114028 w 114300"/>
                  <a:gd name="connsiteY6" fmla="*/ 130221 h 133350"/>
                  <a:gd name="connsiteX7" fmla="*/ 60688 w 114300"/>
                  <a:gd name="connsiteY7" fmla="*/ 75928 h 133350"/>
                  <a:gd name="connsiteX8" fmla="*/ 7348 w 114300"/>
                  <a:gd name="connsiteY8" fmla="*/ 130221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33350">
                    <a:moveTo>
                      <a:pt x="29256" y="41638"/>
                    </a:moveTo>
                    <a:cubicBezTo>
                      <a:pt x="29256" y="22588"/>
                      <a:pt x="43543" y="7348"/>
                      <a:pt x="61641" y="7348"/>
                    </a:cubicBezTo>
                    <a:cubicBezTo>
                      <a:pt x="79738" y="7348"/>
                      <a:pt x="94978" y="22588"/>
                      <a:pt x="94978" y="41638"/>
                    </a:cubicBezTo>
                    <a:cubicBezTo>
                      <a:pt x="94978" y="60688"/>
                      <a:pt x="79738" y="75928"/>
                      <a:pt x="61641" y="75928"/>
                    </a:cubicBezTo>
                    <a:cubicBezTo>
                      <a:pt x="43543" y="75928"/>
                      <a:pt x="29256" y="60688"/>
                      <a:pt x="29256" y="41638"/>
                    </a:cubicBezTo>
                    <a:lnTo>
                      <a:pt x="29256" y="41638"/>
                    </a:lnTo>
                    <a:close/>
                    <a:moveTo>
                      <a:pt x="114028" y="130221"/>
                    </a:moveTo>
                    <a:cubicBezTo>
                      <a:pt x="114028" y="99741"/>
                      <a:pt x="90216" y="75928"/>
                      <a:pt x="60688" y="75928"/>
                    </a:cubicBezTo>
                    <a:cubicBezTo>
                      <a:pt x="31161" y="75928"/>
                      <a:pt x="7348" y="100693"/>
                      <a:pt x="7348" y="130221"/>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5" name="Freeform: Shape 144">
                <a:extLst>
                  <a:ext uri="{FF2B5EF4-FFF2-40B4-BE49-F238E27FC236}">
                    <a16:creationId xmlns:a16="http://schemas.microsoft.com/office/drawing/2014/main" id="{1E7E6FA4-6A0E-4023-A290-81458375DFA0}"/>
                  </a:ext>
                </a:extLst>
              </p:cNvPr>
              <p:cNvSpPr/>
              <p:nvPr/>
            </p:nvSpPr>
            <p:spPr>
              <a:xfrm>
                <a:off x="1317737" y="7397541"/>
                <a:ext cx="154816" cy="180617"/>
              </a:xfrm>
              <a:custGeom>
                <a:avLst/>
                <a:gdLst>
                  <a:gd name="connsiteX0" fmla="*/ 29256 w 114300"/>
                  <a:gd name="connsiteY0" fmla="*/ 41638 h 133350"/>
                  <a:gd name="connsiteX1" fmla="*/ 61641 w 114300"/>
                  <a:gd name="connsiteY1" fmla="*/ 7348 h 133350"/>
                  <a:gd name="connsiteX2" fmla="*/ 94978 w 114300"/>
                  <a:gd name="connsiteY2" fmla="*/ 41638 h 133350"/>
                  <a:gd name="connsiteX3" fmla="*/ 61641 w 114300"/>
                  <a:gd name="connsiteY3" fmla="*/ 75928 h 133350"/>
                  <a:gd name="connsiteX4" fmla="*/ 29256 w 114300"/>
                  <a:gd name="connsiteY4" fmla="*/ 41638 h 133350"/>
                  <a:gd name="connsiteX5" fmla="*/ 29256 w 114300"/>
                  <a:gd name="connsiteY5" fmla="*/ 41638 h 133350"/>
                  <a:gd name="connsiteX6" fmla="*/ 114028 w 114300"/>
                  <a:gd name="connsiteY6" fmla="*/ 130221 h 133350"/>
                  <a:gd name="connsiteX7" fmla="*/ 60688 w 114300"/>
                  <a:gd name="connsiteY7" fmla="*/ 75928 h 133350"/>
                  <a:gd name="connsiteX8" fmla="*/ 7348 w 114300"/>
                  <a:gd name="connsiteY8" fmla="*/ 130221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33350">
                    <a:moveTo>
                      <a:pt x="29256" y="41638"/>
                    </a:moveTo>
                    <a:cubicBezTo>
                      <a:pt x="29256" y="22588"/>
                      <a:pt x="43543" y="7348"/>
                      <a:pt x="61641" y="7348"/>
                    </a:cubicBezTo>
                    <a:cubicBezTo>
                      <a:pt x="79738" y="7348"/>
                      <a:pt x="94978" y="22588"/>
                      <a:pt x="94978" y="41638"/>
                    </a:cubicBezTo>
                    <a:cubicBezTo>
                      <a:pt x="94978" y="60688"/>
                      <a:pt x="79738" y="75928"/>
                      <a:pt x="61641" y="75928"/>
                    </a:cubicBezTo>
                    <a:cubicBezTo>
                      <a:pt x="43543" y="75928"/>
                      <a:pt x="29256" y="60688"/>
                      <a:pt x="29256" y="41638"/>
                    </a:cubicBezTo>
                    <a:lnTo>
                      <a:pt x="29256" y="41638"/>
                    </a:lnTo>
                    <a:close/>
                    <a:moveTo>
                      <a:pt x="114028" y="130221"/>
                    </a:moveTo>
                    <a:cubicBezTo>
                      <a:pt x="114028" y="99741"/>
                      <a:pt x="90216" y="75928"/>
                      <a:pt x="60688" y="75928"/>
                    </a:cubicBezTo>
                    <a:cubicBezTo>
                      <a:pt x="31161" y="75928"/>
                      <a:pt x="7348" y="100693"/>
                      <a:pt x="7348" y="130221"/>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6" name="Freeform: Shape 145">
                <a:extLst>
                  <a:ext uri="{FF2B5EF4-FFF2-40B4-BE49-F238E27FC236}">
                    <a16:creationId xmlns:a16="http://schemas.microsoft.com/office/drawing/2014/main" id="{1BDFD5CF-E9DB-480F-B75C-67DE7088254C}"/>
                  </a:ext>
                </a:extLst>
              </p:cNvPr>
              <p:cNvSpPr/>
              <p:nvPr/>
            </p:nvSpPr>
            <p:spPr>
              <a:xfrm>
                <a:off x="1340959" y="7282719"/>
                <a:ext cx="116112" cy="103210"/>
              </a:xfrm>
              <a:custGeom>
                <a:avLst/>
                <a:gdLst>
                  <a:gd name="connsiteX0" fmla="*/ 44496 w 85725"/>
                  <a:gd name="connsiteY0" fmla="*/ 65451 h 76200"/>
                  <a:gd name="connsiteX1" fmla="*/ 20683 w 85725"/>
                  <a:gd name="connsiteY1" fmla="*/ 77833 h 76200"/>
                  <a:gd name="connsiteX2" fmla="*/ 25446 w 85725"/>
                  <a:gd name="connsiteY2" fmla="*/ 52116 h 76200"/>
                  <a:gd name="connsiteX3" fmla="*/ 7348 w 85725"/>
                  <a:gd name="connsiteY3" fmla="*/ 34018 h 76200"/>
                  <a:gd name="connsiteX4" fmla="*/ 33066 w 85725"/>
                  <a:gd name="connsiteY4" fmla="*/ 30208 h 76200"/>
                  <a:gd name="connsiteX5" fmla="*/ 44496 w 85725"/>
                  <a:gd name="connsiteY5" fmla="*/ 7348 h 76200"/>
                  <a:gd name="connsiteX6" fmla="*/ 55926 w 85725"/>
                  <a:gd name="connsiteY6" fmla="*/ 30208 h 76200"/>
                  <a:gd name="connsiteX7" fmla="*/ 80691 w 85725"/>
                  <a:gd name="connsiteY7" fmla="*/ 34018 h 76200"/>
                  <a:gd name="connsiteX8" fmla="*/ 62593 w 85725"/>
                  <a:gd name="connsiteY8" fmla="*/ 52116 h 76200"/>
                  <a:gd name="connsiteX9" fmla="*/ 67356 w 85725"/>
                  <a:gd name="connsiteY9" fmla="*/ 77833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725" h="76200">
                    <a:moveTo>
                      <a:pt x="44496" y="65451"/>
                    </a:moveTo>
                    <a:lnTo>
                      <a:pt x="20683" y="77833"/>
                    </a:lnTo>
                    <a:lnTo>
                      <a:pt x="25446" y="52116"/>
                    </a:lnTo>
                    <a:lnTo>
                      <a:pt x="7348" y="34018"/>
                    </a:lnTo>
                    <a:lnTo>
                      <a:pt x="33066" y="30208"/>
                    </a:lnTo>
                    <a:lnTo>
                      <a:pt x="44496" y="7348"/>
                    </a:lnTo>
                    <a:lnTo>
                      <a:pt x="55926" y="30208"/>
                    </a:lnTo>
                    <a:lnTo>
                      <a:pt x="80691" y="34018"/>
                    </a:lnTo>
                    <a:lnTo>
                      <a:pt x="62593" y="52116"/>
                    </a:lnTo>
                    <a:lnTo>
                      <a:pt x="67356" y="77833"/>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7" name="Freeform: Shape 146">
                <a:extLst>
                  <a:ext uri="{FF2B5EF4-FFF2-40B4-BE49-F238E27FC236}">
                    <a16:creationId xmlns:a16="http://schemas.microsoft.com/office/drawing/2014/main" id="{F1D18E4A-5504-4BF0-BA73-AF1A27F741E7}"/>
                  </a:ext>
                </a:extLst>
              </p:cNvPr>
              <p:cNvSpPr/>
              <p:nvPr/>
            </p:nvSpPr>
            <p:spPr>
              <a:xfrm>
                <a:off x="1778313" y="7282719"/>
                <a:ext cx="116112" cy="103210"/>
              </a:xfrm>
              <a:custGeom>
                <a:avLst/>
                <a:gdLst>
                  <a:gd name="connsiteX0" fmla="*/ 44496 w 85725"/>
                  <a:gd name="connsiteY0" fmla="*/ 65451 h 76200"/>
                  <a:gd name="connsiteX1" fmla="*/ 21636 w 85725"/>
                  <a:gd name="connsiteY1" fmla="*/ 77833 h 76200"/>
                  <a:gd name="connsiteX2" fmla="*/ 26398 w 85725"/>
                  <a:gd name="connsiteY2" fmla="*/ 52116 h 76200"/>
                  <a:gd name="connsiteX3" fmla="*/ 7348 w 85725"/>
                  <a:gd name="connsiteY3" fmla="*/ 34018 h 76200"/>
                  <a:gd name="connsiteX4" fmla="*/ 33066 w 85725"/>
                  <a:gd name="connsiteY4" fmla="*/ 30208 h 76200"/>
                  <a:gd name="connsiteX5" fmla="*/ 44496 w 85725"/>
                  <a:gd name="connsiteY5" fmla="*/ 7348 h 76200"/>
                  <a:gd name="connsiteX6" fmla="*/ 55926 w 85725"/>
                  <a:gd name="connsiteY6" fmla="*/ 30208 h 76200"/>
                  <a:gd name="connsiteX7" fmla="*/ 81643 w 85725"/>
                  <a:gd name="connsiteY7" fmla="*/ 34018 h 76200"/>
                  <a:gd name="connsiteX8" fmla="*/ 63546 w 85725"/>
                  <a:gd name="connsiteY8" fmla="*/ 52116 h 76200"/>
                  <a:gd name="connsiteX9" fmla="*/ 67356 w 85725"/>
                  <a:gd name="connsiteY9" fmla="*/ 77833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725" h="76200">
                    <a:moveTo>
                      <a:pt x="44496" y="65451"/>
                    </a:moveTo>
                    <a:lnTo>
                      <a:pt x="21636" y="77833"/>
                    </a:lnTo>
                    <a:lnTo>
                      <a:pt x="26398" y="52116"/>
                    </a:lnTo>
                    <a:lnTo>
                      <a:pt x="7348" y="34018"/>
                    </a:lnTo>
                    <a:lnTo>
                      <a:pt x="33066" y="30208"/>
                    </a:lnTo>
                    <a:lnTo>
                      <a:pt x="44496" y="7348"/>
                    </a:lnTo>
                    <a:lnTo>
                      <a:pt x="55926" y="30208"/>
                    </a:lnTo>
                    <a:lnTo>
                      <a:pt x="81643" y="34018"/>
                    </a:lnTo>
                    <a:lnTo>
                      <a:pt x="63546" y="52116"/>
                    </a:lnTo>
                    <a:lnTo>
                      <a:pt x="67356" y="77833"/>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8" name="Freeform: Shape 147">
                <a:extLst>
                  <a:ext uri="{FF2B5EF4-FFF2-40B4-BE49-F238E27FC236}">
                    <a16:creationId xmlns:a16="http://schemas.microsoft.com/office/drawing/2014/main" id="{FF7483BE-1FCD-45D4-BDCF-4970A89C4BED}"/>
                  </a:ext>
                </a:extLst>
              </p:cNvPr>
              <p:cNvSpPr/>
              <p:nvPr/>
            </p:nvSpPr>
            <p:spPr>
              <a:xfrm>
                <a:off x="1378372" y="7553645"/>
                <a:ext cx="38704" cy="38704"/>
              </a:xfrm>
              <a:custGeom>
                <a:avLst/>
                <a:gdLst>
                  <a:gd name="connsiteX0" fmla="*/ 26398 w 28575"/>
                  <a:gd name="connsiteY0" fmla="*/ 16873 h 28575"/>
                  <a:gd name="connsiteX1" fmla="*/ 16873 w 28575"/>
                  <a:gd name="connsiteY1" fmla="*/ 26398 h 28575"/>
                  <a:gd name="connsiteX2" fmla="*/ 7348 w 28575"/>
                  <a:gd name="connsiteY2" fmla="*/ 16873 h 28575"/>
                  <a:gd name="connsiteX3" fmla="*/ 16873 w 28575"/>
                  <a:gd name="connsiteY3" fmla="*/ 7348 h 28575"/>
                  <a:gd name="connsiteX4" fmla="*/ 26398 w 28575"/>
                  <a:gd name="connsiteY4" fmla="*/ 16873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398" y="16873"/>
                    </a:moveTo>
                    <a:cubicBezTo>
                      <a:pt x="26398" y="22134"/>
                      <a:pt x="22134" y="26398"/>
                      <a:pt x="16873" y="26398"/>
                    </a:cubicBezTo>
                    <a:cubicBezTo>
                      <a:pt x="11612" y="26398"/>
                      <a:pt x="7348" y="22134"/>
                      <a:pt x="7348" y="16873"/>
                    </a:cubicBezTo>
                    <a:cubicBezTo>
                      <a:pt x="7348" y="11613"/>
                      <a:pt x="11612" y="7348"/>
                      <a:pt x="16873" y="7348"/>
                    </a:cubicBezTo>
                    <a:cubicBezTo>
                      <a:pt x="22134" y="7348"/>
                      <a:pt x="26398" y="11613"/>
                      <a:pt x="26398" y="1687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9" name="Freeform: Shape 148">
                <a:extLst>
                  <a:ext uri="{FF2B5EF4-FFF2-40B4-BE49-F238E27FC236}">
                    <a16:creationId xmlns:a16="http://schemas.microsoft.com/office/drawing/2014/main" id="{B83FF2B8-DB01-41ED-A40D-888FD6673EBC}"/>
                  </a:ext>
                </a:extLst>
              </p:cNvPr>
              <p:cNvSpPr/>
              <p:nvPr/>
            </p:nvSpPr>
            <p:spPr>
              <a:xfrm>
                <a:off x="1818307" y="7553645"/>
                <a:ext cx="38704" cy="38704"/>
              </a:xfrm>
              <a:custGeom>
                <a:avLst/>
                <a:gdLst>
                  <a:gd name="connsiteX0" fmla="*/ 26398 w 28575"/>
                  <a:gd name="connsiteY0" fmla="*/ 16873 h 28575"/>
                  <a:gd name="connsiteX1" fmla="*/ 16873 w 28575"/>
                  <a:gd name="connsiteY1" fmla="*/ 26398 h 28575"/>
                  <a:gd name="connsiteX2" fmla="*/ 7348 w 28575"/>
                  <a:gd name="connsiteY2" fmla="*/ 16873 h 28575"/>
                  <a:gd name="connsiteX3" fmla="*/ 16873 w 28575"/>
                  <a:gd name="connsiteY3" fmla="*/ 7348 h 28575"/>
                  <a:gd name="connsiteX4" fmla="*/ 26398 w 28575"/>
                  <a:gd name="connsiteY4" fmla="*/ 16873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398" y="16873"/>
                    </a:moveTo>
                    <a:cubicBezTo>
                      <a:pt x="26398" y="22134"/>
                      <a:pt x="22133" y="26398"/>
                      <a:pt x="16873" y="26398"/>
                    </a:cubicBezTo>
                    <a:cubicBezTo>
                      <a:pt x="11613" y="26398"/>
                      <a:pt x="7348" y="22134"/>
                      <a:pt x="7348" y="16873"/>
                    </a:cubicBezTo>
                    <a:cubicBezTo>
                      <a:pt x="7348" y="11613"/>
                      <a:pt x="11613" y="7348"/>
                      <a:pt x="16873" y="7348"/>
                    </a:cubicBezTo>
                    <a:cubicBezTo>
                      <a:pt x="22133" y="7348"/>
                      <a:pt x="26398" y="11613"/>
                      <a:pt x="26398" y="1687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0" name="Freeform: Shape 149">
                <a:extLst>
                  <a:ext uri="{FF2B5EF4-FFF2-40B4-BE49-F238E27FC236}">
                    <a16:creationId xmlns:a16="http://schemas.microsoft.com/office/drawing/2014/main" id="{32CBB42B-C150-4420-A23B-B6E09320C637}"/>
                  </a:ext>
                </a:extLst>
              </p:cNvPr>
              <p:cNvSpPr/>
              <p:nvPr/>
            </p:nvSpPr>
            <p:spPr>
              <a:xfrm>
                <a:off x="1524158" y="7383349"/>
                <a:ext cx="180618" cy="206420"/>
              </a:xfrm>
              <a:custGeom>
                <a:avLst/>
                <a:gdLst>
                  <a:gd name="connsiteX0" fmla="*/ 31161 w 133350"/>
                  <a:gd name="connsiteY0" fmla="*/ 47353 h 152400"/>
                  <a:gd name="connsiteX1" fmla="*/ 69261 w 133350"/>
                  <a:gd name="connsiteY1" fmla="*/ 7348 h 152400"/>
                  <a:gd name="connsiteX2" fmla="*/ 108313 w 133350"/>
                  <a:gd name="connsiteY2" fmla="*/ 47353 h 152400"/>
                  <a:gd name="connsiteX3" fmla="*/ 69261 w 133350"/>
                  <a:gd name="connsiteY3" fmla="*/ 87358 h 152400"/>
                  <a:gd name="connsiteX4" fmla="*/ 31161 w 133350"/>
                  <a:gd name="connsiteY4" fmla="*/ 47353 h 152400"/>
                  <a:gd name="connsiteX5" fmla="*/ 31161 w 133350"/>
                  <a:gd name="connsiteY5" fmla="*/ 47353 h 152400"/>
                  <a:gd name="connsiteX6" fmla="*/ 131173 w 133350"/>
                  <a:gd name="connsiteY6" fmla="*/ 151176 h 152400"/>
                  <a:gd name="connsiteX7" fmla="*/ 69261 w 133350"/>
                  <a:gd name="connsiteY7" fmla="*/ 87358 h 152400"/>
                  <a:gd name="connsiteX8" fmla="*/ 7348 w 133350"/>
                  <a:gd name="connsiteY8" fmla="*/ 151176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350" h="152400">
                    <a:moveTo>
                      <a:pt x="31161" y="47353"/>
                    </a:moveTo>
                    <a:cubicBezTo>
                      <a:pt x="31161" y="25446"/>
                      <a:pt x="48306" y="7348"/>
                      <a:pt x="69261" y="7348"/>
                    </a:cubicBezTo>
                    <a:cubicBezTo>
                      <a:pt x="90216" y="7348"/>
                      <a:pt x="108313" y="25446"/>
                      <a:pt x="108313" y="47353"/>
                    </a:cubicBezTo>
                    <a:cubicBezTo>
                      <a:pt x="108313" y="69261"/>
                      <a:pt x="90216" y="87358"/>
                      <a:pt x="69261" y="87358"/>
                    </a:cubicBezTo>
                    <a:cubicBezTo>
                      <a:pt x="48306" y="87358"/>
                      <a:pt x="31161" y="69261"/>
                      <a:pt x="31161" y="47353"/>
                    </a:cubicBezTo>
                    <a:lnTo>
                      <a:pt x="31161" y="47353"/>
                    </a:lnTo>
                    <a:close/>
                    <a:moveTo>
                      <a:pt x="131173" y="151176"/>
                    </a:moveTo>
                    <a:cubicBezTo>
                      <a:pt x="131173" y="115933"/>
                      <a:pt x="103551" y="87358"/>
                      <a:pt x="69261" y="87358"/>
                    </a:cubicBezTo>
                    <a:cubicBezTo>
                      <a:pt x="34971" y="87358"/>
                      <a:pt x="7348" y="115933"/>
                      <a:pt x="7348" y="151176"/>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1" name="Freeform: Shape 150">
                <a:extLst>
                  <a:ext uri="{FF2B5EF4-FFF2-40B4-BE49-F238E27FC236}">
                    <a16:creationId xmlns:a16="http://schemas.microsoft.com/office/drawing/2014/main" id="{EBC0F9DC-C657-43FE-831D-ECA77D07CBDB}"/>
                  </a:ext>
                </a:extLst>
              </p:cNvPr>
              <p:cNvSpPr/>
              <p:nvPr/>
            </p:nvSpPr>
            <p:spPr>
              <a:xfrm>
                <a:off x="1540929" y="7238855"/>
                <a:ext cx="141914" cy="141913"/>
              </a:xfrm>
              <a:custGeom>
                <a:avLst/>
                <a:gdLst>
                  <a:gd name="connsiteX0" fmla="*/ 56878 w 104775"/>
                  <a:gd name="connsiteY0" fmla="*/ 85453 h 104775"/>
                  <a:gd name="connsiteX1" fmla="*/ 26398 w 104775"/>
                  <a:gd name="connsiteY1" fmla="*/ 101646 h 104775"/>
                  <a:gd name="connsiteX2" fmla="*/ 32113 w 104775"/>
                  <a:gd name="connsiteY2" fmla="*/ 67356 h 104775"/>
                  <a:gd name="connsiteX3" fmla="*/ 7348 w 104775"/>
                  <a:gd name="connsiteY3" fmla="*/ 43543 h 104775"/>
                  <a:gd name="connsiteX4" fmla="*/ 41638 w 104775"/>
                  <a:gd name="connsiteY4" fmla="*/ 37828 h 104775"/>
                  <a:gd name="connsiteX5" fmla="*/ 56878 w 104775"/>
                  <a:gd name="connsiteY5" fmla="*/ 7348 h 104775"/>
                  <a:gd name="connsiteX6" fmla="*/ 72118 w 104775"/>
                  <a:gd name="connsiteY6" fmla="*/ 37828 h 104775"/>
                  <a:gd name="connsiteX7" fmla="*/ 106408 w 104775"/>
                  <a:gd name="connsiteY7" fmla="*/ 43543 h 104775"/>
                  <a:gd name="connsiteX8" fmla="*/ 81643 w 104775"/>
                  <a:gd name="connsiteY8" fmla="*/ 67356 h 104775"/>
                  <a:gd name="connsiteX9" fmla="*/ 87358 w 104775"/>
                  <a:gd name="connsiteY9" fmla="*/ 101646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775" h="104775">
                    <a:moveTo>
                      <a:pt x="56878" y="85453"/>
                    </a:moveTo>
                    <a:lnTo>
                      <a:pt x="26398" y="101646"/>
                    </a:lnTo>
                    <a:lnTo>
                      <a:pt x="32113" y="67356"/>
                    </a:lnTo>
                    <a:lnTo>
                      <a:pt x="7348" y="43543"/>
                    </a:lnTo>
                    <a:lnTo>
                      <a:pt x="41638" y="37828"/>
                    </a:lnTo>
                    <a:lnTo>
                      <a:pt x="56878" y="7348"/>
                    </a:lnTo>
                    <a:lnTo>
                      <a:pt x="72118" y="37828"/>
                    </a:lnTo>
                    <a:lnTo>
                      <a:pt x="106408" y="43543"/>
                    </a:lnTo>
                    <a:lnTo>
                      <a:pt x="81643" y="67356"/>
                    </a:lnTo>
                    <a:lnTo>
                      <a:pt x="87358" y="101646"/>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2" name="Freeform: Shape 151">
                <a:extLst>
                  <a:ext uri="{FF2B5EF4-FFF2-40B4-BE49-F238E27FC236}">
                    <a16:creationId xmlns:a16="http://schemas.microsoft.com/office/drawing/2014/main" id="{FA06B8CA-FC95-4BC2-B74C-EC554BEDE826}"/>
                  </a:ext>
                </a:extLst>
              </p:cNvPr>
              <p:cNvSpPr/>
              <p:nvPr/>
            </p:nvSpPr>
            <p:spPr>
              <a:xfrm>
                <a:off x="1589954" y="7622022"/>
                <a:ext cx="51605" cy="51605"/>
              </a:xfrm>
              <a:custGeom>
                <a:avLst/>
                <a:gdLst>
                  <a:gd name="connsiteX0" fmla="*/ 34018 w 38100"/>
                  <a:gd name="connsiteY0" fmla="*/ 20683 h 38100"/>
                  <a:gd name="connsiteX1" fmla="*/ 20683 w 38100"/>
                  <a:gd name="connsiteY1" fmla="*/ 34018 h 38100"/>
                  <a:gd name="connsiteX2" fmla="*/ 7348 w 38100"/>
                  <a:gd name="connsiteY2" fmla="*/ 20683 h 38100"/>
                  <a:gd name="connsiteX3" fmla="*/ 20683 w 38100"/>
                  <a:gd name="connsiteY3" fmla="*/ 7348 h 38100"/>
                  <a:gd name="connsiteX4" fmla="*/ 34018 w 38100"/>
                  <a:gd name="connsiteY4" fmla="*/ 20683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4018" y="20683"/>
                    </a:moveTo>
                    <a:cubicBezTo>
                      <a:pt x="34018" y="28048"/>
                      <a:pt x="28048" y="34018"/>
                      <a:pt x="20683" y="34018"/>
                    </a:cubicBezTo>
                    <a:cubicBezTo>
                      <a:pt x="13319" y="34018"/>
                      <a:pt x="7348" y="28048"/>
                      <a:pt x="7348" y="20683"/>
                    </a:cubicBezTo>
                    <a:cubicBezTo>
                      <a:pt x="7348" y="13318"/>
                      <a:pt x="13319" y="7348"/>
                      <a:pt x="20683" y="7348"/>
                    </a:cubicBezTo>
                    <a:cubicBezTo>
                      <a:pt x="28048" y="7348"/>
                      <a:pt x="34018" y="13318"/>
                      <a:pt x="34018" y="2068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3" name="Freeform: Shape 152">
                <a:extLst>
                  <a:ext uri="{FF2B5EF4-FFF2-40B4-BE49-F238E27FC236}">
                    <a16:creationId xmlns:a16="http://schemas.microsoft.com/office/drawing/2014/main" id="{E6CC598E-EC81-457D-9E79-393DE65067FF}"/>
                  </a:ext>
                </a:extLst>
              </p:cNvPr>
              <p:cNvSpPr/>
              <p:nvPr/>
            </p:nvSpPr>
            <p:spPr>
              <a:xfrm>
                <a:off x="1402886" y="7571707"/>
                <a:ext cx="193519" cy="77407"/>
              </a:xfrm>
              <a:custGeom>
                <a:avLst/>
                <a:gdLst>
                  <a:gd name="connsiteX0" fmla="*/ 7348 w 142875"/>
                  <a:gd name="connsiteY0" fmla="*/ 7348 h 57150"/>
                  <a:gd name="connsiteX1" fmla="*/ 144508 w 142875"/>
                  <a:gd name="connsiteY1" fmla="*/ 56878 h 57150"/>
                </a:gdLst>
                <a:ahLst/>
                <a:cxnLst>
                  <a:cxn ang="0">
                    <a:pos x="connsiteX0" y="connsiteY0"/>
                  </a:cxn>
                  <a:cxn ang="0">
                    <a:pos x="connsiteX1" y="connsiteY1"/>
                  </a:cxn>
                </a:cxnLst>
                <a:rect l="l" t="t" r="r" b="b"/>
                <a:pathLst>
                  <a:path w="142875" h="57150">
                    <a:moveTo>
                      <a:pt x="7348" y="7348"/>
                    </a:moveTo>
                    <a:lnTo>
                      <a:pt x="144508" y="56878"/>
                    </a:ln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4" name="Freeform: Shape 153">
                <a:extLst>
                  <a:ext uri="{FF2B5EF4-FFF2-40B4-BE49-F238E27FC236}">
                    <a16:creationId xmlns:a16="http://schemas.microsoft.com/office/drawing/2014/main" id="{366FC206-3649-4105-BD6F-ADD6A8E9D6FD}"/>
                  </a:ext>
                </a:extLst>
              </p:cNvPr>
              <p:cNvSpPr/>
              <p:nvPr/>
            </p:nvSpPr>
            <p:spPr>
              <a:xfrm>
                <a:off x="1628658" y="7571707"/>
                <a:ext cx="206421" cy="77407"/>
              </a:xfrm>
              <a:custGeom>
                <a:avLst/>
                <a:gdLst>
                  <a:gd name="connsiteX0" fmla="*/ 7348 w 152400"/>
                  <a:gd name="connsiteY0" fmla="*/ 56878 h 57150"/>
                  <a:gd name="connsiteX1" fmla="*/ 148318 w 152400"/>
                  <a:gd name="connsiteY1" fmla="*/ 7348 h 57150"/>
                </a:gdLst>
                <a:ahLst/>
                <a:cxnLst>
                  <a:cxn ang="0">
                    <a:pos x="connsiteX0" y="connsiteY0"/>
                  </a:cxn>
                  <a:cxn ang="0">
                    <a:pos x="connsiteX1" y="connsiteY1"/>
                  </a:cxn>
                </a:cxnLst>
                <a:rect l="l" t="t" r="r" b="b"/>
                <a:pathLst>
                  <a:path w="152400" h="57150">
                    <a:moveTo>
                      <a:pt x="7348" y="56878"/>
                    </a:moveTo>
                    <a:lnTo>
                      <a:pt x="148318" y="7348"/>
                    </a:ln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grpSp>
      </p:grpSp>
      <p:cxnSp>
        <p:nvCxnSpPr>
          <p:cNvPr id="167" name="Straight Connector 166">
            <a:extLst>
              <a:ext uri="{FF2B5EF4-FFF2-40B4-BE49-F238E27FC236}">
                <a16:creationId xmlns:a16="http://schemas.microsoft.com/office/drawing/2014/main" id="{7B195598-F76A-4EA1-BF44-B801A69B2AEB}"/>
              </a:ext>
              <a:ext uri="{C183D7F6-B498-43B3-948B-1728B52AA6E4}">
                <adec:decorative xmlns:adec="http://schemas.microsoft.com/office/drawing/2017/decorative" val="1"/>
              </a:ext>
            </a:extLst>
          </p:cNvPr>
          <p:cNvCxnSpPr>
            <a:cxnSpLocks/>
          </p:cNvCxnSpPr>
          <p:nvPr/>
        </p:nvCxnSpPr>
        <p:spPr>
          <a:xfrm>
            <a:off x="5771254" y="3296095"/>
            <a:ext cx="497091"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78" name="Group 177">
            <a:extLst>
              <a:ext uri="{FF2B5EF4-FFF2-40B4-BE49-F238E27FC236}">
                <a16:creationId xmlns:a16="http://schemas.microsoft.com/office/drawing/2014/main" id="{CFA8B499-6B1B-4EFC-93B7-524975374A05}"/>
              </a:ext>
              <a:ext uri="{C183D7F6-B498-43B3-948B-1728B52AA6E4}">
                <adec:decorative xmlns:adec="http://schemas.microsoft.com/office/drawing/2017/decorative" val="1"/>
              </a:ext>
            </a:extLst>
          </p:cNvPr>
          <p:cNvGrpSpPr/>
          <p:nvPr/>
        </p:nvGrpSpPr>
        <p:grpSpPr>
          <a:xfrm>
            <a:off x="722184" y="3802549"/>
            <a:ext cx="522238" cy="522238"/>
            <a:chOff x="724354" y="2781602"/>
            <a:chExt cx="438218" cy="438964"/>
          </a:xfrm>
        </p:grpSpPr>
        <p:sp>
          <p:nvSpPr>
            <p:cNvPr id="179" name="Oval 178">
              <a:extLst>
                <a:ext uri="{FF2B5EF4-FFF2-40B4-BE49-F238E27FC236}">
                  <a16:creationId xmlns:a16="http://schemas.microsoft.com/office/drawing/2014/main" id="{411DDA84-71CD-44BA-9140-44D1A91A6550}"/>
                </a:ext>
                <a:ext uri="{C183D7F6-B498-43B3-948B-1728B52AA6E4}">
                  <adec:decorative xmlns:adec="http://schemas.microsoft.com/office/drawing/2017/decorative" val="1"/>
                </a:ext>
              </a:extLst>
            </p:cNvPr>
            <p:cNvSpPr>
              <a:spLocks/>
            </p:cNvSpPr>
            <p:nvPr/>
          </p:nvSpPr>
          <p:spPr bwMode="auto">
            <a:xfrm>
              <a:off x="724354" y="2781602"/>
              <a:ext cx="438218" cy="438964"/>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normalizeH="0" baseline="0" noProof="0">
                <a:ln>
                  <a:noFill/>
                </a:ln>
                <a:solidFill>
                  <a:srgbClr val="FFFFFF"/>
                </a:solidFill>
                <a:effectLst/>
                <a:uLnTx/>
                <a:uFillTx/>
                <a:latin typeface="Segoe UI"/>
                <a:ea typeface="Segoe UI" pitchFamily="34" charset="0"/>
                <a:cs typeface="Segoe UI" pitchFamily="34" charset="0"/>
              </a:endParaRPr>
            </a:p>
          </p:txBody>
        </p:sp>
        <p:sp>
          <p:nvSpPr>
            <p:cNvPr id="180" name="Trackers_EADF">
              <a:extLst>
                <a:ext uri="{FF2B5EF4-FFF2-40B4-BE49-F238E27FC236}">
                  <a16:creationId xmlns:a16="http://schemas.microsoft.com/office/drawing/2014/main" id="{B21AA2D5-3452-4E03-BA76-5FD47784B1FC}"/>
                </a:ext>
                <a:ext uri="{C183D7F6-B498-43B3-948B-1728B52AA6E4}">
                  <adec:decorative xmlns:adec="http://schemas.microsoft.com/office/drawing/2017/decorative" val="1"/>
                </a:ext>
              </a:extLst>
            </p:cNvPr>
            <p:cNvSpPr>
              <a:spLocks noChangeAspect="1" noEditPoints="1"/>
            </p:cNvSpPr>
            <p:nvPr/>
          </p:nvSpPr>
          <p:spPr bwMode="auto">
            <a:xfrm>
              <a:off x="854529" y="2879611"/>
              <a:ext cx="177869" cy="242946"/>
            </a:xfrm>
            <a:custGeom>
              <a:avLst/>
              <a:gdLst>
                <a:gd name="T0" fmla="*/ 1000 w 2750"/>
                <a:gd name="T1" fmla="*/ 375 h 3750"/>
                <a:gd name="T2" fmla="*/ 1375 w 2750"/>
                <a:gd name="T3" fmla="*/ 0 h 3750"/>
                <a:gd name="T4" fmla="*/ 1750 w 2750"/>
                <a:gd name="T5" fmla="*/ 375 h 3750"/>
                <a:gd name="T6" fmla="*/ 1750 w 2750"/>
                <a:gd name="T7" fmla="*/ 500 h 3750"/>
                <a:gd name="T8" fmla="*/ 2250 w 2750"/>
                <a:gd name="T9" fmla="*/ 500 h 3750"/>
                <a:gd name="T10" fmla="*/ 2250 w 2750"/>
                <a:gd name="T11" fmla="*/ 1000 h 3750"/>
                <a:gd name="T12" fmla="*/ 500 w 2750"/>
                <a:gd name="T13" fmla="*/ 1000 h 3750"/>
                <a:gd name="T14" fmla="*/ 500 w 2750"/>
                <a:gd name="T15" fmla="*/ 500 h 3750"/>
                <a:gd name="T16" fmla="*/ 1000 w 2750"/>
                <a:gd name="T17" fmla="*/ 500 h 3750"/>
                <a:gd name="T18" fmla="*/ 1000 w 2750"/>
                <a:gd name="T19" fmla="*/ 375 h 3750"/>
                <a:gd name="T20" fmla="*/ 500 w 2750"/>
                <a:gd name="T21" fmla="*/ 500 h 3750"/>
                <a:gd name="T22" fmla="*/ 0 w 2750"/>
                <a:gd name="T23" fmla="*/ 500 h 3750"/>
                <a:gd name="T24" fmla="*/ 0 w 2750"/>
                <a:gd name="T25" fmla="*/ 3750 h 3750"/>
                <a:gd name="T26" fmla="*/ 2750 w 2750"/>
                <a:gd name="T27" fmla="*/ 3750 h 3750"/>
                <a:gd name="T28" fmla="*/ 2750 w 2750"/>
                <a:gd name="T29" fmla="*/ 500 h 3750"/>
                <a:gd name="T30" fmla="*/ 2250 w 2750"/>
                <a:gd name="T31" fmla="*/ 500 h 3750"/>
                <a:gd name="T32" fmla="*/ 2375 w 2750"/>
                <a:gd name="T33" fmla="*/ 1750 h 3750"/>
                <a:gd name="T34" fmla="*/ 1375 w 2750"/>
                <a:gd name="T35" fmla="*/ 1750 h 3750"/>
                <a:gd name="T36" fmla="*/ 2375 w 2750"/>
                <a:gd name="T37" fmla="*/ 2500 h 3750"/>
                <a:gd name="T38" fmla="*/ 1375 w 2750"/>
                <a:gd name="T39" fmla="*/ 2500 h 3750"/>
                <a:gd name="T40" fmla="*/ 2375 w 2750"/>
                <a:gd name="T41" fmla="*/ 3250 h 3750"/>
                <a:gd name="T42" fmla="*/ 1375 w 2750"/>
                <a:gd name="T43" fmla="*/ 3250 h 3750"/>
                <a:gd name="T44" fmla="*/ 500 w 2750"/>
                <a:gd name="T45" fmla="*/ 1500 h 3750"/>
                <a:gd name="T46" fmla="*/ 750 w 2750"/>
                <a:gd name="T47" fmla="*/ 1750 h 3750"/>
                <a:gd name="T48" fmla="*/ 1125 w 2750"/>
                <a:gd name="T49" fmla="*/ 1375 h 3750"/>
                <a:gd name="T50" fmla="*/ 500 w 2750"/>
                <a:gd name="T51" fmla="*/ 2250 h 3750"/>
                <a:gd name="T52" fmla="*/ 750 w 2750"/>
                <a:gd name="T53" fmla="*/ 2500 h 3750"/>
                <a:gd name="T54" fmla="*/ 1125 w 2750"/>
                <a:gd name="T55" fmla="*/ 2125 h 3750"/>
                <a:gd name="T56" fmla="*/ 500 w 2750"/>
                <a:gd name="T57" fmla="*/ 3000 h 3750"/>
                <a:gd name="T58" fmla="*/ 750 w 2750"/>
                <a:gd name="T59" fmla="*/ 3250 h 3750"/>
                <a:gd name="T60" fmla="*/ 1125 w 2750"/>
                <a:gd name="T61" fmla="*/ 2875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50" h="3750">
                  <a:moveTo>
                    <a:pt x="1000" y="375"/>
                  </a:moveTo>
                  <a:cubicBezTo>
                    <a:pt x="1000" y="168"/>
                    <a:pt x="1168" y="0"/>
                    <a:pt x="1375" y="0"/>
                  </a:cubicBezTo>
                  <a:cubicBezTo>
                    <a:pt x="1582" y="0"/>
                    <a:pt x="1750" y="168"/>
                    <a:pt x="1750" y="375"/>
                  </a:cubicBezTo>
                  <a:cubicBezTo>
                    <a:pt x="1750" y="500"/>
                    <a:pt x="1750" y="500"/>
                    <a:pt x="1750" y="500"/>
                  </a:cubicBezTo>
                  <a:cubicBezTo>
                    <a:pt x="2250" y="500"/>
                    <a:pt x="2250" y="500"/>
                    <a:pt x="2250" y="500"/>
                  </a:cubicBezTo>
                  <a:cubicBezTo>
                    <a:pt x="2250" y="1000"/>
                    <a:pt x="2250" y="1000"/>
                    <a:pt x="2250" y="1000"/>
                  </a:cubicBezTo>
                  <a:cubicBezTo>
                    <a:pt x="500" y="1000"/>
                    <a:pt x="500" y="1000"/>
                    <a:pt x="500" y="1000"/>
                  </a:cubicBezTo>
                  <a:cubicBezTo>
                    <a:pt x="500" y="500"/>
                    <a:pt x="500" y="500"/>
                    <a:pt x="500" y="500"/>
                  </a:cubicBezTo>
                  <a:cubicBezTo>
                    <a:pt x="1000" y="500"/>
                    <a:pt x="1000" y="500"/>
                    <a:pt x="1000" y="500"/>
                  </a:cubicBezTo>
                  <a:lnTo>
                    <a:pt x="1000" y="375"/>
                  </a:lnTo>
                  <a:close/>
                  <a:moveTo>
                    <a:pt x="500" y="500"/>
                  </a:moveTo>
                  <a:cubicBezTo>
                    <a:pt x="0" y="500"/>
                    <a:pt x="0" y="500"/>
                    <a:pt x="0" y="500"/>
                  </a:cubicBezTo>
                  <a:cubicBezTo>
                    <a:pt x="0" y="3750"/>
                    <a:pt x="0" y="3750"/>
                    <a:pt x="0" y="3750"/>
                  </a:cubicBezTo>
                  <a:cubicBezTo>
                    <a:pt x="2750" y="3750"/>
                    <a:pt x="2750" y="3750"/>
                    <a:pt x="2750" y="3750"/>
                  </a:cubicBezTo>
                  <a:cubicBezTo>
                    <a:pt x="2750" y="500"/>
                    <a:pt x="2750" y="500"/>
                    <a:pt x="2750" y="500"/>
                  </a:cubicBezTo>
                  <a:cubicBezTo>
                    <a:pt x="2250" y="500"/>
                    <a:pt x="2250" y="500"/>
                    <a:pt x="2250" y="500"/>
                  </a:cubicBezTo>
                  <a:moveTo>
                    <a:pt x="2375" y="1750"/>
                  </a:moveTo>
                  <a:cubicBezTo>
                    <a:pt x="1375" y="1750"/>
                    <a:pt x="1375" y="1750"/>
                    <a:pt x="1375" y="1750"/>
                  </a:cubicBezTo>
                  <a:moveTo>
                    <a:pt x="2375" y="2500"/>
                  </a:moveTo>
                  <a:cubicBezTo>
                    <a:pt x="1375" y="2500"/>
                    <a:pt x="1375" y="2500"/>
                    <a:pt x="1375" y="2500"/>
                  </a:cubicBezTo>
                  <a:moveTo>
                    <a:pt x="2375" y="3250"/>
                  </a:moveTo>
                  <a:cubicBezTo>
                    <a:pt x="1375" y="3250"/>
                    <a:pt x="1375" y="3250"/>
                    <a:pt x="1375" y="3250"/>
                  </a:cubicBezTo>
                  <a:moveTo>
                    <a:pt x="500" y="1500"/>
                  </a:moveTo>
                  <a:cubicBezTo>
                    <a:pt x="750" y="1750"/>
                    <a:pt x="750" y="1750"/>
                    <a:pt x="750" y="1750"/>
                  </a:cubicBezTo>
                  <a:cubicBezTo>
                    <a:pt x="1125" y="1375"/>
                    <a:pt x="1125" y="1375"/>
                    <a:pt x="1125" y="1375"/>
                  </a:cubicBezTo>
                  <a:moveTo>
                    <a:pt x="500" y="2250"/>
                  </a:moveTo>
                  <a:cubicBezTo>
                    <a:pt x="750" y="2500"/>
                    <a:pt x="750" y="2500"/>
                    <a:pt x="750" y="2500"/>
                  </a:cubicBezTo>
                  <a:cubicBezTo>
                    <a:pt x="1125" y="2125"/>
                    <a:pt x="1125" y="2125"/>
                    <a:pt x="1125" y="2125"/>
                  </a:cubicBezTo>
                  <a:moveTo>
                    <a:pt x="500" y="3000"/>
                  </a:moveTo>
                  <a:cubicBezTo>
                    <a:pt x="750" y="3250"/>
                    <a:pt x="750" y="3250"/>
                    <a:pt x="750" y="3250"/>
                  </a:cubicBezTo>
                  <a:cubicBezTo>
                    <a:pt x="1125" y="2875"/>
                    <a:pt x="1125" y="2875"/>
                    <a:pt x="1125" y="2875"/>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normalizeH="0" baseline="0" noProof="0">
                <a:ln>
                  <a:noFill/>
                </a:ln>
                <a:solidFill>
                  <a:prstClr val="black"/>
                </a:solidFill>
                <a:effectLst/>
                <a:uLnTx/>
                <a:uFillTx/>
                <a:latin typeface="Calibri" panose="020F0502020204030204"/>
                <a:ea typeface="+mn-ea"/>
                <a:cs typeface="+mn-cs"/>
              </a:endParaRPr>
            </a:p>
          </p:txBody>
        </p:sp>
      </p:grpSp>
      <p:cxnSp>
        <p:nvCxnSpPr>
          <p:cNvPr id="192" name="Straight Connector 191">
            <a:extLst>
              <a:ext uri="{FF2B5EF4-FFF2-40B4-BE49-F238E27FC236}">
                <a16:creationId xmlns:a16="http://schemas.microsoft.com/office/drawing/2014/main" id="{E0224169-9119-47EF-96EE-DDA203D7C417}"/>
              </a:ext>
              <a:ext uri="{C183D7F6-B498-43B3-948B-1728B52AA6E4}">
                <adec:decorative xmlns:adec="http://schemas.microsoft.com/office/drawing/2017/decorative" val="1"/>
              </a:ext>
            </a:extLst>
          </p:cNvPr>
          <p:cNvCxnSpPr>
            <a:cxnSpLocks/>
          </p:cNvCxnSpPr>
          <p:nvPr/>
        </p:nvCxnSpPr>
        <p:spPr>
          <a:xfrm>
            <a:off x="5771254" y="4787423"/>
            <a:ext cx="497091"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13" name="Footer Placeholder 4">
            <a:extLst>
              <a:ext uri="{FF2B5EF4-FFF2-40B4-BE49-F238E27FC236}">
                <a16:creationId xmlns:a16="http://schemas.microsoft.com/office/drawing/2014/main" id="{10E54606-57C2-4DE8-9859-0E9A1418A590}"/>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pic>
        <p:nvPicPr>
          <p:cNvPr id="214" name="Picture 213" descr="Two young employees sitting in a coffee table working on a laptop">
            <a:extLst>
              <a:ext uri="{FF2B5EF4-FFF2-40B4-BE49-F238E27FC236}">
                <a16:creationId xmlns:a16="http://schemas.microsoft.com/office/drawing/2014/main" id="{862DE29E-5032-41FF-9267-7440425DBBCA}"/>
              </a:ext>
            </a:extLst>
          </p:cNvPr>
          <p:cNvPicPr>
            <a:picLocks noChangeAspect="1"/>
          </p:cNvPicPr>
          <p:nvPr/>
        </p:nvPicPr>
        <p:blipFill rotWithShape="1">
          <a:blip r:embed="rId4">
            <a:extLst>
              <a:ext uri="{28A0092B-C50C-407E-A947-70E740481C1C}">
                <a14:useLocalDpi xmlns:a14="http://schemas.microsoft.com/office/drawing/2010/main" val="0"/>
              </a:ext>
            </a:extLst>
          </a:blip>
          <a:srcRect l="10446" t="3964" r="38914" b="906"/>
          <a:stretch/>
        </p:blipFill>
        <p:spPr>
          <a:xfrm>
            <a:off x="6715115" y="0"/>
            <a:ext cx="5476886" cy="6858000"/>
          </a:xfrm>
          <a:custGeom>
            <a:avLst/>
            <a:gdLst>
              <a:gd name="connsiteX0" fmla="*/ 0 w 2743198"/>
              <a:gd name="connsiteY0" fmla="*/ 0 h 4663440"/>
              <a:gd name="connsiteX1" fmla="*/ 2743198 w 2743198"/>
              <a:gd name="connsiteY1" fmla="*/ 0 h 4663440"/>
              <a:gd name="connsiteX2" fmla="*/ 2743198 w 2743198"/>
              <a:gd name="connsiteY2" fmla="*/ 4663440 h 4663440"/>
              <a:gd name="connsiteX3" fmla="*/ 0 w 2743198"/>
              <a:gd name="connsiteY3" fmla="*/ 4663440 h 4663440"/>
            </a:gdLst>
            <a:ahLst/>
            <a:cxnLst>
              <a:cxn ang="0">
                <a:pos x="connsiteX0" y="connsiteY0"/>
              </a:cxn>
              <a:cxn ang="0">
                <a:pos x="connsiteX1" y="connsiteY1"/>
              </a:cxn>
              <a:cxn ang="0">
                <a:pos x="connsiteX2" y="connsiteY2"/>
              </a:cxn>
              <a:cxn ang="0">
                <a:pos x="connsiteX3" y="connsiteY3"/>
              </a:cxn>
            </a:cxnLst>
            <a:rect l="l" t="t" r="r" b="b"/>
            <a:pathLst>
              <a:path w="2743198" h="4663440">
                <a:moveTo>
                  <a:pt x="0" y="0"/>
                </a:moveTo>
                <a:lnTo>
                  <a:pt x="2743198" y="0"/>
                </a:lnTo>
                <a:lnTo>
                  <a:pt x="2743198" y="4663440"/>
                </a:lnTo>
                <a:lnTo>
                  <a:pt x="0" y="4663440"/>
                </a:lnTo>
                <a:close/>
              </a:path>
            </a:pathLst>
          </a:custGeom>
        </p:spPr>
      </p:pic>
      <p:sp>
        <p:nvSpPr>
          <p:cNvPr id="216" name="Slide Number Placeholder 5">
            <a:extLst>
              <a:ext uri="{FF2B5EF4-FFF2-40B4-BE49-F238E27FC236}">
                <a16:creationId xmlns:a16="http://schemas.microsoft.com/office/drawing/2014/main" id="{063ECB81-19EB-41B2-B6F9-134822DB431D}"/>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chemeClr val="bg1"/>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US" sz="800" b="0" i="0" u="none" strike="noStrike" kern="1200" cap="none" spc="0" normalizeH="0" baseline="0" noProof="0">
              <a:ln>
                <a:noFill/>
              </a:ln>
              <a:solidFill>
                <a:schemeClr val="bg1"/>
              </a:solidFill>
              <a:effectLst/>
              <a:uLnTx/>
              <a:uFillTx/>
              <a:latin typeface="Segoe UI"/>
              <a:ea typeface="+mn-ea"/>
              <a:cs typeface="+mn-cs"/>
            </a:endParaRPr>
          </a:p>
        </p:txBody>
      </p:sp>
      <p:grpSp>
        <p:nvGrpSpPr>
          <p:cNvPr id="3" name="Group 2">
            <a:extLst>
              <a:ext uri="{FF2B5EF4-FFF2-40B4-BE49-F238E27FC236}">
                <a16:creationId xmlns:a16="http://schemas.microsoft.com/office/drawing/2014/main" id="{6044A2F7-4D4E-651B-1CF1-0D8879CACED8}"/>
              </a:ext>
              <a:ext uri="{C183D7F6-B498-43B3-948B-1728B52AA6E4}">
                <adec:decorative xmlns:adec="http://schemas.microsoft.com/office/drawing/2017/decorative" val="1"/>
              </a:ext>
            </a:extLst>
          </p:cNvPr>
          <p:cNvGrpSpPr/>
          <p:nvPr/>
        </p:nvGrpSpPr>
        <p:grpSpPr>
          <a:xfrm>
            <a:off x="708550" y="5275488"/>
            <a:ext cx="522238" cy="522238"/>
            <a:chOff x="724354" y="2781602"/>
            <a:chExt cx="438218" cy="438964"/>
          </a:xfrm>
        </p:grpSpPr>
        <p:sp>
          <p:nvSpPr>
            <p:cNvPr id="4" name="Oval 3">
              <a:extLst>
                <a:ext uri="{FF2B5EF4-FFF2-40B4-BE49-F238E27FC236}">
                  <a16:creationId xmlns:a16="http://schemas.microsoft.com/office/drawing/2014/main" id="{94D9F791-8FDC-B917-8935-CF04F46847E3}"/>
                </a:ext>
                <a:ext uri="{C183D7F6-B498-43B3-948B-1728B52AA6E4}">
                  <adec:decorative xmlns:adec="http://schemas.microsoft.com/office/drawing/2017/decorative" val="1"/>
                </a:ext>
              </a:extLst>
            </p:cNvPr>
            <p:cNvSpPr>
              <a:spLocks/>
            </p:cNvSpPr>
            <p:nvPr/>
          </p:nvSpPr>
          <p:spPr bwMode="auto">
            <a:xfrm>
              <a:off x="724354" y="2781602"/>
              <a:ext cx="438218" cy="438964"/>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normalizeH="0" baseline="0" noProof="0">
                <a:ln>
                  <a:noFill/>
                </a:ln>
                <a:solidFill>
                  <a:srgbClr val="FFFFFF"/>
                </a:solidFill>
                <a:effectLst/>
                <a:uLnTx/>
                <a:uFillTx/>
                <a:latin typeface="Segoe UI"/>
                <a:ea typeface="Segoe UI" pitchFamily="34" charset="0"/>
                <a:cs typeface="Segoe UI" pitchFamily="34" charset="0"/>
              </a:endParaRPr>
            </a:p>
          </p:txBody>
        </p:sp>
        <p:sp>
          <p:nvSpPr>
            <p:cNvPr id="5" name="Trackers_EADF">
              <a:extLst>
                <a:ext uri="{FF2B5EF4-FFF2-40B4-BE49-F238E27FC236}">
                  <a16:creationId xmlns:a16="http://schemas.microsoft.com/office/drawing/2014/main" id="{5146D199-D6D6-0ADB-98E8-80BB5412BC68}"/>
                </a:ext>
                <a:ext uri="{C183D7F6-B498-43B3-948B-1728B52AA6E4}">
                  <adec:decorative xmlns:adec="http://schemas.microsoft.com/office/drawing/2017/decorative" val="1"/>
                </a:ext>
              </a:extLst>
            </p:cNvPr>
            <p:cNvSpPr>
              <a:spLocks noChangeAspect="1" noEditPoints="1"/>
            </p:cNvSpPr>
            <p:nvPr/>
          </p:nvSpPr>
          <p:spPr bwMode="auto">
            <a:xfrm>
              <a:off x="854529" y="2879611"/>
              <a:ext cx="177869" cy="242946"/>
            </a:xfrm>
            <a:custGeom>
              <a:avLst/>
              <a:gdLst>
                <a:gd name="T0" fmla="*/ 1000 w 2750"/>
                <a:gd name="T1" fmla="*/ 375 h 3750"/>
                <a:gd name="T2" fmla="*/ 1375 w 2750"/>
                <a:gd name="T3" fmla="*/ 0 h 3750"/>
                <a:gd name="T4" fmla="*/ 1750 w 2750"/>
                <a:gd name="T5" fmla="*/ 375 h 3750"/>
                <a:gd name="T6" fmla="*/ 1750 w 2750"/>
                <a:gd name="T7" fmla="*/ 500 h 3750"/>
                <a:gd name="T8" fmla="*/ 2250 w 2750"/>
                <a:gd name="T9" fmla="*/ 500 h 3750"/>
                <a:gd name="T10" fmla="*/ 2250 w 2750"/>
                <a:gd name="T11" fmla="*/ 1000 h 3750"/>
                <a:gd name="T12" fmla="*/ 500 w 2750"/>
                <a:gd name="T13" fmla="*/ 1000 h 3750"/>
                <a:gd name="T14" fmla="*/ 500 w 2750"/>
                <a:gd name="T15" fmla="*/ 500 h 3750"/>
                <a:gd name="T16" fmla="*/ 1000 w 2750"/>
                <a:gd name="T17" fmla="*/ 500 h 3750"/>
                <a:gd name="T18" fmla="*/ 1000 w 2750"/>
                <a:gd name="T19" fmla="*/ 375 h 3750"/>
                <a:gd name="T20" fmla="*/ 500 w 2750"/>
                <a:gd name="T21" fmla="*/ 500 h 3750"/>
                <a:gd name="T22" fmla="*/ 0 w 2750"/>
                <a:gd name="T23" fmla="*/ 500 h 3750"/>
                <a:gd name="T24" fmla="*/ 0 w 2750"/>
                <a:gd name="T25" fmla="*/ 3750 h 3750"/>
                <a:gd name="T26" fmla="*/ 2750 w 2750"/>
                <a:gd name="T27" fmla="*/ 3750 h 3750"/>
                <a:gd name="T28" fmla="*/ 2750 w 2750"/>
                <a:gd name="T29" fmla="*/ 500 h 3750"/>
                <a:gd name="T30" fmla="*/ 2250 w 2750"/>
                <a:gd name="T31" fmla="*/ 500 h 3750"/>
                <a:gd name="T32" fmla="*/ 2375 w 2750"/>
                <a:gd name="T33" fmla="*/ 1750 h 3750"/>
                <a:gd name="T34" fmla="*/ 1375 w 2750"/>
                <a:gd name="T35" fmla="*/ 1750 h 3750"/>
                <a:gd name="T36" fmla="*/ 2375 w 2750"/>
                <a:gd name="T37" fmla="*/ 2500 h 3750"/>
                <a:gd name="T38" fmla="*/ 1375 w 2750"/>
                <a:gd name="T39" fmla="*/ 2500 h 3750"/>
                <a:gd name="T40" fmla="*/ 2375 w 2750"/>
                <a:gd name="T41" fmla="*/ 3250 h 3750"/>
                <a:gd name="T42" fmla="*/ 1375 w 2750"/>
                <a:gd name="T43" fmla="*/ 3250 h 3750"/>
                <a:gd name="T44" fmla="*/ 500 w 2750"/>
                <a:gd name="T45" fmla="*/ 1500 h 3750"/>
                <a:gd name="T46" fmla="*/ 750 w 2750"/>
                <a:gd name="T47" fmla="*/ 1750 h 3750"/>
                <a:gd name="T48" fmla="*/ 1125 w 2750"/>
                <a:gd name="T49" fmla="*/ 1375 h 3750"/>
                <a:gd name="T50" fmla="*/ 500 w 2750"/>
                <a:gd name="T51" fmla="*/ 2250 h 3750"/>
                <a:gd name="T52" fmla="*/ 750 w 2750"/>
                <a:gd name="T53" fmla="*/ 2500 h 3750"/>
                <a:gd name="T54" fmla="*/ 1125 w 2750"/>
                <a:gd name="T55" fmla="*/ 2125 h 3750"/>
                <a:gd name="T56" fmla="*/ 500 w 2750"/>
                <a:gd name="T57" fmla="*/ 3000 h 3750"/>
                <a:gd name="T58" fmla="*/ 750 w 2750"/>
                <a:gd name="T59" fmla="*/ 3250 h 3750"/>
                <a:gd name="T60" fmla="*/ 1125 w 2750"/>
                <a:gd name="T61" fmla="*/ 2875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50" h="3750">
                  <a:moveTo>
                    <a:pt x="1000" y="375"/>
                  </a:moveTo>
                  <a:cubicBezTo>
                    <a:pt x="1000" y="168"/>
                    <a:pt x="1168" y="0"/>
                    <a:pt x="1375" y="0"/>
                  </a:cubicBezTo>
                  <a:cubicBezTo>
                    <a:pt x="1582" y="0"/>
                    <a:pt x="1750" y="168"/>
                    <a:pt x="1750" y="375"/>
                  </a:cubicBezTo>
                  <a:cubicBezTo>
                    <a:pt x="1750" y="500"/>
                    <a:pt x="1750" y="500"/>
                    <a:pt x="1750" y="500"/>
                  </a:cubicBezTo>
                  <a:cubicBezTo>
                    <a:pt x="2250" y="500"/>
                    <a:pt x="2250" y="500"/>
                    <a:pt x="2250" y="500"/>
                  </a:cubicBezTo>
                  <a:cubicBezTo>
                    <a:pt x="2250" y="1000"/>
                    <a:pt x="2250" y="1000"/>
                    <a:pt x="2250" y="1000"/>
                  </a:cubicBezTo>
                  <a:cubicBezTo>
                    <a:pt x="500" y="1000"/>
                    <a:pt x="500" y="1000"/>
                    <a:pt x="500" y="1000"/>
                  </a:cubicBezTo>
                  <a:cubicBezTo>
                    <a:pt x="500" y="500"/>
                    <a:pt x="500" y="500"/>
                    <a:pt x="500" y="500"/>
                  </a:cubicBezTo>
                  <a:cubicBezTo>
                    <a:pt x="1000" y="500"/>
                    <a:pt x="1000" y="500"/>
                    <a:pt x="1000" y="500"/>
                  </a:cubicBezTo>
                  <a:lnTo>
                    <a:pt x="1000" y="375"/>
                  </a:lnTo>
                  <a:close/>
                  <a:moveTo>
                    <a:pt x="500" y="500"/>
                  </a:moveTo>
                  <a:cubicBezTo>
                    <a:pt x="0" y="500"/>
                    <a:pt x="0" y="500"/>
                    <a:pt x="0" y="500"/>
                  </a:cubicBezTo>
                  <a:cubicBezTo>
                    <a:pt x="0" y="3750"/>
                    <a:pt x="0" y="3750"/>
                    <a:pt x="0" y="3750"/>
                  </a:cubicBezTo>
                  <a:cubicBezTo>
                    <a:pt x="2750" y="3750"/>
                    <a:pt x="2750" y="3750"/>
                    <a:pt x="2750" y="3750"/>
                  </a:cubicBezTo>
                  <a:cubicBezTo>
                    <a:pt x="2750" y="500"/>
                    <a:pt x="2750" y="500"/>
                    <a:pt x="2750" y="500"/>
                  </a:cubicBezTo>
                  <a:cubicBezTo>
                    <a:pt x="2250" y="500"/>
                    <a:pt x="2250" y="500"/>
                    <a:pt x="2250" y="500"/>
                  </a:cubicBezTo>
                  <a:moveTo>
                    <a:pt x="2375" y="1750"/>
                  </a:moveTo>
                  <a:cubicBezTo>
                    <a:pt x="1375" y="1750"/>
                    <a:pt x="1375" y="1750"/>
                    <a:pt x="1375" y="1750"/>
                  </a:cubicBezTo>
                  <a:moveTo>
                    <a:pt x="2375" y="2500"/>
                  </a:moveTo>
                  <a:cubicBezTo>
                    <a:pt x="1375" y="2500"/>
                    <a:pt x="1375" y="2500"/>
                    <a:pt x="1375" y="2500"/>
                  </a:cubicBezTo>
                  <a:moveTo>
                    <a:pt x="2375" y="3250"/>
                  </a:moveTo>
                  <a:cubicBezTo>
                    <a:pt x="1375" y="3250"/>
                    <a:pt x="1375" y="3250"/>
                    <a:pt x="1375" y="3250"/>
                  </a:cubicBezTo>
                  <a:moveTo>
                    <a:pt x="500" y="1500"/>
                  </a:moveTo>
                  <a:cubicBezTo>
                    <a:pt x="750" y="1750"/>
                    <a:pt x="750" y="1750"/>
                    <a:pt x="750" y="1750"/>
                  </a:cubicBezTo>
                  <a:cubicBezTo>
                    <a:pt x="1125" y="1375"/>
                    <a:pt x="1125" y="1375"/>
                    <a:pt x="1125" y="1375"/>
                  </a:cubicBezTo>
                  <a:moveTo>
                    <a:pt x="500" y="2250"/>
                  </a:moveTo>
                  <a:cubicBezTo>
                    <a:pt x="750" y="2500"/>
                    <a:pt x="750" y="2500"/>
                    <a:pt x="750" y="2500"/>
                  </a:cubicBezTo>
                  <a:cubicBezTo>
                    <a:pt x="1125" y="2125"/>
                    <a:pt x="1125" y="2125"/>
                    <a:pt x="1125" y="2125"/>
                  </a:cubicBezTo>
                  <a:moveTo>
                    <a:pt x="500" y="3000"/>
                  </a:moveTo>
                  <a:cubicBezTo>
                    <a:pt x="750" y="3250"/>
                    <a:pt x="750" y="3250"/>
                    <a:pt x="750" y="3250"/>
                  </a:cubicBezTo>
                  <a:cubicBezTo>
                    <a:pt x="1125" y="2875"/>
                    <a:pt x="1125" y="2875"/>
                    <a:pt x="1125" y="2875"/>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normalizeH="0" baseline="0" noProof="0">
                <a:ln>
                  <a:noFill/>
                </a:ln>
                <a:solidFill>
                  <a:prstClr val="black"/>
                </a:solidFill>
                <a:effectLst/>
                <a:uLnTx/>
                <a:uFillTx/>
                <a:latin typeface="Calibri" panose="020F0502020204030204"/>
                <a:ea typeface="+mn-ea"/>
                <a:cs typeface="+mn-cs"/>
              </a:endParaRPr>
            </a:p>
          </p:txBody>
        </p:sp>
      </p:grpSp>
    </p:spTree>
    <p:custDataLst>
      <p:tags r:id="rId1"/>
    </p:custDataLst>
    <p:extLst>
      <p:ext uri="{BB962C8B-B14F-4D97-AF65-F5344CB8AC3E}">
        <p14:creationId xmlns:p14="http://schemas.microsoft.com/office/powerpoint/2010/main" val="3291269963"/>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name="HIDDEN - Slide6">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7132E6D-A6EE-402B-895A-D0B053AB702A}"/>
              </a:ext>
            </a:extLst>
          </p:cNvPr>
          <p:cNvSpPr>
            <a:spLocks noGrp="1"/>
          </p:cNvSpPr>
          <p:nvPr>
            <p:ph type="title"/>
            <p:custDataLst>
              <p:custData r:id="rId2"/>
            </p:custDataLst>
          </p:nvPr>
        </p:nvSpPr>
        <p:spPr>
          <a:xfrm>
            <a:off x="584199" y="3318975"/>
            <a:ext cx="10189817" cy="2031325"/>
          </a:xfrm>
        </p:spPr>
        <p:txBody>
          <a:bodyPr/>
          <a:lstStyle/>
          <a:p>
            <a:r>
              <a:rPr lang="en-US" dirty="0"/>
              <a:t>Managing Resource Utilization on Kubernetes</a:t>
            </a:r>
          </a:p>
        </p:txBody>
      </p:sp>
      <p:sp>
        <p:nvSpPr>
          <p:cNvPr id="2" name="Text Placeholder 1">
            <a:extLst>
              <a:ext uri="{FF2B5EF4-FFF2-40B4-BE49-F238E27FC236}">
                <a16:creationId xmlns:a16="http://schemas.microsoft.com/office/drawing/2014/main" id="{482FEA19-2650-4EE7-9268-C5AD0D758CBB}"/>
              </a:ext>
            </a:extLst>
          </p:cNvPr>
          <p:cNvSpPr>
            <a:spLocks noGrp="1"/>
          </p:cNvSpPr>
          <p:nvPr>
            <p:ph type="body" sz="quarter" idx="12"/>
          </p:nvPr>
        </p:nvSpPr>
        <p:spPr/>
        <p:txBody>
          <a:bodyPr/>
          <a:lstStyle/>
          <a:p>
            <a:endParaRPr lang="en-US"/>
          </a:p>
        </p:txBody>
      </p:sp>
      <p:sp>
        <p:nvSpPr>
          <p:cNvPr id="11" name="Footer Placeholder 2">
            <a:extLst>
              <a:ext uri="{FF2B5EF4-FFF2-40B4-BE49-F238E27FC236}">
                <a16:creationId xmlns:a16="http://schemas.microsoft.com/office/drawing/2014/main" id="{B6557B7F-8930-45B3-8C92-8E2F48E4CF5E}"/>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2" name="Slide Number Placeholder 8">
            <a:extLst>
              <a:ext uri="{FF2B5EF4-FFF2-40B4-BE49-F238E27FC236}">
                <a16:creationId xmlns:a16="http://schemas.microsoft.com/office/drawing/2014/main" id="{53D1B8DB-CDB5-4538-B1E2-EE9AC4FA8B61}"/>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1635881331"/>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2697-7945-49AF-A643-2E2ED4DF7AA2}"/>
              </a:ext>
            </a:extLst>
          </p:cNvPr>
          <p:cNvSpPr>
            <a:spLocks noGrp="1"/>
          </p:cNvSpPr>
          <p:nvPr>
            <p:ph type="title"/>
          </p:nvPr>
        </p:nvSpPr>
        <p:spPr/>
        <p:txBody>
          <a:bodyPr/>
          <a:lstStyle/>
          <a:p>
            <a:r>
              <a:rPr lang="en-US" dirty="0">
                <a:solidFill>
                  <a:schemeClr val="bg1"/>
                </a:solidFill>
              </a:rPr>
              <a:t>Resource Request and Limits</a:t>
            </a:r>
          </a:p>
        </p:txBody>
      </p:sp>
      <p:sp>
        <p:nvSpPr>
          <p:cNvPr id="3" name="Content Placeholder 2">
            <a:extLst>
              <a:ext uri="{FF2B5EF4-FFF2-40B4-BE49-F238E27FC236}">
                <a16:creationId xmlns:a16="http://schemas.microsoft.com/office/drawing/2014/main" id="{AE740AC0-F07E-4783-A13B-7EC82933B9B6}"/>
              </a:ext>
            </a:extLst>
          </p:cNvPr>
          <p:cNvSpPr>
            <a:spLocks noGrp="1"/>
          </p:cNvSpPr>
          <p:nvPr>
            <p:ph sz="quarter" idx="10"/>
          </p:nvPr>
        </p:nvSpPr>
        <p:spPr>
          <a:xfrm>
            <a:off x="297714" y="1602168"/>
            <a:ext cx="8667253" cy="4665893"/>
          </a:xfrm>
        </p:spPr>
        <p:txBody>
          <a:bodyPr/>
          <a:lstStyle/>
          <a:p>
            <a:pPr marL="342900" indent="-342900">
              <a:buFont typeface="Arial" panose="020B0604020202020204" pitchFamily="34" charset="0"/>
              <a:buChar char="•"/>
            </a:pPr>
            <a:r>
              <a:rPr lang="en-US" sz="2400" dirty="0"/>
              <a:t>A Container can </a:t>
            </a:r>
            <a:r>
              <a:rPr lang="en-US" sz="2400" b="1" i="1" dirty="0"/>
              <a:t>request </a:t>
            </a:r>
            <a:r>
              <a:rPr lang="en-US" sz="2400" i="1" dirty="0"/>
              <a:t>resources</a:t>
            </a:r>
            <a:r>
              <a:rPr lang="en-US" sz="2400" dirty="0"/>
              <a:t>, usually for CPU and memory, to be set aside for its use.</a:t>
            </a:r>
          </a:p>
          <a:p>
            <a:pPr marL="342900" indent="-342900">
              <a:buFont typeface="Arial" panose="020B0604020202020204" pitchFamily="34" charset="0"/>
              <a:buChar char="•"/>
            </a:pPr>
            <a:r>
              <a:rPr lang="en-US" sz="2400" dirty="0"/>
              <a:t>A </a:t>
            </a:r>
            <a:r>
              <a:rPr lang="en-US" sz="2400" b="1" i="1" dirty="0"/>
              <a:t>request </a:t>
            </a:r>
            <a:r>
              <a:rPr lang="en-US" sz="2400" i="1" dirty="0"/>
              <a:t>as the </a:t>
            </a:r>
            <a:r>
              <a:rPr lang="en-US" sz="2400" u="sng" dirty="0"/>
              <a:t>amount</a:t>
            </a:r>
            <a:r>
              <a:rPr lang="en-US" sz="2400" dirty="0"/>
              <a:t> of a resource that the Kubernetes </a:t>
            </a:r>
            <a:r>
              <a:rPr lang="en-US" sz="2400" u="sng" dirty="0"/>
              <a:t>will guarantee to the container</a:t>
            </a:r>
            <a:r>
              <a:rPr lang="en-US" sz="2400" dirty="0"/>
              <a:t>.</a:t>
            </a:r>
          </a:p>
          <a:p>
            <a:pPr marL="342900" indent="-342900">
              <a:buFont typeface="Arial" panose="020B0604020202020204" pitchFamily="34" charset="0"/>
              <a:buChar char="•"/>
            </a:pPr>
            <a:r>
              <a:rPr lang="en-US" sz="2400" dirty="0"/>
              <a:t>A </a:t>
            </a:r>
            <a:r>
              <a:rPr lang="en-US" sz="2400" b="1" i="1" dirty="0"/>
              <a:t>limit </a:t>
            </a:r>
            <a:r>
              <a:rPr lang="en-US" sz="2400" dirty="0"/>
              <a:t>is the </a:t>
            </a:r>
            <a:r>
              <a:rPr lang="en-US" sz="2400" u="sng" dirty="0"/>
              <a:t>maximum amount</a:t>
            </a:r>
            <a:r>
              <a:rPr lang="en-US" sz="2400" dirty="0"/>
              <a:t> of a resource that Kubernetes </a:t>
            </a:r>
            <a:r>
              <a:rPr lang="en-US" sz="2400" u="sng" dirty="0"/>
              <a:t>will allow the container to use</a:t>
            </a:r>
            <a:r>
              <a:rPr lang="en-US" sz="2400" dirty="0"/>
              <a:t>.</a:t>
            </a:r>
          </a:p>
          <a:p>
            <a:pPr marL="342900" indent="-342900">
              <a:buFont typeface="Arial" panose="020B0604020202020204" pitchFamily="34" charset="0"/>
              <a:buChar char="•"/>
            </a:pPr>
            <a:r>
              <a:rPr lang="en-US" sz="2400" dirty="0"/>
              <a:t>The scheduler </a:t>
            </a:r>
            <a:r>
              <a:rPr lang="en-US" sz="2400" b="1" u="sng" dirty="0"/>
              <a:t>uses the requested values to decide which Node to schedule</a:t>
            </a:r>
            <a:r>
              <a:rPr lang="en-US" sz="2400" dirty="0"/>
              <a:t> the Pod on.</a:t>
            </a:r>
          </a:p>
          <a:p>
            <a:pPr marL="342900" indent="-342900">
              <a:buFont typeface="Arial" panose="020B0604020202020204" pitchFamily="34" charset="0"/>
              <a:buChar char="•"/>
            </a:pPr>
            <a:r>
              <a:rPr lang="en-US" sz="2400" dirty="0"/>
              <a:t>It's possible (and allowed) for a Container to </a:t>
            </a:r>
            <a:r>
              <a:rPr lang="en-US" sz="2400" b="1" i="1" dirty="0"/>
              <a:t>use more resource than its limits</a:t>
            </a:r>
            <a:r>
              <a:rPr lang="en-US" sz="2400" dirty="0"/>
              <a:t>, if the Node has extra resources available.</a:t>
            </a:r>
          </a:p>
        </p:txBody>
      </p:sp>
      <p:pic>
        <p:nvPicPr>
          <p:cNvPr id="5" name="Picture 4">
            <a:extLst>
              <a:ext uri="{FF2B5EF4-FFF2-40B4-BE49-F238E27FC236}">
                <a16:creationId xmlns:a16="http://schemas.microsoft.com/office/drawing/2014/main" id="{27736A49-0236-4AB2-BC8A-FC7DFF84D432}"/>
              </a:ext>
            </a:extLst>
          </p:cNvPr>
          <p:cNvPicPr>
            <a:picLocks noChangeAspect="1"/>
          </p:cNvPicPr>
          <p:nvPr/>
        </p:nvPicPr>
        <p:blipFill>
          <a:blip r:embed="rId2"/>
          <a:stretch>
            <a:fillRect/>
          </a:stretch>
        </p:blipFill>
        <p:spPr>
          <a:xfrm>
            <a:off x="10224230" y="1835871"/>
            <a:ext cx="1743318" cy="1581371"/>
          </a:xfrm>
          <a:prstGeom prst="rect">
            <a:avLst/>
          </a:prstGeom>
        </p:spPr>
      </p:pic>
      <p:grpSp>
        <p:nvGrpSpPr>
          <p:cNvPr id="27" name="Group 26">
            <a:extLst>
              <a:ext uri="{FF2B5EF4-FFF2-40B4-BE49-F238E27FC236}">
                <a16:creationId xmlns:a16="http://schemas.microsoft.com/office/drawing/2014/main" id="{A4B345E3-D6F1-4D1A-B731-ADFC876D61ED}"/>
              </a:ext>
            </a:extLst>
          </p:cNvPr>
          <p:cNvGrpSpPr/>
          <p:nvPr/>
        </p:nvGrpSpPr>
        <p:grpSpPr>
          <a:xfrm>
            <a:off x="9067800" y="3735768"/>
            <a:ext cx="2899748" cy="2367280"/>
            <a:chOff x="8931789" y="3903980"/>
            <a:chExt cx="2899748" cy="2367280"/>
          </a:xfrm>
        </p:grpSpPr>
        <p:sp>
          <p:nvSpPr>
            <p:cNvPr id="4" name="Rectangle 3">
              <a:extLst>
                <a:ext uri="{FF2B5EF4-FFF2-40B4-BE49-F238E27FC236}">
                  <a16:creationId xmlns:a16="http://schemas.microsoft.com/office/drawing/2014/main" id="{D4FCE768-1471-4251-AEE9-95B7E7A281C9}"/>
                </a:ext>
              </a:extLst>
            </p:cNvPr>
            <p:cNvSpPr/>
            <p:nvPr/>
          </p:nvSpPr>
          <p:spPr bwMode="auto">
            <a:xfrm>
              <a:off x="8931789" y="3903980"/>
              <a:ext cx="2899748" cy="236728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6" name="Rectangle 5">
              <a:extLst>
                <a:ext uri="{FF2B5EF4-FFF2-40B4-BE49-F238E27FC236}">
                  <a16:creationId xmlns:a16="http://schemas.microsoft.com/office/drawing/2014/main" id="{C5C7B5AB-B8C6-48F2-B1DC-AB74E9223460}"/>
                </a:ext>
              </a:extLst>
            </p:cNvPr>
            <p:cNvSpPr/>
            <p:nvPr/>
          </p:nvSpPr>
          <p:spPr bwMode="auto">
            <a:xfrm>
              <a:off x="10125628" y="5184140"/>
              <a:ext cx="1481154" cy="108712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2000" dirty="0">
                  <a:solidFill>
                    <a:srgbClr val="FFFFFF"/>
                  </a:solidFill>
                  <a:ea typeface="Segoe UI" pitchFamily="34" charset="0"/>
                  <a:cs typeface="Segoe UI" pitchFamily="34" charset="0"/>
                </a:rPr>
                <a:t>Requests</a:t>
              </a:r>
            </a:p>
          </p:txBody>
        </p:sp>
        <p:sp>
          <p:nvSpPr>
            <p:cNvPr id="7" name="Rectangle 6">
              <a:extLst>
                <a:ext uri="{FF2B5EF4-FFF2-40B4-BE49-F238E27FC236}">
                  <a16:creationId xmlns:a16="http://schemas.microsoft.com/office/drawing/2014/main" id="{5AFE6E9B-6F50-4AC6-9179-70DFE8B571A1}"/>
                </a:ext>
              </a:extLst>
            </p:cNvPr>
            <p:cNvSpPr/>
            <p:nvPr/>
          </p:nvSpPr>
          <p:spPr bwMode="auto">
            <a:xfrm>
              <a:off x="10125628" y="4135891"/>
              <a:ext cx="1481154" cy="1048249"/>
            </a:xfrm>
            <a:prstGeom prst="rect">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2000" dirty="0">
                  <a:solidFill>
                    <a:srgbClr val="FFFFFF"/>
                  </a:solidFill>
                  <a:ea typeface="Segoe UI" pitchFamily="34" charset="0"/>
                  <a:cs typeface="Segoe UI" pitchFamily="34" charset="0"/>
                </a:rPr>
                <a:t>Limits</a:t>
              </a:r>
            </a:p>
          </p:txBody>
        </p:sp>
        <p:sp>
          <p:nvSpPr>
            <p:cNvPr id="8" name="TextBox 7">
              <a:extLst>
                <a:ext uri="{FF2B5EF4-FFF2-40B4-BE49-F238E27FC236}">
                  <a16:creationId xmlns:a16="http://schemas.microsoft.com/office/drawing/2014/main" id="{588D5F12-5B81-4F0D-AA40-D47A4A4A17A7}"/>
                </a:ext>
              </a:extLst>
            </p:cNvPr>
            <p:cNvSpPr txBox="1"/>
            <p:nvPr/>
          </p:nvSpPr>
          <p:spPr>
            <a:xfrm>
              <a:off x="9564579" y="5266035"/>
              <a:ext cx="496931" cy="307777"/>
            </a:xfrm>
            <a:prstGeom prst="rect">
              <a:avLst/>
            </a:prstGeom>
            <a:noFill/>
          </p:spPr>
          <p:txBody>
            <a:bodyPr wrap="none" lIns="0" tIns="0" rIns="0" bIns="0" rtlCol="0">
              <a:spAutoFit/>
            </a:bodyPr>
            <a:lstStyle/>
            <a:p>
              <a:pPr algn="l"/>
              <a:r>
                <a:rPr lang="en-US" sz="2000" dirty="0"/>
                <a:t>80m</a:t>
              </a:r>
            </a:p>
          </p:txBody>
        </p:sp>
        <p:sp>
          <p:nvSpPr>
            <p:cNvPr id="9" name="TextBox 8">
              <a:extLst>
                <a:ext uri="{FF2B5EF4-FFF2-40B4-BE49-F238E27FC236}">
                  <a16:creationId xmlns:a16="http://schemas.microsoft.com/office/drawing/2014/main" id="{AD4B2435-426E-499A-A2B8-ACFD7BB99814}"/>
                </a:ext>
              </a:extLst>
            </p:cNvPr>
            <p:cNvSpPr txBox="1"/>
            <p:nvPr/>
          </p:nvSpPr>
          <p:spPr>
            <a:xfrm>
              <a:off x="9426721" y="4131828"/>
              <a:ext cx="634789" cy="307777"/>
            </a:xfrm>
            <a:prstGeom prst="rect">
              <a:avLst/>
            </a:prstGeom>
            <a:noFill/>
          </p:spPr>
          <p:txBody>
            <a:bodyPr wrap="none" lIns="0" tIns="0" rIns="0" bIns="0" rtlCol="0">
              <a:spAutoFit/>
            </a:bodyPr>
            <a:lstStyle/>
            <a:p>
              <a:pPr algn="l"/>
              <a:r>
                <a:rPr lang="en-US" sz="2000" dirty="0"/>
                <a:t>250m</a:t>
              </a:r>
            </a:p>
          </p:txBody>
        </p:sp>
        <p:cxnSp>
          <p:nvCxnSpPr>
            <p:cNvPr id="11" name="Straight Connector 10">
              <a:extLst>
                <a:ext uri="{FF2B5EF4-FFF2-40B4-BE49-F238E27FC236}">
                  <a16:creationId xmlns:a16="http://schemas.microsoft.com/office/drawing/2014/main" id="{7FBAF1F4-467C-4D58-9C08-1A13FE2E0876}"/>
                </a:ext>
              </a:extLst>
            </p:cNvPr>
            <p:cNvCxnSpPr>
              <a:cxnSpLocks/>
            </p:cNvCxnSpPr>
            <p:nvPr/>
          </p:nvCxnSpPr>
          <p:spPr>
            <a:xfrm flipH="1">
              <a:off x="9366129" y="5184140"/>
              <a:ext cx="2362575"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3" name="Straight Connector 12">
              <a:extLst>
                <a:ext uri="{FF2B5EF4-FFF2-40B4-BE49-F238E27FC236}">
                  <a16:creationId xmlns:a16="http://schemas.microsoft.com/office/drawing/2014/main" id="{912B2DD9-C2BD-41FE-A874-4F152D2FF220}"/>
                </a:ext>
              </a:extLst>
            </p:cNvPr>
            <p:cNvCxnSpPr>
              <a:cxnSpLocks/>
            </p:cNvCxnSpPr>
            <p:nvPr/>
          </p:nvCxnSpPr>
          <p:spPr>
            <a:xfrm flipH="1">
              <a:off x="9084189" y="4133859"/>
              <a:ext cx="2644515"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 name="Straight Arrow Connector 14">
              <a:extLst>
                <a:ext uri="{FF2B5EF4-FFF2-40B4-BE49-F238E27FC236}">
                  <a16:creationId xmlns:a16="http://schemas.microsoft.com/office/drawing/2014/main" id="{2DFE2172-397B-458D-AAA0-015C979F0BA7}"/>
                </a:ext>
              </a:extLst>
            </p:cNvPr>
            <p:cNvCxnSpPr>
              <a:cxnSpLocks/>
            </p:cNvCxnSpPr>
            <p:nvPr/>
          </p:nvCxnSpPr>
          <p:spPr>
            <a:xfrm>
              <a:off x="9426721" y="5184140"/>
              <a:ext cx="0" cy="108712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2ABDB357-FF42-4160-AD0C-DABF70AC4ECB}"/>
                </a:ext>
              </a:extLst>
            </p:cNvPr>
            <p:cNvCxnSpPr>
              <a:cxnSpLocks/>
            </p:cNvCxnSpPr>
            <p:nvPr/>
          </p:nvCxnSpPr>
          <p:spPr>
            <a:xfrm>
              <a:off x="9191603" y="4133859"/>
              <a:ext cx="0" cy="2137401"/>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333061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500"/>
                                        <p:tgtEl>
                                          <p:spTgt spid="3">
                                            <p:txEl>
                                              <p:pRg st="2" end="2"/>
                                            </p:txEl>
                                          </p:spTgt>
                                        </p:tgtEl>
                                      </p:cBhvr>
                                    </p:animEffec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500"/>
                                        <p:tgtEl>
                                          <p:spTgt spid="2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fade">
                                      <p:cBhvr>
                                        <p:cTn id="3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2697-7945-49AF-A643-2E2ED4DF7AA2}"/>
              </a:ext>
            </a:extLst>
          </p:cNvPr>
          <p:cNvSpPr>
            <a:spLocks noGrp="1"/>
          </p:cNvSpPr>
          <p:nvPr>
            <p:ph type="title"/>
          </p:nvPr>
        </p:nvSpPr>
        <p:spPr/>
        <p:txBody>
          <a:bodyPr/>
          <a:lstStyle/>
          <a:p>
            <a:r>
              <a:rPr lang="en-US" dirty="0">
                <a:solidFill>
                  <a:schemeClr val="bg1"/>
                </a:solidFill>
              </a:rPr>
              <a:t>Resource Request and Limits</a:t>
            </a:r>
          </a:p>
        </p:txBody>
      </p:sp>
      <p:sp>
        <p:nvSpPr>
          <p:cNvPr id="3" name="Content Placeholder 2">
            <a:extLst>
              <a:ext uri="{FF2B5EF4-FFF2-40B4-BE49-F238E27FC236}">
                <a16:creationId xmlns:a16="http://schemas.microsoft.com/office/drawing/2014/main" id="{AE740AC0-F07E-4783-A13B-7EC82933B9B6}"/>
              </a:ext>
            </a:extLst>
          </p:cNvPr>
          <p:cNvSpPr>
            <a:spLocks noGrp="1"/>
          </p:cNvSpPr>
          <p:nvPr>
            <p:ph sz="quarter" idx="10"/>
          </p:nvPr>
        </p:nvSpPr>
        <p:spPr>
          <a:xfrm>
            <a:off x="297714" y="1602168"/>
            <a:ext cx="9717655" cy="2831544"/>
          </a:xfrm>
        </p:spPr>
        <p:txBody>
          <a:bodyPr/>
          <a:lstStyle/>
          <a:p>
            <a:pPr marL="342900" indent="-342900">
              <a:buFont typeface="Arial" panose="020B0604020202020204" pitchFamily="34" charset="0"/>
              <a:buChar char="•"/>
            </a:pPr>
            <a:r>
              <a:rPr lang="en-US" sz="2400" dirty="0"/>
              <a:t>CPU and memory resources requests and limits are specified as follows:</a:t>
            </a:r>
          </a:p>
          <a:p>
            <a:pPr marL="800100" lvl="1" indent="-342900">
              <a:buFont typeface="Arial" panose="020B0604020202020204" pitchFamily="34" charset="0"/>
              <a:buChar char="•"/>
            </a:pPr>
            <a:r>
              <a:rPr lang="en-US" dirty="0"/>
              <a:t>CPU resources can be specified in terms of milli-cores (1/1000</a:t>
            </a:r>
            <a:r>
              <a:rPr lang="en-US" baseline="30000" dirty="0"/>
              <a:t>th</a:t>
            </a:r>
            <a:r>
              <a:rPr lang="en-US" dirty="0"/>
              <a:t> of a CPU). </a:t>
            </a:r>
          </a:p>
          <a:p>
            <a:pPr marL="1000125" lvl="2" indent="-342900">
              <a:buFont typeface="Arial" panose="020B0604020202020204" pitchFamily="34" charset="0"/>
              <a:buChar char="•"/>
            </a:pPr>
            <a:r>
              <a:rPr lang="en-US" sz="2000" dirty="0"/>
              <a:t>For example, </a:t>
            </a:r>
            <a:r>
              <a:rPr lang="en-US" sz="2000" b="1" dirty="0" err="1"/>
              <a:t>cpu</a:t>
            </a:r>
            <a:r>
              <a:rPr lang="en-US" sz="2000" b="1" dirty="0"/>
              <a:t>: 100m</a:t>
            </a:r>
            <a:r>
              <a:rPr lang="en-US" sz="2000" dirty="0"/>
              <a:t> is asking for 1/10</a:t>
            </a:r>
            <a:r>
              <a:rPr lang="en-US" sz="2000" baseline="30000" dirty="0"/>
              <a:t>th</a:t>
            </a:r>
            <a:r>
              <a:rPr lang="en-US" sz="2000" dirty="0"/>
              <a:t> of a CPU core.</a:t>
            </a:r>
          </a:p>
          <a:p>
            <a:pPr marL="800100" lvl="1" indent="-342900">
              <a:buFont typeface="Arial" panose="020B0604020202020204" pitchFamily="34" charset="0"/>
              <a:buChar char="•"/>
            </a:pPr>
            <a:r>
              <a:rPr lang="en-US" dirty="0"/>
              <a:t>Memory requests can be specified in T, G, M, K. </a:t>
            </a:r>
            <a:r>
              <a:rPr lang="en-US" b="1" dirty="0"/>
              <a:t>You can also use the power-of-two equivalents</a:t>
            </a:r>
            <a:r>
              <a:rPr lang="en-US" dirty="0"/>
              <a:t>: </a:t>
            </a:r>
            <a:r>
              <a:rPr lang="en-US" dirty="0" err="1"/>
              <a:t>Ti</a:t>
            </a:r>
            <a:r>
              <a:rPr lang="en-US" dirty="0"/>
              <a:t>, Gi, Mi, Ki.  </a:t>
            </a:r>
          </a:p>
          <a:p>
            <a:pPr marL="1000125" lvl="2" indent="-342900">
              <a:buFont typeface="Arial" panose="020B0604020202020204" pitchFamily="34" charset="0"/>
              <a:buChar char="•"/>
            </a:pPr>
            <a:r>
              <a:rPr lang="en-US" sz="2000" dirty="0"/>
              <a:t>Example: 256K (kilobytes) = 250Ki (kibibytes)</a:t>
            </a:r>
          </a:p>
        </p:txBody>
      </p:sp>
      <p:pic>
        <p:nvPicPr>
          <p:cNvPr id="5" name="Picture 4">
            <a:extLst>
              <a:ext uri="{FF2B5EF4-FFF2-40B4-BE49-F238E27FC236}">
                <a16:creationId xmlns:a16="http://schemas.microsoft.com/office/drawing/2014/main" id="{27736A49-0236-4AB2-BC8A-FC7DFF84D432}"/>
              </a:ext>
            </a:extLst>
          </p:cNvPr>
          <p:cNvPicPr>
            <a:picLocks noChangeAspect="1"/>
          </p:cNvPicPr>
          <p:nvPr/>
        </p:nvPicPr>
        <p:blipFill>
          <a:blip r:embed="rId2"/>
          <a:stretch>
            <a:fillRect/>
          </a:stretch>
        </p:blipFill>
        <p:spPr>
          <a:xfrm>
            <a:off x="10224230" y="1835871"/>
            <a:ext cx="1743318" cy="1581371"/>
          </a:xfrm>
          <a:prstGeom prst="rect">
            <a:avLst/>
          </a:prstGeom>
        </p:spPr>
      </p:pic>
      <p:sp>
        <p:nvSpPr>
          <p:cNvPr id="17" name="TextBox 16">
            <a:extLst>
              <a:ext uri="{FF2B5EF4-FFF2-40B4-BE49-F238E27FC236}">
                <a16:creationId xmlns:a16="http://schemas.microsoft.com/office/drawing/2014/main" id="{0EE162EA-BBEA-4BF3-AB7C-653D2239B2D4}"/>
              </a:ext>
            </a:extLst>
          </p:cNvPr>
          <p:cNvSpPr txBox="1"/>
          <p:nvPr/>
        </p:nvSpPr>
        <p:spPr>
          <a:xfrm>
            <a:off x="261083" y="4461808"/>
            <a:ext cx="11669834" cy="1938992"/>
          </a:xfrm>
          <a:prstGeom prst="rect">
            <a:avLst/>
          </a:prstGeom>
          <a:noFill/>
        </p:spPr>
        <p:txBody>
          <a:bodyPr wrap="square">
            <a:spAutoFit/>
          </a:bodyPr>
          <a:lstStyle/>
          <a:p>
            <a:pPr marL="342900" indent="-342900">
              <a:buFont typeface="Arial" panose="020B0604020202020204" pitchFamily="34" charset="0"/>
              <a:buChar char="•"/>
            </a:pPr>
            <a:r>
              <a:rPr lang="en-US" sz="2400" dirty="0"/>
              <a:t>If a Container specifies a CPU/memory </a:t>
            </a:r>
            <a:r>
              <a:rPr lang="en-US" sz="2400" b="1" i="1" dirty="0"/>
              <a:t>limit</a:t>
            </a:r>
            <a:r>
              <a:rPr lang="en-US" sz="2400" dirty="0"/>
              <a:t>, but does not specify a CPU/memory </a:t>
            </a:r>
            <a:r>
              <a:rPr lang="en-US" sz="2400" b="1" i="1" dirty="0"/>
              <a:t>request</a:t>
            </a:r>
            <a:r>
              <a:rPr lang="en-US" sz="2400" dirty="0"/>
              <a:t>, Kubernetes automatically assigns a memory </a:t>
            </a:r>
            <a:r>
              <a:rPr lang="en-US" sz="2400" b="1" u="sng" dirty="0"/>
              <a:t>request that matches the limit</a:t>
            </a:r>
            <a:r>
              <a:rPr lang="en-US" sz="2400" dirty="0"/>
              <a:t>. </a:t>
            </a:r>
          </a:p>
          <a:p>
            <a:pPr marL="342900" indent="-342900">
              <a:buFont typeface="Arial" panose="020B0604020202020204" pitchFamily="34" charset="0"/>
              <a:buChar char="•"/>
            </a:pPr>
            <a:r>
              <a:rPr lang="en-US" sz="2400" dirty="0"/>
              <a:t>If your Pod's containers have </a:t>
            </a:r>
            <a:r>
              <a:rPr lang="en-US" sz="2400" b="1" u="sng" dirty="0"/>
              <a:t>no requests or limits</a:t>
            </a:r>
            <a:r>
              <a:rPr lang="en-US" sz="2400" dirty="0"/>
              <a:t>, then, by definition, they are using more than they requested, so are prime candidates for termination.</a:t>
            </a:r>
          </a:p>
        </p:txBody>
      </p:sp>
    </p:spTree>
    <p:extLst>
      <p:ext uri="{BB962C8B-B14F-4D97-AF65-F5344CB8AC3E}">
        <p14:creationId xmlns:p14="http://schemas.microsoft.com/office/powerpoint/2010/main" val="14433458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7">
                                            <p:txEl>
                                              <p:pRg st="0" end="0"/>
                                            </p:txEl>
                                          </p:spTgt>
                                        </p:tgtEl>
                                        <p:attrNameLst>
                                          <p:attrName>style.visibility</p:attrName>
                                        </p:attrNameLst>
                                      </p:cBhvr>
                                      <p:to>
                                        <p:strVal val="visible"/>
                                      </p:to>
                                    </p:set>
                                    <p:animEffect transition="in" filter="fade">
                                      <p:cBhvr>
                                        <p:cTn id="26" dur="500"/>
                                        <p:tgtEl>
                                          <p:spTgt spid="17">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7">
                                            <p:txEl>
                                              <p:pRg st="1" end="1"/>
                                            </p:txEl>
                                          </p:spTgt>
                                        </p:tgtEl>
                                        <p:attrNameLst>
                                          <p:attrName>style.visibility</p:attrName>
                                        </p:attrNameLst>
                                      </p:cBhvr>
                                      <p:to>
                                        <p:strVal val="visible"/>
                                      </p:to>
                                    </p:set>
                                    <p:animEffect transition="in" filter="fade">
                                      <p:cBhvr>
                                        <p:cTn id="31" dur="500"/>
                                        <p:tgtEl>
                                          <p:spTgt spid="1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2697-7945-49AF-A643-2E2ED4DF7AA2}"/>
              </a:ext>
            </a:extLst>
          </p:cNvPr>
          <p:cNvSpPr>
            <a:spLocks noGrp="1"/>
          </p:cNvSpPr>
          <p:nvPr>
            <p:ph type="title"/>
          </p:nvPr>
        </p:nvSpPr>
        <p:spPr/>
        <p:txBody>
          <a:bodyPr/>
          <a:lstStyle/>
          <a:p>
            <a:r>
              <a:rPr lang="en-US" dirty="0">
                <a:solidFill>
                  <a:schemeClr val="bg1"/>
                </a:solidFill>
              </a:rPr>
              <a:t>Resource Guarantees</a:t>
            </a:r>
          </a:p>
        </p:txBody>
      </p:sp>
      <p:sp>
        <p:nvSpPr>
          <p:cNvPr id="3" name="Content Placeholder 2">
            <a:extLst>
              <a:ext uri="{FF2B5EF4-FFF2-40B4-BE49-F238E27FC236}">
                <a16:creationId xmlns:a16="http://schemas.microsoft.com/office/drawing/2014/main" id="{AE740AC0-F07E-4783-A13B-7EC82933B9B6}"/>
              </a:ext>
            </a:extLst>
          </p:cNvPr>
          <p:cNvSpPr>
            <a:spLocks noGrp="1"/>
          </p:cNvSpPr>
          <p:nvPr>
            <p:ph sz="quarter" idx="10"/>
          </p:nvPr>
        </p:nvSpPr>
        <p:spPr>
          <a:xfrm>
            <a:off x="503517" y="1769808"/>
            <a:ext cx="11363363" cy="4351961"/>
          </a:xfrm>
        </p:spPr>
        <p:txBody>
          <a:bodyPr/>
          <a:lstStyle/>
          <a:p>
            <a:pPr marL="342900" indent="-342900">
              <a:buFont typeface="Arial" panose="020B0604020202020204" pitchFamily="34" charset="0"/>
              <a:buChar char="•"/>
            </a:pPr>
            <a:r>
              <a:rPr lang="en-US" sz="2400" b="1" i="1" dirty="0"/>
              <a:t>Compressible Resource Guarantees</a:t>
            </a:r>
            <a:r>
              <a:rPr lang="en-US" sz="2400" dirty="0"/>
              <a:t>:</a:t>
            </a:r>
          </a:p>
          <a:p>
            <a:pPr marL="800100" lvl="1" indent="-342900">
              <a:buFont typeface="Arial" panose="020B0604020202020204" pitchFamily="34" charset="0"/>
              <a:buChar char="•"/>
            </a:pPr>
            <a:r>
              <a:rPr lang="en-US" dirty="0"/>
              <a:t>Kubernetes only supports </a:t>
            </a:r>
            <a:r>
              <a:rPr lang="en-US" b="1" dirty="0"/>
              <a:t>CPU</a:t>
            </a:r>
            <a:r>
              <a:rPr lang="en-US" dirty="0"/>
              <a:t> for now.</a:t>
            </a:r>
          </a:p>
          <a:p>
            <a:pPr marL="800100" lvl="1" indent="-342900">
              <a:buFont typeface="Arial" panose="020B0604020202020204" pitchFamily="34" charset="0"/>
              <a:buChar char="•"/>
            </a:pPr>
            <a:r>
              <a:rPr lang="en-US" dirty="0"/>
              <a:t>Pods will be </a:t>
            </a:r>
            <a:r>
              <a:rPr lang="en-US" i="1" u="sng" dirty="0"/>
              <a:t>throttled</a:t>
            </a:r>
            <a:r>
              <a:rPr lang="en-US" dirty="0"/>
              <a:t> if they exceed their limit. If limit is unspecified, then the pods can use excess CPU when available.</a:t>
            </a:r>
          </a:p>
          <a:p>
            <a:pPr marL="342900" indent="-342900">
              <a:buFont typeface="Arial" panose="020B0604020202020204" pitchFamily="34" charset="0"/>
              <a:buChar char="•"/>
            </a:pPr>
            <a:r>
              <a:rPr lang="en-US" sz="2400" b="1" i="1" dirty="0"/>
              <a:t>Incompressible Resource Guarantees</a:t>
            </a:r>
            <a:r>
              <a:rPr lang="en-US" sz="2400" dirty="0"/>
              <a:t>:</a:t>
            </a:r>
          </a:p>
          <a:p>
            <a:pPr marL="800100" lvl="1" indent="-342900">
              <a:buFont typeface="Arial" panose="020B0604020202020204" pitchFamily="34" charset="0"/>
              <a:buChar char="•"/>
            </a:pPr>
            <a:r>
              <a:rPr lang="en-US" dirty="0"/>
              <a:t>Kubernetes only supports </a:t>
            </a:r>
            <a:r>
              <a:rPr lang="en-US" b="1" dirty="0"/>
              <a:t>memory</a:t>
            </a:r>
            <a:r>
              <a:rPr lang="en-US" dirty="0"/>
              <a:t> for now.</a:t>
            </a:r>
          </a:p>
          <a:p>
            <a:pPr marL="800100" lvl="1" indent="-342900">
              <a:buFont typeface="Arial" panose="020B0604020202020204" pitchFamily="34" charset="0"/>
              <a:buChar char="•"/>
            </a:pPr>
            <a:r>
              <a:rPr lang="en-US" dirty="0"/>
              <a:t>Pods will get the amount of memory they request, if they exceed their memory request, they </a:t>
            </a:r>
            <a:r>
              <a:rPr lang="en-US" i="1" u="sng" dirty="0"/>
              <a:t>could be killed</a:t>
            </a:r>
            <a:r>
              <a:rPr lang="en-US" dirty="0"/>
              <a:t> (if some other Pod needs memory), but if pods consume less memory than requested, they will not be killed.</a:t>
            </a:r>
          </a:p>
          <a:p>
            <a:pPr marL="800100" lvl="1" indent="-342900">
              <a:buFont typeface="Arial" panose="020B0604020202020204" pitchFamily="34" charset="0"/>
              <a:buChar char="•"/>
            </a:pPr>
            <a:r>
              <a:rPr lang="en-US" dirty="0"/>
              <a:t>When Pods use more memory than their limit, the process that is using the most amount of memory, inside one of the pod's containers, will be killed by the kernel.</a:t>
            </a:r>
          </a:p>
        </p:txBody>
      </p:sp>
    </p:spTree>
    <p:extLst>
      <p:ext uri="{BB962C8B-B14F-4D97-AF65-F5344CB8AC3E}">
        <p14:creationId xmlns:p14="http://schemas.microsoft.com/office/powerpoint/2010/main" val="17296352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fade">
                                      <p:cBhvr>
                                        <p:cTn id="11" dur="500"/>
                                        <p:tgtEl>
                                          <p:spTgt spid="3">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childTnLst>
                          </p:cTn>
                        </p:par>
                        <p:par>
                          <p:cTn id="21" fill="hold">
                            <p:stCondLst>
                              <p:cond delay="1000"/>
                            </p:stCondLst>
                            <p:childTnLst>
                              <p:par>
                                <p:cTn id="22" presetID="10" presetClass="entr" presetSubtype="0" fill="hold" nodeType="after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childTnLst>
                          </p:cTn>
                        </p:par>
                        <p:par>
                          <p:cTn id="25" fill="hold">
                            <p:stCondLst>
                              <p:cond delay="1500"/>
                            </p:stCondLst>
                            <p:childTnLst>
                              <p:par>
                                <p:cTn id="26" presetID="10" presetClass="entr" presetSubtype="0" fill="hold" nodeType="after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2697-7945-49AF-A643-2E2ED4DF7AA2}"/>
              </a:ext>
            </a:extLst>
          </p:cNvPr>
          <p:cNvSpPr>
            <a:spLocks noGrp="1"/>
          </p:cNvSpPr>
          <p:nvPr>
            <p:ph type="title"/>
          </p:nvPr>
        </p:nvSpPr>
        <p:spPr/>
        <p:txBody>
          <a:bodyPr/>
          <a:lstStyle/>
          <a:p>
            <a:r>
              <a:rPr lang="en-US" dirty="0">
                <a:solidFill>
                  <a:schemeClr val="bg1"/>
                </a:solidFill>
              </a:rPr>
              <a:t>Limit Ranges</a:t>
            </a:r>
          </a:p>
        </p:txBody>
      </p:sp>
      <p:sp>
        <p:nvSpPr>
          <p:cNvPr id="3" name="Content Placeholder 2">
            <a:extLst>
              <a:ext uri="{FF2B5EF4-FFF2-40B4-BE49-F238E27FC236}">
                <a16:creationId xmlns:a16="http://schemas.microsoft.com/office/drawing/2014/main" id="{AE740AC0-F07E-4783-A13B-7EC82933B9B6}"/>
              </a:ext>
            </a:extLst>
          </p:cNvPr>
          <p:cNvSpPr>
            <a:spLocks noGrp="1"/>
          </p:cNvSpPr>
          <p:nvPr>
            <p:ph sz="quarter" idx="10"/>
          </p:nvPr>
        </p:nvSpPr>
        <p:spPr>
          <a:xfrm>
            <a:off x="503518" y="1703796"/>
            <a:ext cx="7726082" cy="4641271"/>
          </a:xfrm>
        </p:spPr>
        <p:txBody>
          <a:bodyPr/>
          <a:lstStyle/>
          <a:p>
            <a:pPr marL="342900" indent="-342900">
              <a:buFont typeface="Arial" panose="020B0604020202020204" pitchFamily="34" charset="0"/>
              <a:buChar char="•"/>
            </a:pPr>
            <a:r>
              <a:rPr lang="en-US" sz="2200" dirty="0"/>
              <a:t>In a large system, it may not be practical to define resource requests/limits for all the existing containers.</a:t>
            </a:r>
          </a:p>
          <a:p>
            <a:pPr marL="342900" indent="-342900">
              <a:buFont typeface="Arial" panose="020B0604020202020204" pitchFamily="34" charset="0"/>
              <a:buChar char="•"/>
            </a:pPr>
            <a:r>
              <a:rPr lang="en-US" sz="2200" dirty="0"/>
              <a:t>The </a:t>
            </a:r>
            <a:r>
              <a:rPr lang="en-US" sz="2200" b="1" dirty="0" err="1"/>
              <a:t>LimitRange</a:t>
            </a:r>
            <a:r>
              <a:rPr lang="en-US" sz="2200" dirty="0"/>
              <a:t> object allows you to specify a default set of requests (</a:t>
            </a:r>
            <a:r>
              <a:rPr lang="en-US" sz="2200" b="1" i="1" dirty="0" err="1"/>
              <a:t>defaultRequests</a:t>
            </a:r>
            <a:r>
              <a:rPr lang="en-US" sz="2200" dirty="0"/>
              <a:t>) and limits (</a:t>
            </a:r>
            <a:r>
              <a:rPr lang="en-US" sz="2200" b="1" i="1" dirty="0"/>
              <a:t>defaults</a:t>
            </a:r>
            <a:r>
              <a:rPr lang="en-US" sz="2200" dirty="0"/>
              <a:t>) for any Container created in a </a:t>
            </a:r>
            <a:r>
              <a:rPr lang="en-US" sz="2200" i="1" dirty="0"/>
              <a:t>Namespace</a:t>
            </a:r>
            <a:r>
              <a:rPr lang="en-US" sz="2200" dirty="0"/>
              <a:t>.</a:t>
            </a:r>
          </a:p>
          <a:p>
            <a:pPr marL="342900" indent="-342900">
              <a:buFont typeface="Arial" panose="020B0604020202020204" pitchFamily="34" charset="0"/>
              <a:buChar char="•"/>
            </a:pPr>
            <a:r>
              <a:rPr lang="en-US" sz="2200" dirty="0"/>
              <a:t>When requests/limits </a:t>
            </a:r>
            <a:r>
              <a:rPr lang="en-US" sz="2200" u="sng" dirty="0"/>
              <a:t>are not</a:t>
            </a:r>
            <a:r>
              <a:rPr lang="en-US" sz="2200" dirty="0"/>
              <a:t> specified by the Container, the defaults in the </a:t>
            </a:r>
            <a:r>
              <a:rPr lang="en-US" sz="2200" b="1" dirty="0" err="1"/>
              <a:t>LimitRange</a:t>
            </a:r>
            <a:r>
              <a:rPr lang="en-US" sz="2200" dirty="0"/>
              <a:t> will be used.  </a:t>
            </a:r>
          </a:p>
          <a:p>
            <a:pPr marL="342900" indent="-342900">
              <a:buFont typeface="Arial" panose="020B0604020202020204" pitchFamily="34" charset="0"/>
              <a:buChar char="•"/>
            </a:pPr>
            <a:r>
              <a:rPr lang="en-US" sz="2200" dirty="0"/>
              <a:t>When requests/limits </a:t>
            </a:r>
            <a:r>
              <a:rPr lang="en-US" sz="2200" u="sng" dirty="0"/>
              <a:t>are</a:t>
            </a:r>
            <a:r>
              <a:rPr lang="en-US" sz="2200" dirty="0"/>
              <a:t> specified, those values override the defaults in the </a:t>
            </a:r>
            <a:r>
              <a:rPr lang="en-US" sz="2200" b="1" dirty="0" err="1"/>
              <a:t>LimitRange</a:t>
            </a:r>
            <a:r>
              <a:rPr lang="en-US" sz="2200" dirty="0"/>
              <a:t>.</a:t>
            </a:r>
          </a:p>
          <a:p>
            <a:pPr marL="342900" indent="-342900">
              <a:buFont typeface="Arial" panose="020B0604020202020204" pitchFamily="34" charset="0"/>
              <a:buChar char="•"/>
            </a:pPr>
            <a:r>
              <a:rPr lang="en-US" sz="2200" dirty="0"/>
              <a:t>The </a:t>
            </a:r>
            <a:r>
              <a:rPr lang="en-US" sz="2200" b="1" i="1" dirty="0"/>
              <a:t>min</a:t>
            </a:r>
            <a:r>
              <a:rPr lang="en-US" sz="2200" dirty="0"/>
              <a:t> (requests) and </a:t>
            </a:r>
            <a:r>
              <a:rPr lang="en-US" sz="2200" b="1" i="1" dirty="0"/>
              <a:t>max</a:t>
            </a:r>
            <a:r>
              <a:rPr lang="en-US" sz="2200" dirty="0"/>
              <a:t> (limits) can also be specified to ensure values specified for a Container stay within set bounds.</a:t>
            </a:r>
          </a:p>
        </p:txBody>
      </p:sp>
      <p:pic>
        <p:nvPicPr>
          <p:cNvPr id="10" name="Picture 9">
            <a:extLst>
              <a:ext uri="{FF2B5EF4-FFF2-40B4-BE49-F238E27FC236}">
                <a16:creationId xmlns:a16="http://schemas.microsoft.com/office/drawing/2014/main" id="{93FAFB35-5F17-442C-8497-63C96CEE36C5}"/>
              </a:ext>
            </a:extLst>
          </p:cNvPr>
          <p:cNvPicPr>
            <a:picLocks noChangeAspect="1"/>
          </p:cNvPicPr>
          <p:nvPr/>
        </p:nvPicPr>
        <p:blipFill>
          <a:blip r:embed="rId2"/>
          <a:stretch>
            <a:fillRect/>
          </a:stretch>
        </p:blipFill>
        <p:spPr>
          <a:xfrm>
            <a:off x="8342586" y="1703797"/>
            <a:ext cx="3610159" cy="4890044"/>
          </a:xfrm>
          <a:prstGeom prst="rect">
            <a:avLst/>
          </a:prstGeom>
        </p:spPr>
      </p:pic>
    </p:spTree>
    <p:extLst>
      <p:ext uri="{BB962C8B-B14F-4D97-AF65-F5344CB8AC3E}">
        <p14:creationId xmlns:p14="http://schemas.microsoft.com/office/powerpoint/2010/main" val="22502846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2697-7945-49AF-A643-2E2ED4DF7AA2}"/>
              </a:ext>
            </a:extLst>
          </p:cNvPr>
          <p:cNvSpPr>
            <a:spLocks noGrp="1"/>
          </p:cNvSpPr>
          <p:nvPr>
            <p:ph type="title"/>
          </p:nvPr>
        </p:nvSpPr>
        <p:spPr>
          <a:xfrm>
            <a:off x="588263" y="457200"/>
            <a:ext cx="11018520" cy="553998"/>
          </a:xfrm>
        </p:spPr>
        <p:txBody>
          <a:bodyPr/>
          <a:lstStyle/>
          <a:p>
            <a:r>
              <a:rPr lang="en-US" dirty="0">
                <a:solidFill>
                  <a:schemeClr val="bg1"/>
                </a:solidFill>
              </a:rPr>
              <a:t>Namespace Resource Quota</a:t>
            </a:r>
          </a:p>
        </p:txBody>
      </p:sp>
      <p:sp>
        <p:nvSpPr>
          <p:cNvPr id="3" name="Content Placeholder 2">
            <a:extLst>
              <a:ext uri="{FF2B5EF4-FFF2-40B4-BE49-F238E27FC236}">
                <a16:creationId xmlns:a16="http://schemas.microsoft.com/office/drawing/2014/main" id="{AE740AC0-F07E-4783-A13B-7EC82933B9B6}"/>
              </a:ext>
            </a:extLst>
          </p:cNvPr>
          <p:cNvSpPr>
            <a:spLocks noGrp="1"/>
          </p:cNvSpPr>
          <p:nvPr>
            <p:ph sz="quarter" idx="10"/>
          </p:nvPr>
        </p:nvSpPr>
        <p:spPr>
          <a:xfrm>
            <a:off x="270896" y="1724751"/>
            <a:ext cx="8963539" cy="3927229"/>
          </a:xfrm>
        </p:spPr>
        <p:txBody>
          <a:bodyPr/>
          <a:lstStyle/>
          <a:p>
            <a:pPr marL="342900" indent="-342900">
              <a:buFont typeface="Arial" panose="020B0604020202020204" pitchFamily="34" charset="0"/>
              <a:buChar char="•"/>
            </a:pPr>
            <a:r>
              <a:rPr lang="en-US" sz="2400" dirty="0"/>
              <a:t>A </a:t>
            </a:r>
            <a:r>
              <a:rPr lang="en-US" sz="2400" b="1" dirty="0" err="1"/>
              <a:t>ResourceQuota</a:t>
            </a:r>
            <a:r>
              <a:rPr lang="en-US" sz="2400" dirty="0"/>
              <a:t> object, defines constraints that limit aggregate resource (total CPU and memory) consumption per namespace. </a:t>
            </a:r>
          </a:p>
          <a:p>
            <a:pPr marL="342900" indent="-342900">
              <a:buFont typeface="Arial" panose="020B0604020202020204" pitchFamily="34" charset="0"/>
              <a:buChar char="•"/>
            </a:pPr>
            <a:r>
              <a:rPr lang="en-US" sz="2400" dirty="0"/>
              <a:t>A Resource Quota can also limit the quantity of objects that can be created in a namespace by type (max PVCs for example).</a:t>
            </a:r>
          </a:p>
          <a:p>
            <a:pPr marL="342900" indent="-342900">
              <a:buFont typeface="Arial" panose="020B0604020202020204" pitchFamily="34" charset="0"/>
              <a:buChar char="•"/>
            </a:pPr>
            <a:r>
              <a:rPr lang="en-US" sz="2400" dirty="0"/>
              <a:t>Resource Quotas only work if requests and limits specified. </a:t>
            </a:r>
          </a:p>
          <a:p>
            <a:pPr marL="342900" indent="-342900">
              <a:buFont typeface="Arial" panose="020B0604020202020204" pitchFamily="34" charset="0"/>
              <a:buChar char="•"/>
            </a:pPr>
            <a:r>
              <a:rPr lang="en-US" sz="2400" dirty="0"/>
              <a:t>It’s </a:t>
            </a:r>
            <a:r>
              <a:rPr lang="en-US" sz="2400" b="1" u="sng" dirty="0"/>
              <a:t>highly recommended</a:t>
            </a:r>
            <a:r>
              <a:rPr lang="en-US" sz="2400" dirty="0"/>
              <a:t> to create a </a:t>
            </a:r>
            <a:r>
              <a:rPr lang="en-US" sz="2400" b="1" dirty="0" err="1"/>
              <a:t>LimitRange</a:t>
            </a:r>
            <a:r>
              <a:rPr lang="en-US" sz="2400" dirty="0"/>
              <a:t> resource in the same namespace as the </a:t>
            </a:r>
            <a:r>
              <a:rPr lang="en-US" sz="2400" b="1" dirty="0" err="1"/>
              <a:t>ResourceQuota</a:t>
            </a:r>
            <a:r>
              <a:rPr lang="en-US" sz="2400" dirty="0"/>
              <a:t>.</a:t>
            </a:r>
          </a:p>
          <a:p>
            <a:pPr marL="342900" indent="-342900">
              <a:buFont typeface="Arial" panose="020B0604020202020204" pitchFamily="34" charset="0"/>
              <a:buChar char="•"/>
            </a:pPr>
            <a:r>
              <a:rPr lang="en-US" sz="2400" dirty="0"/>
              <a:t>Limits should be large enough to accommodate upgrades.</a:t>
            </a:r>
          </a:p>
        </p:txBody>
      </p:sp>
      <p:pic>
        <p:nvPicPr>
          <p:cNvPr id="5" name="Picture 4">
            <a:extLst>
              <a:ext uri="{FF2B5EF4-FFF2-40B4-BE49-F238E27FC236}">
                <a16:creationId xmlns:a16="http://schemas.microsoft.com/office/drawing/2014/main" id="{956ED26F-F5E3-4D36-AA62-9AFFB38652F6}"/>
              </a:ext>
            </a:extLst>
          </p:cNvPr>
          <p:cNvPicPr>
            <a:picLocks noChangeAspect="1"/>
          </p:cNvPicPr>
          <p:nvPr/>
        </p:nvPicPr>
        <p:blipFill>
          <a:blip r:embed="rId2"/>
          <a:stretch>
            <a:fillRect/>
          </a:stretch>
        </p:blipFill>
        <p:spPr>
          <a:xfrm>
            <a:off x="9377574" y="1692800"/>
            <a:ext cx="2543530" cy="2362530"/>
          </a:xfrm>
          <a:prstGeom prst="rect">
            <a:avLst/>
          </a:prstGeom>
        </p:spPr>
      </p:pic>
      <p:pic>
        <p:nvPicPr>
          <p:cNvPr id="7" name="Picture 6">
            <a:extLst>
              <a:ext uri="{FF2B5EF4-FFF2-40B4-BE49-F238E27FC236}">
                <a16:creationId xmlns:a16="http://schemas.microsoft.com/office/drawing/2014/main" id="{7C478099-D5E0-4B12-B997-3CDE5696240B}"/>
              </a:ext>
            </a:extLst>
          </p:cNvPr>
          <p:cNvPicPr>
            <a:picLocks noChangeAspect="1"/>
          </p:cNvPicPr>
          <p:nvPr/>
        </p:nvPicPr>
        <p:blipFill>
          <a:blip r:embed="rId3"/>
          <a:stretch>
            <a:fillRect/>
          </a:stretch>
        </p:blipFill>
        <p:spPr>
          <a:xfrm>
            <a:off x="9377574" y="4258332"/>
            <a:ext cx="2543530" cy="2322710"/>
          </a:xfrm>
          <a:prstGeom prst="rect">
            <a:avLst/>
          </a:prstGeom>
        </p:spPr>
      </p:pic>
    </p:spTree>
    <p:extLst>
      <p:ext uri="{BB962C8B-B14F-4D97-AF65-F5344CB8AC3E}">
        <p14:creationId xmlns:p14="http://schemas.microsoft.com/office/powerpoint/2010/main" val="36780862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fade">
                                      <p:cBhvr>
                                        <p:cTn id="3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2121A-5CC5-0306-DB17-5022142B5B64}"/>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62AC42AC-E01F-BFD0-0343-D37C00F37474}"/>
              </a:ext>
            </a:extLst>
          </p:cNvPr>
          <p:cNvSpPr>
            <a:spLocks noGrp="1"/>
          </p:cNvSpPr>
          <p:nvPr>
            <p:ph type="ftr" sz="quarter" idx="3"/>
          </p:nvPr>
        </p:nvSpPr>
        <p:spPr/>
        <p:txBody>
          <a:bodyPr anchor="ctr">
            <a:normAutofit/>
          </a:bodyPr>
          <a:lstStyle/>
          <a:p>
            <a:pPr marL="0" marR="0" lvl="0" indent="0" defTabSz="914400" rtl="0" eaLnBrk="1" fontAlgn="auto" latinLnBrk="0" hangingPunct="1">
              <a:spcBef>
                <a:spcPts val="0"/>
              </a:spcBef>
              <a:spcAft>
                <a:spcPts val="600"/>
              </a:spcAft>
              <a:buClrTx/>
              <a:buSzTx/>
              <a:buFontTx/>
              <a:buNone/>
              <a:tabLst/>
              <a:defRPr/>
            </a:pPr>
            <a:r>
              <a:rPr kumimoji="0" lang="en-US" b="0" i="0" u="none" strike="noStrike" kern="1200" cap="none" spc="0" normalizeH="0" baseline="0" noProof="0">
                <a:ln>
                  <a:noFill/>
                </a:ln>
                <a:solidFill>
                  <a:srgbClr val="000000"/>
                </a:solidFill>
                <a:effectLst/>
                <a:uLnTx/>
                <a:uFillTx/>
              </a:rPr>
              <a:t>Microsoft Confidential</a:t>
            </a:r>
          </a:p>
        </p:txBody>
      </p:sp>
      <p:sp>
        <p:nvSpPr>
          <p:cNvPr id="4" name="Slide Number Placeholder 3">
            <a:extLst>
              <a:ext uri="{FF2B5EF4-FFF2-40B4-BE49-F238E27FC236}">
                <a16:creationId xmlns:a16="http://schemas.microsoft.com/office/drawing/2014/main" id="{1D7930DF-875C-A172-19CD-37F102EAA021}"/>
              </a:ext>
            </a:extLst>
          </p:cNvPr>
          <p:cNvSpPr>
            <a:spLocks noGrp="1"/>
          </p:cNvSpPr>
          <p:nvPr>
            <p:ph type="sldNum" sz="quarter" idx="4"/>
          </p:nvPr>
        </p:nvSpPr>
        <p:spPr/>
        <p:txBody>
          <a:bodyPr wrap="square" anchor="ctr">
            <a:normAutofit/>
          </a:bodyPr>
          <a:lstStyle/>
          <a:p>
            <a:pPr marL="0" marR="0" lvl="0" indent="0" defTabSz="914400" rtl="0" eaLnBrk="1" fontAlgn="auto" latinLnBrk="0" hangingPunct="1">
              <a:spcBef>
                <a:spcPts val="0"/>
              </a:spcBef>
              <a:spcAft>
                <a:spcPts val="600"/>
              </a:spcAft>
              <a:buClrTx/>
              <a:buSzTx/>
              <a:buFontTx/>
              <a:buNone/>
              <a:tabLst/>
              <a:defRPr/>
            </a:pPr>
            <a:fld id="{8F881BB8-5469-4299-99B9-578BE3320A80}" type="slidenum">
              <a:rPr kumimoji="0" lang="en-US" b="0" i="0" u="none" strike="noStrike" kern="1200" cap="none" spc="0" normalizeH="0" baseline="0" noProof="0" smtClean="0">
                <a:ln>
                  <a:noFill/>
                </a:ln>
                <a:solidFill>
                  <a:srgbClr val="000000"/>
                </a:solidFill>
                <a:effectLst/>
                <a:uLnTx/>
                <a:uFillTx/>
              </a:rPr>
              <a:pPr marL="0" marR="0" lvl="0" indent="0" defTabSz="914400" rtl="0" eaLnBrk="1" fontAlgn="auto" latinLnBrk="0" hangingPunct="1">
                <a:spcBef>
                  <a:spcPts val="0"/>
                </a:spcBef>
                <a:spcAft>
                  <a:spcPts val="600"/>
                </a:spcAft>
                <a:buClrTx/>
                <a:buSzTx/>
                <a:buFontTx/>
                <a:buNone/>
                <a:tabLst/>
                <a:defRPr/>
              </a:pPr>
              <a:t>10</a:t>
            </a:fld>
            <a:endParaRPr kumimoji="0" lang="en-US" b="0" i="0" u="none" strike="noStrike" kern="1200" cap="none" spc="0" normalizeH="0" baseline="0" noProof="0">
              <a:ln>
                <a:noFill/>
              </a:ln>
              <a:solidFill>
                <a:srgbClr val="000000"/>
              </a:solidFill>
              <a:effectLst/>
              <a:uLnTx/>
              <a:uFillTx/>
            </a:endParaRPr>
          </a:p>
        </p:txBody>
      </p:sp>
      <p:sp>
        <p:nvSpPr>
          <p:cNvPr id="17" name="Text Placeholder 16">
            <a:extLst>
              <a:ext uri="{FF2B5EF4-FFF2-40B4-BE49-F238E27FC236}">
                <a16:creationId xmlns:a16="http://schemas.microsoft.com/office/drawing/2014/main" id="{DFF37667-E62D-9780-DDD6-1FEBE8B0C223}"/>
              </a:ext>
            </a:extLst>
          </p:cNvPr>
          <p:cNvSpPr>
            <a:spLocks noGrp="1"/>
          </p:cNvSpPr>
          <p:nvPr>
            <p:ph type="body" sz="quarter" idx="39"/>
          </p:nvPr>
        </p:nvSpPr>
        <p:spPr/>
        <p:txBody>
          <a:bodyPr/>
          <a:lstStyle/>
          <a:p>
            <a:r>
              <a:rPr lang="en-US" dirty="0"/>
              <a:t>Demo</a:t>
            </a:r>
          </a:p>
        </p:txBody>
      </p:sp>
      <p:sp>
        <p:nvSpPr>
          <p:cNvPr id="18" name="TextBox 17">
            <a:extLst>
              <a:ext uri="{FF2B5EF4-FFF2-40B4-BE49-F238E27FC236}">
                <a16:creationId xmlns:a16="http://schemas.microsoft.com/office/drawing/2014/main" id="{AB3E847C-8B04-89AF-3185-1C93EA24F459}"/>
              </a:ext>
            </a:extLst>
          </p:cNvPr>
          <p:cNvSpPr txBox="1"/>
          <p:nvPr/>
        </p:nvSpPr>
        <p:spPr>
          <a:xfrm>
            <a:off x="4845549" y="5063810"/>
            <a:ext cx="6615701" cy="307777"/>
          </a:xfrm>
          <a:prstGeom prst="rect">
            <a:avLst/>
          </a:prstGeom>
          <a:noFill/>
        </p:spPr>
        <p:txBody>
          <a:bodyPr wrap="square" lIns="0" tIns="0" rIns="0" bIns="0" rtlCol="0">
            <a:spAutoFit/>
          </a:bodyPr>
          <a:lstStyle/>
          <a:p>
            <a:pPr marL="342900" indent="-342900" algn="l">
              <a:buFont typeface="Arial" panose="020B0604020202020204" pitchFamily="34" charset="0"/>
              <a:buChar char="•"/>
            </a:pPr>
            <a:r>
              <a:rPr lang="en-US" sz="2000" dirty="0"/>
              <a:t>Managing Resource requests and limits</a:t>
            </a:r>
          </a:p>
        </p:txBody>
      </p:sp>
      <p:pic>
        <p:nvPicPr>
          <p:cNvPr id="1026" name="Picture 2">
            <a:extLst>
              <a:ext uri="{FF2B5EF4-FFF2-40B4-BE49-F238E27FC236}">
                <a16:creationId xmlns:a16="http://schemas.microsoft.com/office/drawing/2014/main" id="{93CD3E6A-A928-24AA-4F92-764F75380C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76503" y="560832"/>
            <a:ext cx="4353791" cy="3828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688992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63E0C7-4F95-B9DC-9686-B70BB7DD99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937863-14E0-EEA0-40CE-FA752611A069}"/>
              </a:ext>
            </a:extLst>
          </p:cNvPr>
          <p:cNvSpPr>
            <a:spLocks noGrp="1"/>
          </p:cNvSpPr>
          <p:nvPr>
            <p:ph type="title"/>
          </p:nvPr>
        </p:nvSpPr>
        <p:spPr/>
        <p:txBody>
          <a:bodyPr/>
          <a:lstStyle/>
          <a:p>
            <a:r>
              <a:rPr lang="en-US" dirty="0"/>
              <a:t>VPA (Vertical Pod </a:t>
            </a:r>
            <a:r>
              <a:rPr lang="en-US" dirty="0" err="1"/>
              <a:t>Autoscaler</a:t>
            </a:r>
            <a:r>
              <a:rPr lang="en-US" dirty="0"/>
              <a:t>)</a:t>
            </a:r>
          </a:p>
        </p:txBody>
      </p:sp>
      <p:sp>
        <p:nvSpPr>
          <p:cNvPr id="3" name="Footer Placeholder 2">
            <a:extLst>
              <a:ext uri="{FF2B5EF4-FFF2-40B4-BE49-F238E27FC236}">
                <a16:creationId xmlns:a16="http://schemas.microsoft.com/office/drawing/2014/main" id="{2D729B4D-848C-96CF-69E7-712551BA7858}"/>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5EAFE8B8-6C12-9EB4-1FE9-BE1EC594B782}"/>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5" name="TextBox 4">
            <a:extLst>
              <a:ext uri="{FF2B5EF4-FFF2-40B4-BE49-F238E27FC236}">
                <a16:creationId xmlns:a16="http://schemas.microsoft.com/office/drawing/2014/main" id="{1A326F44-4A1D-9882-A2AB-DBAC62684ECE}"/>
              </a:ext>
            </a:extLst>
          </p:cNvPr>
          <p:cNvSpPr txBox="1"/>
          <p:nvPr/>
        </p:nvSpPr>
        <p:spPr>
          <a:xfrm>
            <a:off x="265471" y="2123768"/>
            <a:ext cx="8613058" cy="4616648"/>
          </a:xfrm>
          <a:prstGeom prst="rect">
            <a:avLst/>
          </a:prstGeom>
          <a:noFill/>
        </p:spPr>
        <p:txBody>
          <a:bodyPr wrap="square" lIns="0" tIns="0" rIns="0" bIns="0" rtlCol="0">
            <a:spAutoFit/>
          </a:bodyPr>
          <a:lstStyle/>
          <a:p>
            <a:pPr marL="342900" indent="-342900" algn="l">
              <a:buFont typeface="Arial" panose="020B0604020202020204" pitchFamily="34" charset="0"/>
              <a:buChar char="•"/>
            </a:pPr>
            <a:r>
              <a:rPr lang="en-US" sz="2000" dirty="0"/>
              <a:t>VPA is a resource that is available to automatically set requests and limits on container per workload based on historical usage</a:t>
            </a:r>
          </a:p>
          <a:p>
            <a:pPr marL="342900" indent="-342900" algn="l">
              <a:buFont typeface="Arial" panose="020B0604020202020204" pitchFamily="34" charset="0"/>
              <a:buChar char="•"/>
            </a:pPr>
            <a:r>
              <a:rPr lang="en-US" sz="2000" dirty="0"/>
              <a:t>Benefits</a:t>
            </a:r>
          </a:p>
          <a:p>
            <a:pPr marL="800100" lvl="1" indent="-342900">
              <a:buFont typeface="Arial" panose="020B0604020202020204" pitchFamily="34" charset="0"/>
              <a:buChar char="•"/>
            </a:pPr>
            <a:r>
              <a:rPr lang="en-US" sz="2000" dirty="0"/>
              <a:t>Analyzes and adjusts processor and memory resources</a:t>
            </a:r>
          </a:p>
          <a:p>
            <a:pPr marL="800100" lvl="1" indent="-342900">
              <a:buFont typeface="Arial" panose="020B0604020202020204" pitchFamily="34" charset="0"/>
              <a:buChar char="•"/>
            </a:pPr>
            <a:r>
              <a:rPr lang="en-US" sz="2000" dirty="0"/>
              <a:t>Pods with auto or recreate are evicted if resources change</a:t>
            </a:r>
          </a:p>
          <a:p>
            <a:pPr marL="800100" lvl="1" indent="-342900">
              <a:buFont typeface="Arial" panose="020B0604020202020204" pitchFamily="34" charset="0"/>
              <a:buChar char="•"/>
            </a:pPr>
            <a:r>
              <a:rPr lang="en-US" sz="2000" dirty="0"/>
              <a:t>Resource policies allow for setting CPU and memory constraints</a:t>
            </a:r>
          </a:p>
          <a:p>
            <a:pPr marL="800100" lvl="1" indent="-342900">
              <a:buFont typeface="Arial" panose="020B0604020202020204" pitchFamily="34" charset="0"/>
              <a:buChar char="•"/>
            </a:pPr>
            <a:r>
              <a:rPr lang="en-US" sz="2000" dirty="0"/>
              <a:t>Ensures nodes have correct resources for pod scheduling</a:t>
            </a:r>
          </a:p>
          <a:p>
            <a:pPr marL="342900" indent="-342900">
              <a:buFont typeface="Arial" panose="020B0604020202020204" pitchFamily="34" charset="0"/>
              <a:buChar char="•"/>
            </a:pPr>
            <a:r>
              <a:rPr lang="en-US" sz="2000" dirty="0"/>
              <a:t>Is available in OSS K8s and AKS</a:t>
            </a:r>
          </a:p>
          <a:p>
            <a:pPr marL="342900" indent="-342900">
              <a:buFont typeface="Arial" panose="020B0604020202020204" pitchFamily="34" charset="0"/>
              <a:buChar char="•"/>
            </a:pPr>
            <a:r>
              <a:rPr lang="en-US" sz="2000" dirty="0"/>
              <a:t>Limits</a:t>
            </a:r>
          </a:p>
          <a:p>
            <a:pPr marL="800100" lvl="1" indent="-342900">
              <a:buFont typeface="Arial" panose="020B0604020202020204" pitchFamily="34" charset="0"/>
              <a:buChar char="•"/>
            </a:pPr>
            <a:r>
              <a:rPr lang="en-US" sz="2000" dirty="0"/>
              <a:t>1,000 pod objects per cluster</a:t>
            </a:r>
          </a:p>
          <a:p>
            <a:pPr marL="800100" lvl="1" indent="-342900">
              <a:buFont typeface="Arial" panose="020B0604020202020204" pitchFamily="34" charset="0"/>
              <a:buChar char="•"/>
            </a:pPr>
            <a:r>
              <a:rPr lang="en-US" sz="2000" dirty="0"/>
              <a:t>VPAs can recommend more resources than available if no limit range is set</a:t>
            </a:r>
          </a:p>
          <a:p>
            <a:pPr marL="800100" lvl="1" indent="-342900">
              <a:buFont typeface="Arial" panose="020B0604020202020204" pitchFamily="34" charset="0"/>
              <a:buChar char="•"/>
            </a:pPr>
            <a:r>
              <a:rPr lang="en-US" sz="2000" dirty="0"/>
              <a:t>8 Days of historical data</a:t>
            </a:r>
          </a:p>
          <a:p>
            <a:pPr marL="800100" lvl="1" indent="-342900">
              <a:buFont typeface="Arial" panose="020B0604020202020204" pitchFamily="34" charset="0"/>
              <a:buChar char="•"/>
            </a:pPr>
            <a:r>
              <a:rPr lang="en-US" sz="2000" dirty="0"/>
              <a:t>Does not support JVM workloads</a:t>
            </a:r>
          </a:p>
          <a:p>
            <a:pPr marL="800100" lvl="1" indent="-342900">
              <a:buFont typeface="Arial" panose="020B0604020202020204" pitchFamily="34" charset="0"/>
              <a:buChar char="•"/>
            </a:pPr>
            <a:r>
              <a:rPr lang="en-US" sz="2000" dirty="0"/>
              <a:t>Linux only</a:t>
            </a:r>
          </a:p>
        </p:txBody>
      </p:sp>
    </p:spTree>
    <p:extLst>
      <p:ext uri="{BB962C8B-B14F-4D97-AF65-F5344CB8AC3E}">
        <p14:creationId xmlns:p14="http://schemas.microsoft.com/office/powerpoint/2010/main" val="3161167305"/>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2697-7945-49AF-A643-2E2ED4DF7AA2}"/>
              </a:ext>
            </a:extLst>
          </p:cNvPr>
          <p:cNvSpPr>
            <a:spLocks noGrp="1"/>
          </p:cNvSpPr>
          <p:nvPr>
            <p:ph type="title"/>
          </p:nvPr>
        </p:nvSpPr>
        <p:spPr>
          <a:xfrm>
            <a:off x="588263" y="457200"/>
            <a:ext cx="11018520" cy="553998"/>
          </a:xfrm>
        </p:spPr>
        <p:txBody>
          <a:bodyPr/>
          <a:lstStyle/>
          <a:p>
            <a:r>
              <a:rPr lang="en-US" dirty="0">
                <a:solidFill>
                  <a:schemeClr val="bg1"/>
                </a:solidFill>
              </a:rPr>
              <a:t>Horizontal Pod </a:t>
            </a:r>
            <a:r>
              <a:rPr lang="en-US" dirty="0" err="1">
                <a:solidFill>
                  <a:schemeClr val="bg1"/>
                </a:solidFill>
              </a:rPr>
              <a:t>Autoscaler</a:t>
            </a:r>
            <a:r>
              <a:rPr lang="en-US" dirty="0">
                <a:solidFill>
                  <a:schemeClr val="bg1"/>
                </a:solidFill>
              </a:rPr>
              <a:t> – Built-in</a:t>
            </a:r>
          </a:p>
        </p:txBody>
      </p:sp>
      <p:sp>
        <p:nvSpPr>
          <p:cNvPr id="3" name="Content Placeholder 2">
            <a:extLst>
              <a:ext uri="{FF2B5EF4-FFF2-40B4-BE49-F238E27FC236}">
                <a16:creationId xmlns:a16="http://schemas.microsoft.com/office/drawing/2014/main" id="{AE740AC0-F07E-4783-A13B-7EC82933B9B6}"/>
              </a:ext>
            </a:extLst>
          </p:cNvPr>
          <p:cNvSpPr>
            <a:spLocks noGrp="1"/>
          </p:cNvSpPr>
          <p:nvPr>
            <p:ph sz="quarter" idx="10"/>
          </p:nvPr>
        </p:nvSpPr>
        <p:spPr>
          <a:xfrm>
            <a:off x="503517" y="1703796"/>
            <a:ext cx="11303472" cy="4145750"/>
          </a:xfrm>
        </p:spPr>
        <p:txBody>
          <a:bodyPr/>
          <a:lstStyle/>
          <a:p>
            <a:pPr marL="342900" indent="-342900">
              <a:buFont typeface="Arial" panose="020B0604020202020204" pitchFamily="34" charset="0"/>
              <a:buChar char="•"/>
            </a:pPr>
            <a:r>
              <a:rPr lang="en-US" sz="2400" dirty="0"/>
              <a:t>Horizontal scaling is the process of increasing/decreasing the number of Pods (replicas) in response to the load on a workload</a:t>
            </a:r>
          </a:p>
          <a:p>
            <a:pPr marL="342900" indent="-342900">
              <a:buFont typeface="Arial" panose="020B0604020202020204" pitchFamily="34" charset="0"/>
              <a:buChar char="•"/>
            </a:pPr>
            <a:r>
              <a:rPr lang="en-US" sz="2400" dirty="0"/>
              <a:t>This is different from vertical scaling, which for Kubernetes would mean assigning more resources (for example: memory or CPU) to the Pods that are already running for the workload.  See VPA.</a:t>
            </a:r>
          </a:p>
          <a:p>
            <a:pPr marL="342900" indent="-342900">
              <a:buFont typeface="Arial" panose="020B0604020202020204" pitchFamily="34" charset="0"/>
              <a:buChar char="•"/>
            </a:pPr>
            <a:r>
              <a:rPr lang="en-US" sz="2400" dirty="0"/>
              <a:t>A </a:t>
            </a:r>
            <a:r>
              <a:rPr lang="en-US" sz="2400" b="1" dirty="0" err="1"/>
              <a:t>HorizontalPodAutoscaler</a:t>
            </a:r>
            <a:r>
              <a:rPr lang="en-US" sz="2400" dirty="0"/>
              <a:t> automatically updates a workload resource (such as a </a:t>
            </a:r>
            <a:r>
              <a:rPr lang="en-US" sz="2400" i="1" dirty="0"/>
              <a:t>Deployment</a:t>
            </a:r>
            <a:r>
              <a:rPr lang="en-US" sz="2400" dirty="0"/>
              <a:t> or </a:t>
            </a:r>
            <a:r>
              <a:rPr lang="en-US" sz="2400" i="1" dirty="0" err="1"/>
              <a:t>StatefulSet</a:t>
            </a:r>
            <a:r>
              <a:rPr lang="en-US" sz="2400" dirty="0"/>
              <a:t>), with the aim of automatically scaling the workload to match demand.</a:t>
            </a:r>
          </a:p>
          <a:p>
            <a:pPr marL="342900" indent="-342900">
              <a:buFont typeface="Arial" panose="020B0604020202020204" pitchFamily="34" charset="0"/>
              <a:buChar char="•"/>
            </a:pPr>
            <a:r>
              <a:rPr lang="en-US" sz="2400" dirty="0"/>
              <a:t>Horizontal Pod autoscaling does not apply to objects that can't be scaled (for example: a </a:t>
            </a:r>
            <a:r>
              <a:rPr lang="en-US" sz="2400" i="1" dirty="0" err="1"/>
              <a:t>DaemonSet</a:t>
            </a:r>
            <a:r>
              <a:rPr lang="en-US" sz="2400" dirty="0"/>
              <a:t>.)</a:t>
            </a:r>
          </a:p>
        </p:txBody>
      </p:sp>
    </p:spTree>
    <p:extLst>
      <p:ext uri="{BB962C8B-B14F-4D97-AF65-F5344CB8AC3E}">
        <p14:creationId xmlns:p14="http://schemas.microsoft.com/office/powerpoint/2010/main" val="14306941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2697-7945-49AF-A643-2E2ED4DF7AA2}"/>
              </a:ext>
            </a:extLst>
          </p:cNvPr>
          <p:cNvSpPr>
            <a:spLocks noGrp="1"/>
          </p:cNvSpPr>
          <p:nvPr>
            <p:ph type="title"/>
          </p:nvPr>
        </p:nvSpPr>
        <p:spPr>
          <a:xfrm>
            <a:off x="588263" y="457200"/>
            <a:ext cx="11018520" cy="553998"/>
          </a:xfrm>
        </p:spPr>
        <p:txBody>
          <a:bodyPr/>
          <a:lstStyle/>
          <a:p>
            <a:r>
              <a:rPr lang="en-US" dirty="0">
                <a:solidFill>
                  <a:schemeClr val="bg1"/>
                </a:solidFill>
              </a:rPr>
              <a:t>Horizontal Pod </a:t>
            </a:r>
            <a:r>
              <a:rPr lang="en-US" dirty="0" err="1">
                <a:solidFill>
                  <a:schemeClr val="bg1"/>
                </a:solidFill>
              </a:rPr>
              <a:t>Autoscaler</a:t>
            </a:r>
            <a:r>
              <a:rPr lang="en-US" dirty="0">
                <a:solidFill>
                  <a:schemeClr val="bg1"/>
                </a:solidFill>
              </a:rPr>
              <a:t> – Built-in</a:t>
            </a:r>
          </a:p>
        </p:txBody>
      </p:sp>
      <p:sp>
        <p:nvSpPr>
          <p:cNvPr id="3" name="Content Placeholder 2">
            <a:extLst>
              <a:ext uri="{FF2B5EF4-FFF2-40B4-BE49-F238E27FC236}">
                <a16:creationId xmlns:a16="http://schemas.microsoft.com/office/drawing/2014/main" id="{AE740AC0-F07E-4783-A13B-7EC82933B9B6}"/>
              </a:ext>
            </a:extLst>
          </p:cNvPr>
          <p:cNvSpPr>
            <a:spLocks noGrp="1"/>
          </p:cNvSpPr>
          <p:nvPr>
            <p:ph sz="quarter" idx="10"/>
          </p:nvPr>
        </p:nvSpPr>
        <p:spPr>
          <a:xfrm>
            <a:off x="503517" y="1703796"/>
            <a:ext cx="11303472" cy="738664"/>
          </a:xfrm>
        </p:spPr>
        <p:txBody>
          <a:bodyPr/>
          <a:lstStyle/>
          <a:p>
            <a:pPr marL="342900" indent="-342900">
              <a:buFont typeface="Arial" panose="020B0604020202020204" pitchFamily="34" charset="0"/>
              <a:buChar char="•"/>
            </a:pPr>
            <a:r>
              <a:rPr lang="en-US" sz="2400" dirty="0"/>
              <a:t>The </a:t>
            </a:r>
            <a:r>
              <a:rPr lang="en-US" sz="2400" b="1" dirty="0" err="1"/>
              <a:t>HorizontalPodAutoscaler</a:t>
            </a:r>
            <a:r>
              <a:rPr lang="en-US" sz="2400" dirty="0"/>
              <a:t> is implemented as a Kubernetes API resource and a controller.</a:t>
            </a:r>
          </a:p>
        </p:txBody>
      </p:sp>
      <p:sp>
        <p:nvSpPr>
          <p:cNvPr id="4" name="Rectangle: Rounded Corners 3">
            <a:extLst>
              <a:ext uri="{FF2B5EF4-FFF2-40B4-BE49-F238E27FC236}">
                <a16:creationId xmlns:a16="http://schemas.microsoft.com/office/drawing/2014/main" id="{FDB7EA8A-7552-CD22-9BC2-F82925AAF736}"/>
              </a:ext>
            </a:extLst>
          </p:cNvPr>
          <p:cNvSpPr/>
          <p:nvPr/>
        </p:nvSpPr>
        <p:spPr bwMode="auto">
          <a:xfrm>
            <a:off x="841575" y="4660932"/>
            <a:ext cx="2181069" cy="986541"/>
          </a:xfrm>
          <a:prstGeom prst="round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a:solidFill>
                  <a:srgbClr val="FFFFFF"/>
                </a:solidFill>
                <a:ea typeface="Segoe UI" pitchFamily="34" charset="0"/>
                <a:cs typeface="Segoe UI" pitchFamily="34" charset="0"/>
              </a:rPr>
              <a:t>Horizontal Pod </a:t>
            </a:r>
            <a:r>
              <a:rPr lang="en-US" sz="2000" dirty="0" err="1">
                <a:solidFill>
                  <a:srgbClr val="FFFFFF"/>
                </a:solidFill>
                <a:ea typeface="Segoe UI" pitchFamily="34" charset="0"/>
                <a:cs typeface="Segoe UI" pitchFamily="34" charset="0"/>
              </a:rPr>
              <a:t>Autoscaler</a:t>
            </a:r>
            <a:endParaRPr lang="en-US" sz="2000" dirty="0">
              <a:solidFill>
                <a:srgbClr val="FFFFFF"/>
              </a:solidFill>
              <a:ea typeface="Segoe UI" pitchFamily="34" charset="0"/>
              <a:cs typeface="Segoe UI" pitchFamily="34" charset="0"/>
            </a:endParaRPr>
          </a:p>
        </p:txBody>
      </p:sp>
      <p:sp>
        <p:nvSpPr>
          <p:cNvPr id="5" name="Rectangle: Rounded Corners 4">
            <a:extLst>
              <a:ext uri="{FF2B5EF4-FFF2-40B4-BE49-F238E27FC236}">
                <a16:creationId xmlns:a16="http://schemas.microsoft.com/office/drawing/2014/main" id="{F32CC285-97F1-D721-C7AC-70E7C48C90B9}"/>
              </a:ext>
            </a:extLst>
          </p:cNvPr>
          <p:cNvSpPr/>
          <p:nvPr/>
        </p:nvSpPr>
        <p:spPr bwMode="auto">
          <a:xfrm>
            <a:off x="3974184" y="4660933"/>
            <a:ext cx="1960322" cy="986541"/>
          </a:xfrm>
          <a:prstGeom prst="round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a:solidFill>
                  <a:srgbClr val="FFFFFF"/>
                </a:solidFill>
                <a:ea typeface="Segoe UI" pitchFamily="34" charset="0"/>
                <a:cs typeface="Segoe UI" pitchFamily="34" charset="0"/>
              </a:rPr>
              <a:t>Deployment</a:t>
            </a:r>
          </a:p>
        </p:txBody>
      </p:sp>
      <p:sp>
        <p:nvSpPr>
          <p:cNvPr id="6" name="Rectangle: Rounded Corners 5">
            <a:extLst>
              <a:ext uri="{FF2B5EF4-FFF2-40B4-BE49-F238E27FC236}">
                <a16:creationId xmlns:a16="http://schemas.microsoft.com/office/drawing/2014/main" id="{9F56C50A-92E3-86E5-150C-90ACD5D3E36F}"/>
              </a:ext>
            </a:extLst>
          </p:cNvPr>
          <p:cNvSpPr/>
          <p:nvPr/>
        </p:nvSpPr>
        <p:spPr bwMode="auto">
          <a:xfrm>
            <a:off x="6886046" y="4665631"/>
            <a:ext cx="1653007" cy="986541"/>
          </a:xfrm>
          <a:prstGeom prst="round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err="1">
                <a:solidFill>
                  <a:srgbClr val="FFFFFF"/>
                </a:solidFill>
                <a:ea typeface="Segoe UI" pitchFamily="34" charset="0"/>
                <a:cs typeface="Segoe UI" pitchFamily="34" charset="0"/>
              </a:rPr>
              <a:t>ReplicaSet</a:t>
            </a:r>
            <a:endParaRPr lang="en-US" sz="2000" dirty="0">
              <a:solidFill>
                <a:srgbClr val="FFFFFF"/>
              </a:solidFill>
              <a:ea typeface="Segoe UI" pitchFamily="34" charset="0"/>
              <a:cs typeface="Segoe UI" pitchFamily="34" charset="0"/>
            </a:endParaRPr>
          </a:p>
        </p:txBody>
      </p:sp>
      <p:sp>
        <p:nvSpPr>
          <p:cNvPr id="9" name="Rectangle: Rounded Corners 8">
            <a:extLst>
              <a:ext uri="{FF2B5EF4-FFF2-40B4-BE49-F238E27FC236}">
                <a16:creationId xmlns:a16="http://schemas.microsoft.com/office/drawing/2014/main" id="{EF770EBA-0374-2AC0-D516-7B203C8E5C1D}"/>
              </a:ext>
            </a:extLst>
          </p:cNvPr>
          <p:cNvSpPr/>
          <p:nvPr/>
        </p:nvSpPr>
        <p:spPr bwMode="auto">
          <a:xfrm>
            <a:off x="10239400" y="2622393"/>
            <a:ext cx="1172286" cy="986541"/>
          </a:xfrm>
          <a:prstGeom prst="roundRect">
            <a:avLst/>
          </a:prstGeom>
          <a:ln>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a:solidFill>
                  <a:srgbClr val="FFFFFF"/>
                </a:solidFill>
                <a:ea typeface="Segoe UI" pitchFamily="34" charset="0"/>
                <a:cs typeface="Segoe UI" pitchFamily="34" charset="0"/>
              </a:rPr>
              <a:t>Pod</a:t>
            </a:r>
          </a:p>
        </p:txBody>
      </p:sp>
      <p:sp>
        <p:nvSpPr>
          <p:cNvPr id="10" name="Rectangle: Rounded Corners 9">
            <a:extLst>
              <a:ext uri="{FF2B5EF4-FFF2-40B4-BE49-F238E27FC236}">
                <a16:creationId xmlns:a16="http://schemas.microsoft.com/office/drawing/2014/main" id="{CC5EB783-DDBC-CF45-E7BA-C5E206EC30CB}"/>
              </a:ext>
            </a:extLst>
          </p:cNvPr>
          <p:cNvSpPr/>
          <p:nvPr/>
        </p:nvSpPr>
        <p:spPr bwMode="auto">
          <a:xfrm>
            <a:off x="10239400" y="5414259"/>
            <a:ext cx="1172286" cy="986541"/>
          </a:xfrm>
          <a:prstGeom prst="roundRect">
            <a:avLst/>
          </a:prstGeom>
          <a:ln>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a:solidFill>
                  <a:srgbClr val="FFFFFF"/>
                </a:solidFill>
                <a:ea typeface="Segoe UI" pitchFamily="34" charset="0"/>
                <a:cs typeface="Segoe UI" pitchFamily="34" charset="0"/>
              </a:rPr>
              <a:t>Pod</a:t>
            </a:r>
          </a:p>
        </p:txBody>
      </p:sp>
      <p:sp>
        <p:nvSpPr>
          <p:cNvPr id="11" name="Rectangle: Rounded Corners 10">
            <a:extLst>
              <a:ext uri="{FF2B5EF4-FFF2-40B4-BE49-F238E27FC236}">
                <a16:creationId xmlns:a16="http://schemas.microsoft.com/office/drawing/2014/main" id="{B0C40DF6-FB08-9912-FC08-433BC7DF1530}"/>
              </a:ext>
            </a:extLst>
          </p:cNvPr>
          <p:cNvSpPr/>
          <p:nvPr/>
        </p:nvSpPr>
        <p:spPr bwMode="auto">
          <a:xfrm>
            <a:off x="10239400" y="4018326"/>
            <a:ext cx="1172286" cy="986541"/>
          </a:xfrm>
          <a:prstGeom prst="roundRect">
            <a:avLst/>
          </a:prstGeom>
          <a:ln>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a:solidFill>
                  <a:srgbClr val="FFFFFF"/>
                </a:solidFill>
                <a:ea typeface="Segoe UI" pitchFamily="34" charset="0"/>
                <a:cs typeface="Segoe UI" pitchFamily="34" charset="0"/>
              </a:rPr>
              <a:t>Pod</a:t>
            </a:r>
          </a:p>
        </p:txBody>
      </p:sp>
      <p:cxnSp>
        <p:nvCxnSpPr>
          <p:cNvPr id="13" name="Straight Arrow Connector 12">
            <a:extLst>
              <a:ext uri="{FF2B5EF4-FFF2-40B4-BE49-F238E27FC236}">
                <a16:creationId xmlns:a16="http://schemas.microsoft.com/office/drawing/2014/main" id="{E59DC66E-9562-4D44-6466-B760F58AEE9A}"/>
              </a:ext>
            </a:extLst>
          </p:cNvPr>
          <p:cNvCxnSpPr>
            <a:cxnSpLocks/>
            <a:stCxn id="4" idx="3"/>
            <a:endCxn id="5" idx="1"/>
          </p:cNvCxnSpPr>
          <p:nvPr/>
        </p:nvCxnSpPr>
        <p:spPr>
          <a:xfrm>
            <a:off x="3022644" y="5154203"/>
            <a:ext cx="951540" cy="1"/>
          </a:xfrm>
          <a:prstGeom prst="straightConnector1">
            <a:avLst/>
          </a:prstGeom>
          <a:ln w="19050">
            <a:solidFill>
              <a:srgbClr val="000000"/>
            </a:solidFill>
            <a:headEnd type="none" w="lg" len="lg"/>
            <a:tailEnd type="triangle" w="lg" len="lg"/>
          </a:ln>
        </p:spPr>
        <p:style>
          <a:lnRef idx="2">
            <a:schemeClr val="dk1"/>
          </a:lnRef>
          <a:fillRef idx="0">
            <a:schemeClr val="dk1"/>
          </a:fillRef>
          <a:effectRef idx="1">
            <a:schemeClr val="dk1"/>
          </a:effectRef>
          <a:fontRef idx="minor">
            <a:schemeClr val="tx1"/>
          </a:fontRef>
        </p:style>
      </p:cxnSp>
      <p:cxnSp>
        <p:nvCxnSpPr>
          <p:cNvPr id="14" name="Straight Arrow Connector 13">
            <a:extLst>
              <a:ext uri="{FF2B5EF4-FFF2-40B4-BE49-F238E27FC236}">
                <a16:creationId xmlns:a16="http://schemas.microsoft.com/office/drawing/2014/main" id="{5F019D03-800E-CDF5-E3D4-823B4760F2E4}"/>
              </a:ext>
            </a:extLst>
          </p:cNvPr>
          <p:cNvCxnSpPr>
            <a:cxnSpLocks/>
            <a:stCxn id="5" idx="3"/>
            <a:endCxn id="6" idx="1"/>
          </p:cNvCxnSpPr>
          <p:nvPr/>
        </p:nvCxnSpPr>
        <p:spPr>
          <a:xfrm>
            <a:off x="5934506" y="5154204"/>
            <a:ext cx="951540" cy="4698"/>
          </a:xfrm>
          <a:prstGeom prst="straightConnector1">
            <a:avLst/>
          </a:prstGeom>
          <a:ln w="19050">
            <a:solidFill>
              <a:srgbClr val="000000"/>
            </a:solidFill>
            <a:headEnd type="none" w="lg" len="lg"/>
            <a:tailEnd type="triangle" w="lg" len="lg"/>
          </a:ln>
        </p:spPr>
        <p:style>
          <a:lnRef idx="2">
            <a:schemeClr val="dk1"/>
          </a:lnRef>
          <a:fillRef idx="0">
            <a:schemeClr val="dk1"/>
          </a:fillRef>
          <a:effectRef idx="1">
            <a:schemeClr val="dk1"/>
          </a:effectRef>
          <a:fontRef idx="minor">
            <a:schemeClr val="tx1"/>
          </a:fontRef>
        </p:style>
      </p:cxnSp>
      <p:cxnSp>
        <p:nvCxnSpPr>
          <p:cNvPr id="24" name="Connector: Elbow 23">
            <a:extLst>
              <a:ext uri="{FF2B5EF4-FFF2-40B4-BE49-F238E27FC236}">
                <a16:creationId xmlns:a16="http://schemas.microsoft.com/office/drawing/2014/main" id="{589C8D76-9106-6FDD-D068-DDAD42C4BFED}"/>
              </a:ext>
            </a:extLst>
          </p:cNvPr>
          <p:cNvCxnSpPr>
            <a:cxnSpLocks/>
            <a:stCxn id="6" idx="3"/>
            <a:endCxn id="9" idx="1"/>
          </p:cNvCxnSpPr>
          <p:nvPr/>
        </p:nvCxnSpPr>
        <p:spPr>
          <a:xfrm flipV="1">
            <a:off x="8539053" y="3115664"/>
            <a:ext cx="1700347" cy="2043238"/>
          </a:xfrm>
          <a:prstGeom prst="bentConnector3">
            <a:avLst>
              <a:gd name="adj1" fmla="val 59490"/>
            </a:avLst>
          </a:prstGeom>
          <a:ln w="15875">
            <a:solidFill>
              <a:schemeClr val="tx1"/>
            </a:solidFill>
            <a:headEnd type="none" w="lg" len="med"/>
            <a:tailEnd type="triangle" w="lg" len="lg"/>
          </a:ln>
        </p:spPr>
        <p:style>
          <a:lnRef idx="1">
            <a:schemeClr val="accent1"/>
          </a:lnRef>
          <a:fillRef idx="0">
            <a:schemeClr val="accent1"/>
          </a:fillRef>
          <a:effectRef idx="0">
            <a:schemeClr val="accent1"/>
          </a:effectRef>
          <a:fontRef idx="minor">
            <a:schemeClr val="tx1"/>
          </a:fontRef>
        </p:style>
      </p:cxnSp>
      <p:cxnSp>
        <p:nvCxnSpPr>
          <p:cNvPr id="27" name="Connector: Elbow 26">
            <a:extLst>
              <a:ext uri="{FF2B5EF4-FFF2-40B4-BE49-F238E27FC236}">
                <a16:creationId xmlns:a16="http://schemas.microsoft.com/office/drawing/2014/main" id="{A6A67505-0841-30FF-5953-F62548DAC315}"/>
              </a:ext>
            </a:extLst>
          </p:cNvPr>
          <p:cNvCxnSpPr>
            <a:cxnSpLocks/>
            <a:stCxn id="6" idx="3"/>
            <a:endCxn id="10" idx="1"/>
          </p:cNvCxnSpPr>
          <p:nvPr/>
        </p:nvCxnSpPr>
        <p:spPr>
          <a:xfrm>
            <a:off x="8539053" y="5158902"/>
            <a:ext cx="1700347" cy="748628"/>
          </a:xfrm>
          <a:prstGeom prst="bentConnector3">
            <a:avLst>
              <a:gd name="adj1" fmla="val 59490"/>
            </a:avLst>
          </a:prstGeom>
          <a:ln w="15875">
            <a:solidFill>
              <a:schemeClr val="tx1"/>
            </a:solidFill>
            <a:headEnd type="none" w="lg" len="med"/>
            <a:tailEnd type="triangle" w="lg" len="lg"/>
          </a:ln>
        </p:spPr>
        <p:style>
          <a:lnRef idx="1">
            <a:schemeClr val="accent1"/>
          </a:lnRef>
          <a:fillRef idx="0">
            <a:schemeClr val="accent1"/>
          </a:fillRef>
          <a:effectRef idx="0">
            <a:schemeClr val="accent1"/>
          </a:effectRef>
          <a:fontRef idx="minor">
            <a:schemeClr val="tx1"/>
          </a:fontRef>
        </p:style>
      </p:cxnSp>
      <p:sp>
        <p:nvSpPr>
          <p:cNvPr id="36" name="Rectangle: Rounded Corners 35">
            <a:extLst>
              <a:ext uri="{FF2B5EF4-FFF2-40B4-BE49-F238E27FC236}">
                <a16:creationId xmlns:a16="http://schemas.microsoft.com/office/drawing/2014/main" id="{14C3131A-5999-63EC-FAED-AC861AE28814}"/>
              </a:ext>
            </a:extLst>
          </p:cNvPr>
          <p:cNvSpPr/>
          <p:nvPr/>
        </p:nvSpPr>
        <p:spPr bwMode="auto">
          <a:xfrm>
            <a:off x="3974185" y="2931033"/>
            <a:ext cx="2121816" cy="986541"/>
          </a:xfrm>
          <a:prstGeom prst="roundRect">
            <a:avLst/>
          </a:prstGeom>
          <a:solidFill>
            <a:srgbClr val="FFCC99"/>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a:solidFill>
                  <a:schemeClr val="tx1"/>
                </a:solidFill>
                <a:ea typeface="Segoe UI" pitchFamily="34" charset="0"/>
                <a:cs typeface="Segoe UI" pitchFamily="34" charset="0"/>
              </a:rPr>
              <a:t>Metrics Server</a:t>
            </a:r>
          </a:p>
        </p:txBody>
      </p:sp>
      <p:cxnSp>
        <p:nvCxnSpPr>
          <p:cNvPr id="37" name="Straight Arrow Connector 36">
            <a:extLst>
              <a:ext uri="{FF2B5EF4-FFF2-40B4-BE49-F238E27FC236}">
                <a16:creationId xmlns:a16="http://schemas.microsoft.com/office/drawing/2014/main" id="{E2982843-3BA1-14BA-00C9-558A0E5A9C0C}"/>
              </a:ext>
            </a:extLst>
          </p:cNvPr>
          <p:cNvCxnSpPr>
            <a:cxnSpLocks/>
            <a:stCxn id="4" idx="0"/>
            <a:endCxn id="84" idx="2"/>
          </p:cNvCxnSpPr>
          <p:nvPr/>
        </p:nvCxnSpPr>
        <p:spPr>
          <a:xfrm flipV="1">
            <a:off x="1932110" y="3917574"/>
            <a:ext cx="1109" cy="743358"/>
          </a:xfrm>
          <a:prstGeom prst="straightConnector1">
            <a:avLst/>
          </a:prstGeom>
          <a:ln w="19050">
            <a:solidFill>
              <a:srgbClr val="000000"/>
            </a:solidFill>
            <a:headEnd type="none" w="lg" len="lg"/>
            <a:tailEnd type="triangle" w="lg" len="lg"/>
          </a:ln>
        </p:spPr>
        <p:style>
          <a:lnRef idx="2">
            <a:schemeClr val="dk1"/>
          </a:lnRef>
          <a:fillRef idx="0">
            <a:schemeClr val="dk1"/>
          </a:fillRef>
          <a:effectRef idx="1">
            <a:schemeClr val="dk1"/>
          </a:effectRef>
          <a:fontRef idx="minor">
            <a:schemeClr val="tx1"/>
          </a:fontRef>
        </p:style>
      </p:cxnSp>
      <p:sp>
        <p:nvSpPr>
          <p:cNvPr id="43" name="TextBox 42">
            <a:extLst>
              <a:ext uri="{FF2B5EF4-FFF2-40B4-BE49-F238E27FC236}">
                <a16:creationId xmlns:a16="http://schemas.microsoft.com/office/drawing/2014/main" id="{E89D7839-AC19-09F3-8D57-CB495BB7C6B7}"/>
              </a:ext>
            </a:extLst>
          </p:cNvPr>
          <p:cNvSpPr txBox="1"/>
          <p:nvPr/>
        </p:nvSpPr>
        <p:spPr>
          <a:xfrm>
            <a:off x="2049693" y="4166142"/>
            <a:ext cx="536109" cy="246221"/>
          </a:xfrm>
          <a:prstGeom prst="rect">
            <a:avLst/>
          </a:prstGeom>
          <a:noFill/>
        </p:spPr>
        <p:txBody>
          <a:bodyPr wrap="none" lIns="0" tIns="0" rIns="0" bIns="0" rtlCol="0">
            <a:spAutoFit/>
          </a:bodyPr>
          <a:lstStyle/>
          <a:p>
            <a:pPr algn="l"/>
            <a:r>
              <a:rPr lang="en-US" sz="1600" dirty="0"/>
              <a:t>Reads</a:t>
            </a:r>
          </a:p>
        </p:txBody>
      </p:sp>
      <p:sp>
        <p:nvSpPr>
          <p:cNvPr id="49" name="TextBox 48">
            <a:extLst>
              <a:ext uri="{FF2B5EF4-FFF2-40B4-BE49-F238E27FC236}">
                <a16:creationId xmlns:a16="http://schemas.microsoft.com/office/drawing/2014/main" id="{0054D988-D73B-512B-AF8C-A59B5B163085}"/>
              </a:ext>
            </a:extLst>
          </p:cNvPr>
          <p:cNvSpPr txBox="1"/>
          <p:nvPr/>
        </p:nvSpPr>
        <p:spPr>
          <a:xfrm>
            <a:off x="3119848" y="4784457"/>
            <a:ext cx="757130" cy="246221"/>
          </a:xfrm>
          <a:prstGeom prst="rect">
            <a:avLst/>
          </a:prstGeom>
          <a:noFill/>
        </p:spPr>
        <p:txBody>
          <a:bodyPr wrap="none" lIns="0" tIns="0" rIns="0" bIns="0" rtlCol="0">
            <a:spAutoFit/>
          </a:bodyPr>
          <a:lstStyle/>
          <a:p>
            <a:pPr algn="l"/>
            <a:r>
              <a:rPr lang="en-US" sz="1600" dirty="0"/>
              <a:t>Controls</a:t>
            </a:r>
          </a:p>
        </p:txBody>
      </p:sp>
      <p:sp>
        <p:nvSpPr>
          <p:cNvPr id="50" name="TextBox 49">
            <a:extLst>
              <a:ext uri="{FF2B5EF4-FFF2-40B4-BE49-F238E27FC236}">
                <a16:creationId xmlns:a16="http://schemas.microsoft.com/office/drawing/2014/main" id="{C25CF3DB-5876-4AB8-8A09-2E054CA04A9D}"/>
              </a:ext>
            </a:extLst>
          </p:cNvPr>
          <p:cNvSpPr txBox="1"/>
          <p:nvPr/>
        </p:nvSpPr>
        <p:spPr>
          <a:xfrm>
            <a:off x="6031711" y="4786686"/>
            <a:ext cx="757130" cy="246221"/>
          </a:xfrm>
          <a:prstGeom prst="rect">
            <a:avLst/>
          </a:prstGeom>
          <a:noFill/>
        </p:spPr>
        <p:txBody>
          <a:bodyPr wrap="none" lIns="0" tIns="0" rIns="0" bIns="0" rtlCol="0">
            <a:spAutoFit/>
          </a:bodyPr>
          <a:lstStyle/>
          <a:p>
            <a:pPr algn="l"/>
            <a:r>
              <a:rPr lang="en-US" sz="1600" dirty="0"/>
              <a:t>Controls</a:t>
            </a:r>
          </a:p>
        </p:txBody>
      </p:sp>
      <p:sp>
        <p:nvSpPr>
          <p:cNvPr id="51" name="TextBox 50">
            <a:extLst>
              <a:ext uri="{FF2B5EF4-FFF2-40B4-BE49-F238E27FC236}">
                <a16:creationId xmlns:a16="http://schemas.microsoft.com/office/drawing/2014/main" id="{F30078DB-8ED9-EEBA-4F07-275F6441B89D}"/>
              </a:ext>
            </a:extLst>
          </p:cNvPr>
          <p:cNvSpPr txBox="1"/>
          <p:nvPr/>
        </p:nvSpPr>
        <p:spPr>
          <a:xfrm>
            <a:off x="8632096" y="4796114"/>
            <a:ext cx="757130" cy="246221"/>
          </a:xfrm>
          <a:prstGeom prst="rect">
            <a:avLst/>
          </a:prstGeom>
          <a:noFill/>
        </p:spPr>
        <p:txBody>
          <a:bodyPr wrap="none" lIns="0" tIns="0" rIns="0" bIns="0" rtlCol="0">
            <a:spAutoFit/>
          </a:bodyPr>
          <a:lstStyle/>
          <a:p>
            <a:pPr algn="l"/>
            <a:r>
              <a:rPr lang="en-US" sz="1600" dirty="0"/>
              <a:t>Controls</a:t>
            </a:r>
          </a:p>
        </p:txBody>
      </p:sp>
      <p:cxnSp>
        <p:nvCxnSpPr>
          <p:cNvPr id="52" name="Connector: Elbow 51">
            <a:extLst>
              <a:ext uri="{FF2B5EF4-FFF2-40B4-BE49-F238E27FC236}">
                <a16:creationId xmlns:a16="http://schemas.microsoft.com/office/drawing/2014/main" id="{78EA0B08-9833-D85A-450D-F28FFD8EC0C2}"/>
              </a:ext>
            </a:extLst>
          </p:cNvPr>
          <p:cNvCxnSpPr>
            <a:cxnSpLocks/>
            <a:stCxn id="6" idx="3"/>
            <a:endCxn id="11" idx="1"/>
          </p:cNvCxnSpPr>
          <p:nvPr/>
        </p:nvCxnSpPr>
        <p:spPr>
          <a:xfrm flipV="1">
            <a:off x="8539053" y="4511597"/>
            <a:ext cx="1700347" cy="647305"/>
          </a:xfrm>
          <a:prstGeom prst="bentConnector3">
            <a:avLst>
              <a:gd name="adj1" fmla="val 59490"/>
            </a:avLst>
          </a:prstGeom>
          <a:ln w="15875">
            <a:solidFill>
              <a:schemeClr val="tx1"/>
            </a:solidFill>
            <a:headEnd type="none" w="lg" len="med"/>
            <a:tailEnd type="triangle" w="lg" len="lg"/>
          </a:ln>
        </p:spPr>
        <p:style>
          <a:lnRef idx="1">
            <a:schemeClr val="accent1"/>
          </a:lnRef>
          <a:fillRef idx="0">
            <a:schemeClr val="accent1"/>
          </a:fillRef>
          <a:effectRef idx="0">
            <a:schemeClr val="accent1"/>
          </a:effectRef>
          <a:fontRef idx="minor">
            <a:schemeClr val="tx1"/>
          </a:fontRef>
        </p:style>
      </p:cxnSp>
      <p:sp>
        <p:nvSpPr>
          <p:cNvPr id="84" name="Rectangle: Rounded Corners 83">
            <a:extLst>
              <a:ext uri="{FF2B5EF4-FFF2-40B4-BE49-F238E27FC236}">
                <a16:creationId xmlns:a16="http://schemas.microsoft.com/office/drawing/2014/main" id="{AA4F1CF0-DBBE-C3FB-808A-18E93FBACCE3}"/>
              </a:ext>
            </a:extLst>
          </p:cNvPr>
          <p:cNvSpPr/>
          <p:nvPr/>
        </p:nvSpPr>
        <p:spPr bwMode="auto">
          <a:xfrm>
            <a:off x="872311" y="2931033"/>
            <a:ext cx="2121816" cy="986541"/>
          </a:xfrm>
          <a:prstGeom prst="roundRect">
            <a:avLst/>
          </a:prstGeom>
          <a:solidFill>
            <a:srgbClr val="FFCC99"/>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b="1" dirty="0">
                <a:solidFill>
                  <a:schemeClr val="tx1"/>
                </a:solidFill>
                <a:ea typeface="Segoe UI" pitchFamily="34" charset="0"/>
                <a:cs typeface="Segoe UI" pitchFamily="34" charset="0"/>
              </a:rPr>
              <a:t>Resource</a:t>
            </a:r>
            <a:r>
              <a:rPr lang="en-US" sz="2000" dirty="0">
                <a:solidFill>
                  <a:schemeClr val="tx1"/>
                </a:solidFill>
                <a:ea typeface="Segoe UI" pitchFamily="34" charset="0"/>
                <a:cs typeface="Segoe UI" pitchFamily="34" charset="0"/>
              </a:rPr>
              <a:t> Metrics API</a:t>
            </a:r>
          </a:p>
        </p:txBody>
      </p:sp>
      <p:cxnSp>
        <p:nvCxnSpPr>
          <p:cNvPr id="86" name="Straight Arrow Connector 85">
            <a:extLst>
              <a:ext uri="{FF2B5EF4-FFF2-40B4-BE49-F238E27FC236}">
                <a16:creationId xmlns:a16="http://schemas.microsoft.com/office/drawing/2014/main" id="{44B44214-1EC3-4FB8-52BD-36A003074A88}"/>
              </a:ext>
            </a:extLst>
          </p:cNvPr>
          <p:cNvCxnSpPr>
            <a:cxnSpLocks/>
            <a:stCxn id="84" idx="3"/>
            <a:endCxn id="36" idx="1"/>
          </p:cNvCxnSpPr>
          <p:nvPr/>
        </p:nvCxnSpPr>
        <p:spPr>
          <a:xfrm>
            <a:off x="2994127" y="3424304"/>
            <a:ext cx="980058" cy="0"/>
          </a:xfrm>
          <a:prstGeom prst="straightConnector1">
            <a:avLst/>
          </a:prstGeom>
          <a:ln w="19050">
            <a:solidFill>
              <a:srgbClr val="000000"/>
            </a:solidFill>
            <a:headEnd type="none" w="lg" len="lg"/>
            <a:tailEnd type="triangle" w="lg" len="lg"/>
          </a:ln>
        </p:spPr>
        <p:style>
          <a:lnRef idx="2">
            <a:schemeClr val="dk1"/>
          </a:lnRef>
          <a:fillRef idx="0">
            <a:schemeClr val="dk1"/>
          </a:fillRef>
          <a:effectRef idx="1">
            <a:schemeClr val="dk1"/>
          </a:effectRef>
          <a:fontRef idx="minor">
            <a:schemeClr val="tx1"/>
          </a:fontRef>
        </p:style>
      </p:cxnSp>
      <p:sp>
        <p:nvSpPr>
          <p:cNvPr id="89" name="TextBox 88">
            <a:extLst>
              <a:ext uri="{FF2B5EF4-FFF2-40B4-BE49-F238E27FC236}">
                <a16:creationId xmlns:a16="http://schemas.microsoft.com/office/drawing/2014/main" id="{EE86D47C-632C-7CF5-93BC-0E619A698FE6}"/>
              </a:ext>
            </a:extLst>
          </p:cNvPr>
          <p:cNvSpPr txBox="1"/>
          <p:nvPr/>
        </p:nvSpPr>
        <p:spPr>
          <a:xfrm>
            <a:off x="3243072" y="3485823"/>
            <a:ext cx="536109" cy="246221"/>
          </a:xfrm>
          <a:prstGeom prst="rect">
            <a:avLst/>
          </a:prstGeom>
          <a:noFill/>
        </p:spPr>
        <p:txBody>
          <a:bodyPr wrap="none" lIns="0" tIns="0" rIns="0" bIns="0" rtlCol="0">
            <a:spAutoFit/>
          </a:bodyPr>
          <a:lstStyle/>
          <a:p>
            <a:pPr algn="l"/>
            <a:r>
              <a:rPr lang="en-US" sz="1600" dirty="0"/>
              <a:t>Reads</a:t>
            </a:r>
          </a:p>
        </p:txBody>
      </p:sp>
    </p:spTree>
    <p:extLst>
      <p:ext uri="{BB962C8B-B14F-4D97-AF65-F5344CB8AC3E}">
        <p14:creationId xmlns:p14="http://schemas.microsoft.com/office/powerpoint/2010/main" val="29729519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wipe(down)">
                                      <p:cBhvr>
                                        <p:cTn id="11" dur="500"/>
                                        <p:tgtEl>
                                          <p:spTgt spid="37"/>
                                        </p:tgtEl>
                                      </p:cBhvr>
                                    </p:animEffect>
                                  </p:childTnLst>
                                </p:cTn>
                              </p:par>
                              <p:par>
                                <p:cTn id="12" presetID="22" presetClass="entr" presetSubtype="4" fill="hold" grpId="0" nodeType="withEffect">
                                  <p:stCondLst>
                                    <p:cond delay="0"/>
                                  </p:stCondLst>
                                  <p:childTnLst>
                                    <p:set>
                                      <p:cBhvr>
                                        <p:cTn id="13" dur="1" fill="hold">
                                          <p:stCondLst>
                                            <p:cond delay="0"/>
                                          </p:stCondLst>
                                        </p:cTn>
                                        <p:tgtEl>
                                          <p:spTgt spid="43"/>
                                        </p:tgtEl>
                                        <p:attrNameLst>
                                          <p:attrName>style.visibility</p:attrName>
                                        </p:attrNameLst>
                                      </p:cBhvr>
                                      <p:to>
                                        <p:strVal val="visible"/>
                                      </p:to>
                                    </p:set>
                                    <p:animEffect transition="in" filter="wipe(down)">
                                      <p:cBhvr>
                                        <p:cTn id="14" dur="500"/>
                                        <p:tgtEl>
                                          <p:spTgt spid="43"/>
                                        </p:tgtEl>
                                      </p:cBhvr>
                                    </p:animEffect>
                                  </p:childTnLst>
                                </p:cTn>
                              </p:par>
                            </p:childTnLst>
                          </p:cTn>
                        </p:par>
                        <p:par>
                          <p:cTn id="15" fill="hold">
                            <p:stCondLst>
                              <p:cond delay="1000"/>
                            </p:stCondLst>
                            <p:childTnLst>
                              <p:par>
                                <p:cTn id="16" presetID="22" presetClass="entr" presetSubtype="4" fill="hold" grpId="0" nodeType="afterEffect">
                                  <p:stCondLst>
                                    <p:cond delay="0"/>
                                  </p:stCondLst>
                                  <p:childTnLst>
                                    <p:set>
                                      <p:cBhvr>
                                        <p:cTn id="17" dur="1" fill="hold">
                                          <p:stCondLst>
                                            <p:cond delay="0"/>
                                          </p:stCondLst>
                                        </p:cTn>
                                        <p:tgtEl>
                                          <p:spTgt spid="84"/>
                                        </p:tgtEl>
                                        <p:attrNameLst>
                                          <p:attrName>style.visibility</p:attrName>
                                        </p:attrNameLst>
                                      </p:cBhvr>
                                      <p:to>
                                        <p:strVal val="visible"/>
                                      </p:to>
                                    </p:set>
                                    <p:animEffect transition="in" filter="wipe(down)">
                                      <p:cBhvr>
                                        <p:cTn id="18" dur="500"/>
                                        <p:tgtEl>
                                          <p:spTgt spid="84"/>
                                        </p:tgtEl>
                                      </p:cBhvr>
                                    </p:animEffect>
                                  </p:childTnLst>
                                </p:cTn>
                              </p:par>
                            </p:childTnLst>
                          </p:cTn>
                        </p:par>
                        <p:par>
                          <p:cTn id="19" fill="hold">
                            <p:stCondLst>
                              <p:cond delay="1500"/>
                            </p:stCondLst>
                            <p:childTnLst>
                              <p:par>
                                <p:cTn id="20" presetID="22" presetClass="entr" presetSubtype="8" fill="hold" nodeType="afterEffect">
                                  <p:stCondLst>
                                    <p:cond delay="0"/>
                                  </p:stCondLst>
                                  <p:childTnLst>
                                    <p:set>
                                      <p:cBhvr>
                                        <p:cTn id="21" dur="1" fill="hold">
                                          <p:stCondLst>
                                            <p:cond delay="0"/>
                                          </p:stCondLst>
                                        </p:cTn>
                                        <p:tgtEl>
                                          <p:spTgt spid="86"/>
                                        </p:tgtEl>
                                        <p:attrNameLst>
                                          <p:attrName>style.visibility</p:attrName>
                                        </p:attrNameLst>
                                      </p:cBhvr>
                                      <p:to>
                                        <p:strVal val="visible"/>
                                      </p:to>
                                    </p:set>
                                    <p:animEffect transition="in" filter="wipe(left)">
                                      <p:cBhvr>
                                        <p:cTn id="22" dur="500"/>
                                        <p:tgtEl>
                                          <p:spTgt spid="86"/>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89"/>
                                        </p:tgtEl>
                                        <p:attrNameLst>
                                          <p:attrName>style.visibility</p:attrName>
                                        </p:attrNameLst>
                                      </p:cBhvr>
                                      <p:to>
                                        <p:strVal val="visible"/>
                                      </p:to>
                                    </p:set>
                                    <p:animEffect transition="in" filter="wipe(left)">
                                      <p:cBhvr>
                                        <p:cTn id="25" dur="500"/>
                                        <p:tgtEl>
                                          <p:spTgt spid="89"/>
                                        </p:tgtEl>
                                      </p:cBhvr>
                                    </p:animEffect>
                                  </p:childTnLst>
                                </p:cTn>
                              </p:par>
                            </p:childTnLst>
                          </p:cTn>
                        </p:par>
                        <p:par>
                          <p:cTn id="26" fill="hold">
                            <p:stCondLst>
                              <p:cond delay="2000"/>
                            </p:stCondLst>
                            <p:childTnLst>
                              <p:par>
                                <p:cTn id="27" presetID="22" presetClass="entr" presetSubtype="8" fill="hold" grpId="0" nodeType="afterEffect">
                                  <p:stCondLst>
                                    <p:cond delay="0"/>
                                  </p:stCondLst>
                                  <p:childTnLst>
                                    <p:set>
                                      <p:cBhvr>
                                        <p:cTn id="28" dur="1" fill="hold">
                                          <p:stCondLst>
                                            <p:cond delay="0"/>
                                          </p:stCondLst>
                                        </p:cTn>
                                        <p:tgtEl>
                                          <p:spTgt spid="36"/>
                                        </p:tgtEl>
                                        <p:attrNameLst>
                                          <p:attrName>style.visibility</p:attrName>
                                        </p:attrNameLst>
                                      </p:cBhvr>
                                      <p:to>
                                        <p:strVal val="visible"/>
                                      </p:to>
                                    </p:set>
                                    <p:animEffect transition="in" filter="wipe(left)">
                                      <p:cBhvr>
                                        <p:cTn id="29" dur="500"/>
                                        <p:tgtEl>
                                          <p:spTgt spid="3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wipe(left)">
                                      <p:cBhvr>
                                        <p:cTn id="34" dur="500"/>
                                        <p:tgtEl>
                                          <p:spTgt spid="13"/>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49"/>
                                        </p:tgtEl>
                                        <p:attrNameLst>
                                          <p:attrName>style.visibility</p:attrName>
                                        </p:attrNameLst>
                                      </p:cBhvr>
                                      <p:to>
                                        <p:strVal val="visible"/>
                                      </p:to>
                                    </p:set>
                                    <p:animEffect transition="in" filter="wipe(left)">
                                      <p:cBhvr>
                                        <p:cTn id="37" dur="500"/>
                                        <p:tgtEl>
                                          <p:spTgt spid="49"/>
                                        </p:tgtEl>
                                      </p:cBhvr>
                                    </p:animEffect>
                                  </p:childTnLst>
                                </p:cTn>
                              </p:par>
                            </p:childTnLst>
                          </p:cTn>
                        </p:par>
                        <p:par>
                          <p:cTn id="38" fill="hold">
                            <p:stCondLst>
                              <p:cond delay="500"/>
                            </p:stCondLst>
                            <p:childTnLst>
                              <p:par>
                                <p:cTn id="39" presetID="22" presetClass="entr" presetSubtype="8" fill="hold" grpId="0" nodeType="after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wipe(left)">
                                      <p:cBhvr>
                                        <p:cTn id="41" dur="500"/>
                                        <p:tgtEl>
                                          <p:spTgt spid="5"/>
                                        </p:tgtEl>
                                      </p:cBhvr>
                                    </p:animEffect>
                                  </p:childTnLst>
                                </p:cTn>
                              </p:par>
                            </p:childTnLst>
                          </p:cTn>
                        </p:par>
                        <p:par>
                          <p:cTn id="42" fill="hold">
                            <p:stCondLst>
                              <p:cond delay="1000"/>
                            </p:stCondLst>
                            <p:childTnLst>
                              <p:par>
                                <p:cTn id="43" presetID="22" presetClass="entr" presetSubtype="8" fill="hold" nodeType="after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wipe(left)">
                                      <p:cBhvr>
                                        <p:cTn id="45" dur="500"/>
                                        <p:tgtEl>
                                          <p:spTgt spid="14"/>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50"/>
                                        </p:tgtEl>
                                        <p:attrNameLst>
                                          <p:attrName>style.visibility</p:attrName>
                                        </p:attrNameLst>
                                      </p:cBhvr>
                                      <p:to>
                                        <p:strVal val="visible"/>
                                      </p:to>
                                    </p:set>
                                    <p:animEffect transition="in" filter="wipe(left)">
                                      <p:cBhvr>
                                        <p:cTn id="48" dur="500"/>
                                        <p:tgtEl>
                                          <p:spTgt spid="50"/>
                                        </p:tgtEl>
                                      </p:cBhvr>
                                    </p:animEffect>
                                  </p:childTnLst>
                                </p:cTn>
                              </p:par>
                            </p:childTnLst>
                          </p:cTn>
                        </p:par>
                        <p:par>
                          <p:cTn id="49" fill="hold">
                            <p:stCondLst>
                              <p:cond delay="1500"/>
                            </p:stCondLst>
                            <p:childTnLst>
                              <p:par>
                                <p:cTn id="50" presetID="22" presetClass="entr" presetSubtype="8" fill="hold" grpId="0" nodeType="after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wipe(left)">
                                      <p:cBhvr>
                                        <p:cTn id="52" dur="500"/>
                                        <p:tgtEl>
                                          <p:spTgt spid="6"/>
                                        </p:tgtEl>
                                      </p:cBhvr>
                                    </p:animEffect>
                                  </p:childTnLst>
                                </p:cTn>
                              </p:par>
                            </p:childTnLst>
                          </p:cTn>
                        </p:par>
                        <p:par>
                          <p:cTn id="53" fill="hold">
                            <p:stCondLst>
                              <p:cond delay="2000"/>
                            </p:stCondLst>
                            <p:childTnLst>
                              <p:par>
                                <p:cTn id="54" presetID="22" presetClass="entr" presetSubtype="8" fill="hold" grpId="0" nodeType="afterEffect">
                                  <p:stCondLst>
                                    <p:cond delay="0"/>
                                  </p:stCondLst>
                                  <p:childTnLst>
                                    <p:set>
                                      <p:cBhvr>
                                        <p:cTn id="55" dur="1" fill="hold">
                                          <p:stCondLst>
                                            <p:cond delay="0"/>
                                          </p:stCondLst>
                                        </p:cTn>
                                        <p:tgtEl>
                                          <p:spTgt spid="51"/>
                                        </p:tgtEl>
                                        <p:attrNameLst>
                                          <p:attrName>style.visibility</p:attrName>
                                        </p:attrNameLst>
                                      </p:cBhvr>
                                      <p:to>
                                        <p:strVal val="visible"/>
                                      </p:to>
                                    </p:set>
                                    <p:animEffect transition="in" filter="wipe(left)">
                                      <p:cBhvr>
                                        <p:cTn id="56" dur="500"/>
                                        <p:tgtEl>
                                          <p:spTgt spid="51"/>
                                        </p:tgtEl>
                                      </p:cBhvr>
                                    </p:animEffect>
                                  </p:childTnLst>
                                </p:cTn>
                              </p:par>
                              <p:par>
                                <p:cTn id="57" presetID="22" presetClass="entr" presetSubtype="8" fill="hold"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wipe(left)">
                                      <p:cBhvr>
                                        <p:cTn id="59" dur="500"/>
                                        <p:tgtEl>
                                          <p:spTgt spid="24"/>
                                        </p:tgtEl>
                                      </p:cBhvr>
                                    </p:animEffect>
                                  </p:childTnLst>
                                </p:cTn>
                              </p:par>
                              <p:par>
                                <p:cTn id="60" presetID="22" presetClass="entr" presetSubtype="8" fill="hold" nodeType="with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wipe(left)">
                                      <p:cBhvr>
                                        <p:cTn id="62" dur="500"/>
                                        <p:tgtEl>
                                          <p:spTgt spid="27"/>
                                        </p:tgtEl>
                                      </p:cBhvr>
                                    </p:animEffect>
                                  </p:childTnLst>
                                </p:cTn>
                              </p:par>
                              <p:par>
                                <p:cTn id="63" presetID="22" presetClass="entr" presetSubtype="8" fill="hold" nodeType="withEffect">
                                  <p:stCondLst>
                                    <p:cond delay="0"/>
                                  </p:stCondLst>
                                  <p:childTnLst>
                                    <p:set>
                                      <p:cBhvr>
                                        <p:cTn id="64" dur="1" fill="hold">
                                          <p:stCondLst>
                                            <p:cond delay="0"/>
                                          </p:stCondLst>
                                        </p:cTn>
                                        <p:tgtEl>
                                          <p:spTgt spid="52"/>
                                        </p:tgtEl>
                                        <p:attrNameLst>
                                          <p:attrName>style.visibility</p:attrName>
                                        </p:attrNameLst>
                                      </p:cBhvr>
                                      <p:to>
                                        <p:strVal val="visible"/>
                                      </p:to>
                                    </p:set>
                                    <p:animEffect transition="in" filter="wipe(left)">
                                      <p:cBhvr>
                                        <p:cTn id="65" dur="500"/>
                                        <p:tgtEl>
                                          <p:spTgt spid="52"/>
                                        </p:tgtEl>
                                      </p:cBhvr>
                                    </p:animEffect>
                                  </p:childTnLst>
                                </p:cTn>
                              </p:par>
                            </p:childTnLst>
                          </p:cTn>
                        </p:par>
                        <p:par>
                          <p:cTn id="66" fill="hold">
                            <p:stCondLst>
                              <p:cond delay="2500"/>
                            </p:stCondLst>
                            <p:childTnLst>
                              <p:par>
                                <p:cTn id="67" presetID="22" presetClass="entr" presetSubtype="8" fill="hold" grpId="0" nodeType="afterEffect">
                                  <p:stCondLst>
                                    <p:cond delay="0"/>
                                  </p:stCondLst>
                                  <p:childTnLst>
                                    <p:set>
                                      <p:cBhvr>
                                        <p:cTn id="68" dur="1" fill="hold">
                                          <p:stCondLst>
                                            <p:cond delay="0"/>
                                          </p:stCondLst>
                                        </p:cTn>
                                        <p:tgtEl>
                                          <p:spTgt spid="9"/>
                                        </p:tgtEl>
                                        <p:attrNameLst>
                                          <p:attrName>style.visibility</p:attrName>
                                        </p:attrNameLst>
                                      </p:cBhvr>
                                      <p:to>
                                        <p:strVal val="visible"/>
                                      </p:to>
                                    </p:set>
                                    <p:animEffect transition="in" filter="wipe(left)">
                                      <p:cBhvr>
                                        <p:cTn id="69" dur="500"/>
                                        <p:tgtEl>
                                          <p:spTgt spid="9"/>
                                        </p:tgtEl>
                                      </p:cBhvr>
                                    </p:animEffect>
                                  </p:childTnLst>
                                </p:cTn>
                              </p:par>
                              <p:par>
                                <p:cTn id="70" presetID="22" presetClass="entr" presetSubtype="8" fill="hold" grpId="0" nodeType="withEffect">
                                  <p:stCondLst>
                                    <p:cond delay="0"/>
                                  </p:stCondLst>
                                  <p:childTnLst>
                                    <p:set>
                                      <p:cBhvr>
                                        <p:cTn id="71" dur="1" fill="hold">
                                          <p:stCondLst>
                                            <p:cond delay="0"/>
                                          </p:stCondLst>
                                        </p:cTn>
                                        <p:tgtEl>
                                          <p:spTgt spid="10"/>
                                        </p:tgtEl>
                                        <p:attrNameLst>
                                          <p:attrName>style.visibility</p:attrName>
                                        </p:attrNameLst>
                                      </p:cBhvr>
                                      <p:to>
                                        <p:strVal val="visible"/>
                                      </p:to>
                                    </p:set>
                                    <p:animEffect transition="in" filter="wipe(left)">
                                      <p:cBhvr>
                                        <p:cTn id="72" dur="500"/>
                                        <p:tgtEl>
                                          <p:spTgt spid="10"/>
                                        </p:tgtEl>
                                      </p:cBhvr>
                                    </p:animEffect>
                                  </p:childTnLst>
                                </p:cTn>
                              </p:par>
                              <p:par>
                                <p:cTn id="73" presetID="22" presetClass="entr" presetSubtype="8" fill="hold" grpId="0" nodeType="withEffect">
                                  <p:stCondLst>
                                    <p:cond delay="0"/>
                                  </p:stCondLst>
                                  <p:childTnLst>
                                    <p:set>
                                      <p:cBhvr>
                                        <p:cTn id="74" dur="1" fill="hold">
                                          <p:stCondLst>
                                            <p:cond delay="0"/>
                                          </p:stCondLst>
                                        </p:cTn>
                                        <p:tgtEl>
                                          <p:spTgt spid="11"/>
                                        </p:tgtEl>
                                        <p:attrNameLst>
                                          <p:attrName>style.visibility</p:attrName>
                                        </p:attrNameLst>
                                      </p:cBhvr>
                                      <p:to>
                                        <p:strVal val="visible"/>
                                      </p:to>
                                    </p:set>
                                    <p:animEffect transition="in" filter="wipe(left)">
                                      <p:cBhvr>
                                        <p:cTn id="7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9" grpId="0" animBg="1"/>
      <p:bldP spid="10" grpId="0" animBg="1"/>
      <p:bldP spid="11" grpId="0" animBg="1"/>
      <p:bldP spid="36" grpId="0" animBg="1"/>
      <p:bldP spid="43" grpId="0"/>
      <p:bldP spid="49" grpId="0"/>
      <p:bldP spid="50" grpId="0"/>
      <p:bldP spid="51" grpId="0"/>
      <p:bldP spid="84" grpId="0" animBg="1"/>
      <p:bldP spid="8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2697-7945-49AF-A643-2E2ED4DF7AA2}"/>
              </a:ext>
            </a:extLst>
          </p:cNvPr>
          <p:cNvSpPr>
            <a:spLocks noGrp="1"/>
          </p:cNvSpPr>
          <p:nvPr>
            <p:ph type="title"/>
          </p:nvPr>
        </p:nvSpPr>
        <p:spPr>
          <a:xfrm>
            <a:off x="588263" y="457200"/>
            <a:ext cx="11018520" cy="553998"/>
          </a:xfrm>
        </p:spPr>
        <p:txBody>
          <a:bodyPr/>
          <a:lstStyle/>
          <a:p>
            <a:r>
              <a:rPr lang="en-US" dirty="0">
                <a:solidFill>
                  <a:schemeClr val="bg1"/>
                </a:solidFill>
              </a:rPr>
              <a:t>Kubernetes Event Driven Autoscaling (KEDA)</a:t>
            </a:r>
          </a:p>
        </p:txBody>
      </p:sp>
      <p:sp>
        <p:nvSpPr>
          <p:cNvPr id="3" name="Content Placeholder 2">
            <a:extLst>
              <a:ext uri="{FF2B5EF4-FFF2-40B4-BE49-F238E27FC236}">
                <a16:creationId xmlns:a16="http://schemas.microsoft.com/office/drawing/2014/main" id="{AE740AC0-F07E-4783-A13B-7EC82933B9B6}"/>
              </a:ext>
            </a:extLst>
          </p:cNvPr>
          <p:cNvSpPr>
            <a:spLocks noGrp="1"/>
          </p:cNvSpPr>
          <p:nvPr>
            <p:ph sz="quarter" idx="10"/>
          </p:nvPr>
        </p:nvSpPr>
        <p:spPr>
          <a:xfrm>
            <a:off x="503517" y="1703796"/>
            <a:ext cx="11303472" cy="3407087"/>
          </a:xfrm>
        </p:spPr>
        <p:txBody>
          <a:bodyPr/>
          <a:lstStyle/>
          <a:p>
            <a:pPr marL="342900" indent="-342900">
              <a:buFont typeface="Arial" panose="020B0604020202020204" pitchFamily="34" charset="0"/>
              <a:buChar char="•"/>
            </a:pPr>
            <a:r>
              <a:rPr lang="en-US" sz="2400" b="1" dirty="0"/>
              <a:t>KEDA</a:t>
            </a:r>
            <a:r>
              <a:rPr lang="en-US" sz="2400" dirty="0"/>
              <a:t> is a single-purpose and lightweight component that can be added into any Kubernetes cluster. </a:t>
            </a:r>
          </a:p>
          <a:p>
            <a:pPr marL="342900" indent="-342900">
              <a:buFont typeface="Arial" panose="020B0604020202020204" pitchFamily="34" charset="0"/>
              <a:buChar char="•"/>
            </a:pPr>
            <a:r>
              <a:rPr lang="en-US" sz="2400" b="1" dirty="0"/>
              <a:t>KEDA</a:t>
            </a:r>
            <a:r>
              <a:rPr lang="en-US" sz="2400" dirty="0"/>
              <a:t> works alongside standard Kubernetes components like the </a:t>
            </a:r>
            <a:r>
              <a:rPr lang="en-US" sz="2400" i="1" dirty="0"/>
              <a:t>Horizontal Pod </a:t>
            </a:r>
            <a:r>
              <a:rPr lang="en-US" sz="2400" i="1" dirty="0" err="1"/>
              <a:t>Autoscaler</a:t>
            </a:r>
            <a:r>
              <a:rPr lang="en-US" sz="2400" dirty="0"/>
              <a:t> and can extend functionality without overwriting or duplication. </a:t>
            </a:r>
          </a:p>
          <a:p>
            <a:pPr marL="342900" indent="-342900">
              <a:buFont typeface="Arial" panose="020B0604020202020204" pitchFamily="34" charset="0"/>
              <a:buChar char="•"/>
            </a:pPr>
            <a:r>
              <a:rPr lang="en-US" sz="2400" dirty="0"/>
              <a:t>With </a:t>
            </a:r>
            <a:r>
              <a:rPr lang="en-US" sz="2400" b="1" dirty="0"/>
              <a:t>KEDA</a:t>
            </a:r>
            <a:r>
              <a:rPr lang="en-US" sz="2400" dirty="0"/>
              <a:t> you can explicitly map the apps you want to use event-driven scale, with other apps continuing to function. </a:t>
            </a:r>
          </a:p>
          <a:p>
            <a:pPr marL="342900" indent="-342900">
              <a:buFont typeface="Arial" panose="020B0604020202020204" pitchFamily="34" charset="0"/>
              <a:buChar char="•"/>
            </a:pPr>
            <a:r>
              <a:rPr lang="en-US" sz="2400" dirty="0"/>
              <a:t>This makes </a:t>
            </a:r>
            <a:r>
              <a:rPr lang="en-US" sz="2400" b="1" dirty="0"/>
              <a:t>KEDA</a:t>
            </a:r>
            <a:r>
              <a:rPr lang="en-US" sz="2400" dirty="0"/>
              <a:t> a flexible and safe option to run alongside any number of any other Kubernetes applications or frameworks.</a:t>
            </a:r>
          </a:p>
        </p:txBody>
      </p:sp>
    </p:spTree>
    <p:extLst>
      <p:ext uri="{BB962C8B-B14F-4D97-AF65-F5344CB8AC3E}">
        <p14:creationId xmlns:p14="http://schemas.microsoft.com/office/powerpoint/2010/main" val="4137041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2697-7945-49AF-A643-2E2ED4DF7AA2}"/>
              </a:ext>
            </a:extLst>
          </p:cNvPr>
          <p:cNvSpPr>
            <a:spLocks noGrp="1"/>
          </p:cNvSpPr>
          <p:nvPr>
            <p:ph type="title"/>
          </p:nvPr>
        </p:nvSpPr>
        <p:spPr>
          <a:xfrm>
            <a:off x="588263" y="457200"/>
            <a:ext cx="11018520" cy="553998"/>
          </a:xfrm>
        </p:spPr>
        <p:txBody>
          <a:bodyPr/>
          <a:lstStyle/>
          <a:p>
            <a:r>
              <a:rPr lang="en-US" dirty="0">
                <a:solidFill>
                  <a:schemeClr val="bg1"/>
                </a:solidFill>
              </a:rPr>
              <a:t>Horizontal Pod </a:t>
            </a:r>
            <a:r>
              <a:rPr lang="en-US" dirty="0" err="1">
                <a:solidFill>
                  <a:schemeClr val="bg1"/>
                </a:solidFill>
              </a:rPr>
              <a:t>Autoscaler</a:t>
            </a:r>
            <a:r>
              <a:rPr lang="en-US" dirty="0">
                <a:solidFill>
                  <a:schemeClr val="bg1"/>
                </a:solidFill>
              </a:rPr>
              <a:t> – Built-in</a:t>
            </a:r>
          </a:p>
        </p:txBody>
      </p:sp>
      <p:sp>
        <p:nvSpPr>
          <p:cNvPr id="3" name="Content Placeholder 2">
            <a:extLst>
              <a:ext uri="{FF2B5EF4-FFF2-40B4-BE49-F238E27FC236}">
                <a16:creationId xmlns:a16="http://schemas.microsoft.com/office/drawing/2014/main" id="{AE740AC0-F07E-4783-A13B-7EC82933B9B6}"/>
              </a:ext>
            </a:extLst>
          </p:cNvPr>
          <p:cNvSpPr>
            <a:spLocks noGrp="1"/>
          </p:cNvSpPr>
          <p:nvPr>
            <p:ph sz="quarter" idx="10"/>
          </p:nvPr>
        </p:nvSpPr>
        <p:spPr>
          <a:xfrm>
            <a:off x="503517" y="1703796"/>
            <a:ext cx="11303472" cy="738664"/>
          </a:xfrm>
        </p:spPr>
        <p:txBody>
          <a:bodyPr/>
          <a:lstStyle/>
          <a:p>
            <a:pPr marL="342900" indent="-342900">
              <a:buFont typeface="Arial" panose="020B0604020202020204" pitchFamily="34" charset="0"/>
              <a:buChar char="•"/>
            </a:pPr>
            <a:r>
              <a:rPr lang="en-US" sz="2400" dirty="0"/>
              <a:t>With </a:t>
            </a:r>
            <a:r>
              <a:rPr lang="en-US" sz="2400" b="1" dirty="0"/>
              <a:t>KEDA</a:t>
            </a:r>
            <a:r>
              <a:rPr lang="en-US" sz="2400" dirty="0"/>
              <a:t>, you can drive the scaling of any container in Kubernetes based on the number of events needing to be processed.</a:t>
            </a:r>
          </a:p>
        </p:txBody>
      </p:sp>
      <p:sp>
        <p:nvSpPr>
          <p:cNvPr id="4" name="Rectangle: Rounded Corners 3">
            <a:extLst>
              <a:ext uri="{FF2B5EF4-FFF2-40B4-BE49-F238E27FC236}">
                <a16:creationId xmlns:a16="http://schemas.microsoft.com/office/drawing/2014/main" id="{FDB7EA8A-7552-CD22-9BC2-F82925AAF736}"/>
              </a:ext>
            </a:extLst>
          </p:cNvPr>
          <p:cNvSpPr/>
          <p:nvPr/>
        </p:nvSpPr>
        <p:spPr bwMode="auto">
          <a:xfrm>
            <a:off x="841575" y="4660932"/>
            <a:ext cx="2181069" cy="986541"/>
          </a:xfrm>
          <a:prstGeom prst="round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a:solidFill>
                  <a:srgbClr val="FFFFFF"/>
                </a:solidFill>
                <a:ea typeface="Segoe UI" pitchFamily="34" charset="0"/>
                <a:cs typeface="Segoe UI" pitchFamily="34" charset="0"/>
              </a:rPr>
              <a:t>Horizontal Pod </a:t>
            </a:r>
            <a:r>
              <a:rPr lang="en-US" sz="2000" dirty="0" err="1">
                <a:solidFill>
                  <a:srgbClr val="FFFFFF"/>
                </a:solidFill>
                <a:ea typeface="Segoe UI" pitchFamily="34" charset="0"/>
                <a:cs typeface="Segoe UI" pitchFamily="34" charset="0"/>
              </a:rPr>
              <a:t>Autoscaler</a:t>
            </a:r>
            <a:endParaRPr lang="en-US" sz="2000" dirty="0">
              <a:solidFill>
                <a:srgbClr val="FFFFFF"/>
              </a:solidFill>
              <a:ea typeface="Segoe UI" pitchFamily="34" charset="0"/>
              <a:cs typeface="Segoe UI" pitchFamily="34" charset="0"/>
            </a:endParaRPr>
          </a:p>
        </p:txBody>
      </p:sp>
      <p:sp>
        <p:nvSpPr>
          <p:cNvPr id="5" name="Rectangle: Rounded Corners 4">
            <a:extLst>
              <a:ext uri="{FF2B5EF4-FFF2-40B4-BE49-F238E27FC236}">
                <a16:creationId xmlns:a16="http://schemas.microsoft.com/office/drawing/2014/main" id="{F32CC285-97F1-D721-C7AC-70E7C48C90B9}"/>
              </a:ext>
            </a:extLst>
          </p:cNvPr>
          <p:cNvSpPr/>
          <p:nvPr/>
        </p:nvSpPr>
        <p:spPr bwMode="auto">
          <a:xfrm>
            <a:off x="3974184" y="4660933"/>
            <a:ext cx="1960322" cy="986541"/>
          </a:xfrm>
          <a:prstGeom prst="round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a:solidFill>
                  <a:srgbClr val="FFFFFF"/>
                </a:solidFill>
                <a:ea typeface="Segoe UI" pitchFamily="34" charset="0"/>
                <a:cs typeface="Segoe UI" pitchFamily="34" charset="0"/>
              </a:rPr>
              <a:t>Deployment</a:t>
            </a:r>
          </a:p>
        </p:txBody>
      </p:sp>
      <p:sp>
        <p:nvSpPr>
          <p:cNvPr id="6" name="Rectangle: Rounded Corners 5">
            <a:extLst>
              <a:ext uri="{FF2B5EF4-FFF2-40B4-BE49-F238E27FC236}">
                <a16:creationId xmlns:a16="http://schemas.microsoft.com/office/drawing/2014/main" id="{9F56C50A-92E3-86E5-150C-90ACD5D3E36F}"/>
              </a:ext>
            </a:extLst>
          </p:cNvPr>
          <p:cNvSpPr/>
          <p:nvPr/>
        </p:nvSpPr>
        <p:spPr bwMode="auto">
          <a:xfrm>
            <a:off x="6886046" y="4665631"/>
            <a:ext cx="1653007" cy="986541"/>
          </a:xfrm>
          <a:prstGeom prst="round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err="1">
                <a:solidFill>
                  <a:srgbClr val="FFFFFF"/>
                </a:solidFill>
                <a:ea typeface="Segoe UI" pitchFamily="34" charset="0"/>
                <a:cs typeface="Segoe UI" pitchFamily="34" charset="0"/>
              </a:rPr>
              <a:t>ReplicaSet</a:t>
            </a:r>
            <a:endParaRPr lang="en-US" sz="2000" dirty="0">
              <a:solidFill>
                <a:srgbClr val="FFFFFF"/>
              </a:solidFill>
              <a:ea typeface="Segoe UI" pitchFamily="34" charset="0"/>
              <a:cs typeface="Segoe UI" pitchFamily="34" charset="0"/>
            </a:endParaRPr>
          </a:p>
        </p:txBody>
      </p:sp>
      <p:sp>
        <p:nvSpPr>
          <p:cNvPr id="9" name="Rectangle: Rounded Corners 8">
            <a:extLst>
              <a:ext uri="{FF2B5EF4-FFF2-40B4-BE49-F238E27FC236}">
                <a16:creationId xmlns:a16="http://schemas.microsoft.com/office/drawing/2014/main" id="{EF770EBA-0374-2AC0-D516-7B203C8E5C1D}"/>
              </a:ext>
            </a:extLst>
          </p:cNvPr>
          <p:cNvSpPr/>
          <p:nvPr/>
        </p:nvSpPr>
        <p:spPr bwMode="auto">
          <a:xfrm>
            <a:off x="10239400" y="2622393"/>
            <a:ext cx="1172286" cy="986541"/>
          </a:xfrm>
          <a:prstGeom prst="roundRect">
            <a:avLst/>
          </a:prstGeom>
          <a:ln>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a:solidFill>
                  <a:srgbClr val="FFFFFF"/>
                </a:solidFill>
                <a:ea typeface="Segoe UI" pitchFamily="34" charset="0"/>
                <a:cs typeface="Segoe UI" pitchFamily="34" charset="0"/>
              </a:rPr>
              <a:t>Pod</a:t>
            </a:r>
          </a:p>
        </p:txBody>
      </p:sp>
      <p:sp>
        <p:nvSpPr>
          <p:cNvPr id="10" name="Rectangle: Rounded Corners 9">
            <a:extLst>
              <a:ext uri="{FF2B5EF4-FFF2-40B4-BE49-F238E27FC236}">
                <a16:creationId xmlns:a16="http://schemas.microsoft.com/office/drawing/2014/main" id="{CC5EB783-DDBC-CF45-E7BA-C5E206EC30CB}"/>
              </a:ext>
            </a:extLst>
          </p:cNvPr>
          <p:cNvSpPr/>
          <p:nvPr/>
        </p:nvSpPr>
        <p:spPr bwMode="auto">
          <a:xfrm>
            <a:off x="10239400" y="5414259"/>
            <a:ext cx="1172286" cy="986541"/>
          </a:xfrm>
          <a:prstGeom prst="roundRect">
            <a:avLst/>
          </a:prstGeom>
          <a:ln>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a:solidFill>
                  <a:srgbClr val="FFFFFF"/>
                </a:solidFill>
                <a:ea typeface="Segoe UI" pitchFamily="34" charset="0"/>
                <a:cs typeface="Segoe UI" pitchFamily="34" charset="0"/>
              </a:rPr>
              <a:t>Pod</a:t>
            </a:r>
          </a:p>
        </p:txBody>
      </p:sp>
      <p:sp>
        <p:nvSpPr>
          <p:cNvPr id="11" name="Rectangle: Rounded Corners 10">
            <a:extLst>
              <a:ext uri="{FF2B5EF4-FFF2-40B4-BE49-F238E27FC236}">
                <a16:creationId xmlns:a16="http://schemas.microsoft.com/office/drawing/2014/main" id="{B0C40DF6-FB08-9912-FC08-433BC7DF1530}"/>
              </a:ext>
            </a:extLst>
          </p:cNvPr>
          <p:cNvSpPr/>
          <p:nvPr/>
        </p:nvSpPr>
        <p:spPr bwMode="auto">
          <a:xfrm>
            <a:off x="10239400" y="4018326"/>
            <a:ext cx="1172286" cy="986541"/>
          </a:xfrm>
          <a:prstGeom prst="roundRect">
            <a:avLst/>
          </a:prstGeom>
          <a:ln>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a:solidFill>
                  <a:srgbClr val="FFFFFF"/>
                </a:solidFill>
                <a:ea typeface="Segoe UI" pitchFamily="34" charset="0"/>
                <a:cs typeface="Segoe UI" pitchFamily="34" charset="0"/>
              </a:rPr>
              <a:t>Pod</a:t>
            </a:r>
          </a:p>
        </p:txBody>
      </p:sp>
      <p:cxnSp>
        <p:nvCxnSpPr>
          <p:cNvPr id="13" name="Straight Arrow Connector 12">
            <a:extLst>
              <a:ext uri="{FF2B5EF4-FFF2-40B4-BE49-F238E27FC236}">
                <a16:creationId xmlns:a16="http://schemas.microsoft.com/office/drawing/2014/main" id="{E59DC66E-9562-4D44-6466-B760F58AEE9A}"/>
              </a:ext>
            </a:extLst>
          </p:cNvPr>
          <p:cNvCxnSpPr>
            <a:cxnSpLocks/>
            <a:stCxn id="4" idx="3"/>
            <a:endCxn id="5" idx="1"/>
          </p:cNvCxnSpPr>
          <p:nvPr/>
        </p:nvCxnSpPr>
        <p:spPr>
          <a:xfrm>
            <a:off x="3022644" y="5154203"/>
            <a:ext cx="951540" cy="1"/>
          </a:xfrm>
          <a:prstGeom prst="straightConnector1">
            <a:avLst/>
          </a:prstGeom>
          <a:ln w="19050">
            <a:solidFill>
              <a:srgbClr val="000000"/>
            </a:solidFill>
            <a:headEnd type="none" w="lg" len="lg"/>
            <a:tailEnd type="triangle" w="lg" len="lg"/>
          </a:ln>
        </p:spPr>
        <p:style>
          <a:lnRef idx="2">
            <a:schemeClr val="dk1"/>
          </a:lnRef>
          <a:fillRef idx="0">
            <a:schemeClr val="dk1"/>
          </a:fillRef>
          <a:effectRef idx="1">
            <a:schemeClr val="dk1"/>
          </a:effectRef>
          <a:fontRef idx="minor">
            <a:schemeClr val="tx1"/>
          </a:fontRef>
        </p:style>
      </p:cxnSp>
      <p:cxnSp>
        <p:nvCxnSpPr>
          <p:cNvPr id="14" name="Straight Arrow Connector 13">
            <a:extLst>
              <a:ext uri="{FF2B5EF4-FFF2-40B4-BE49-F238E27FC236}">
                <a16:creationId xmlns:a16="http://schemas.microsoft.com/office/drawing/2014/main" id="{5F019D03-800E-CDF5-E3D4-823B4760F2E4}"/>
              </a:ext>
            </a:extLst>
          </p:cNvPr>
          <p:cNvCxnSpPr>
            <a:cxnSpLocks/>
            <a:stCxn id="5" idx="3"/>
            <a:endCxn id="6" idx="1"/>
          </p:cNvCxnSpPr>
          <p:nvPr/>
        </p:nvCxnSpPr>
        <p:spPr>
          <a:xfrm>
            <a:off x="5934506" y="5154204"/>
            <a:ext cx="951540" cy="4698"/>
          </a:xfrm>
          <a:prstGeom prst="straightConnector1">
            <a:avLst/>
          </a:prstGeom>
          <a:ln w="19050">
            <a:solidFill>
              <a:srgbClr val="000000"/>
            </a:solidFill>
            <a:headEnd type="none" w="lg" len="lg"/>
            <a:tailEnd type="triangle" w="lg" len="lg"/>
          </a:ln>
        </p:spPr>
        <p:style>
          <a:lnRef idx="2">
            <a:schemeClr val="dk1"/>
          </a:lnRef>
          <a:fillRef idx="0">
            <a:schemeClr val="dk1"/>
          </a:fillRef>
          <a:effectRef idx="1">
            <a:schemeClr val="dk1"/>
          </a:effectRef>
          <a:fontRef idx="minor">
            <a:schemeClr val="tx1"/>
          </a:fontRef>
        </p:style>
      </p:cxnSp>
      <p:cxnSp>
        <p:nvCxnSpPr>
          <p:cNvPr id="24" name="Connector: Elbow 23">
            <a:extLst>
              <a:ext uri="{FF2B5EF4-FFF2-40B4-BE49-F238E27FC236}">
                <a16:creationId xmlns:a16="http://schemas.microsoft.com/office/drawing/2014/main" id="{589C8D76-9106-6FDD-D068-DDAD42C4BFED}"/>
              </a:ext>
            </a:extLst>
          </p:cNvPr>
          <p:cNvCxnSpPr>
            <a:cxnSpLocks/>
            <a:stCxn id="6" idx="3"/>
            <a:endCxn id="9" idx="1"/>
          </p:cNvCxnSpPr>
          <p:nvPr/>
        </p:nvCxnSpPr>
        <p:spPr>
          <a:xfrm flipV="1">
            <a:off x="8539053" y="3115664"/>
            <a:ext cx="1700347" cy="2043238"/>
          </a:xfrm>
          <a:prstGeom prst="bentConnector3">
            <a:avLst>
              <a:gd name="adj1" fmla="val 59490"/>
            </a:avLst>
          </a:prstGeom>
          <a:ln w="15875">
            <a:solidFill>
              <a:schemeClr val="tx1"/>
            </a:solidFill>
            <a:headEnd type="none" w="lg" len="med"/>
            <a:tailEnd type="triangle" w="lg" len="lg"/>
          </a:ln>
        </p:spPr>
        <p:style>
          <a:lnRef idx="1">
            <a:schemeClr val="accent1"/>
          </a:lnRef>
          <a:fillRef idx="0">
            <a:schemeClr val="accent1"/>
          </a:fillRef>
          <a:effectRef idx="0">
            <a:schemeClr val="accent1"/>
          </a:effectRef>
          <a:fontRef idx="minor">
            <a:schemeClr val="tx1"/>
          </a:fontRef>
        </p:style>
      </p:cxnSp>
      <p:cxnSp>
        <p:nvCxnSpPr>
          <p:cNvPr id="27" name="Connector: Elbow 26">
            <a:extLst>
              <a:ext uri="{FF2B5EF4-FFF2-40B4-BE49-F238E27FC236}">
                <a16:creationId xmlns:a16="http://schemas.microsoft.com/office/drawing/2014/main" id="{A6A67505-0841-30FF-5953-F62548DAC315}"/>
              </a:ext>
            </a:extLst>
          </p:cNvPr>
          <p:cNvCxnSpPr>
            <a:cxnSpLocks/>
            <a:stCxn id="6" idx="3"/>
            <a:endCxn id="10" idx="1"/>
          </p:cNvCxnSpPr>
          <p:nvPr/>
        </p:nvCxnSpPr>
        <p:spPr>
          <a:xfrm>
            <a:off x="8539053" y="5158902"/>
            <a:ext cx="1700347" cy="748628"/>
          </a:xfrm>
          <a:prstGeom prst="bentConnector3">
            <a:avLst>
              <a:gd name="adj1" fmla="val 59490"/>
            </a:avLst>
          </a:prstGeom>
          <a:ln w="15875">
            <a:solidFill>
              <a:schemeClr val="tx1"/>
            </a:solidFill>
            <a:headEnd type="none" w="lg" len="med"/>
            <a:tailEnd type="triangle" w="lg" len="lg"/>
          </a:ln>
        </p:spPr>
        <p:style>
          <a:lnRef idx="1">
            <a:schemeClr val="accent1"/>
          </a:lnRef>
          <a:fillRef idx="0">
            <a:schemeClr val="accent1"/>
          </a:fillRef>
          <a:effectRef idx="0">
            <a:schemeClr val="accent1"/>
          </a:effectRef>
          <a:fontRef idx="minor">
            <a:schemeClr val="tx1"/>
          </a:fontRef>
        </p:style>
      </p:cxnSp>
      <p:sp>
        <p:nvSpPr>
          <p:cNvPr id="36" name="Rectangle: Rounded Corners 35">
            <a:extLst>
              <a:ext uri="{FF2B5EF4-FFF2-40B4-BE49-F238E27FC236}">
                <a16:creationId xmlns:a16="http://schemas.microsoft.com/office/drawing/2014/main" id="{14C3131A-5999-63EC-FAED-AC861AE28814}"/>
              </a:ext>
            </a:extLst>
          </p:cNvPr>
          <p:cNvSpPr/>
          <p:nvPr/>
        </p:nvSpPr>
        <p:spPr bwMode="auto">
          <a:xfrm>
            <a:off x="3974185" y="2931033"/>
            <a:ext cx="1856092" cy="986541"/>
          </a:xfrm>
          <a:prstGeom prst="roundRect">
            <a:avLst/>
          </a:prstGeom>
          <a:solidFill>
            <a:srgbClr val="FFCC99"/>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a:solidFill>
                  <a:schemeClr val="tx1"/>
                </a:solidFill>
                <a:ea typeface="Segoe UI" pitchFamily="34" charset="0"/>
                <a:cs typeface="Segoe UI" pitchFamily="34" charset="0"/>
              </a:rPr>
              <a:t>KEDA Scaler</a:t>
            </a:r>
          </a:p>
        </p:txBody>
      </p:sp>
      <p:cxnSp>
        <p:nvCxnSpPr>
          <p:cNvPr id="37" name="Straight Arrow Connector 36">
            <a:extLst>
              <a:ext uri="{FF2B5EF4-FFF2-40B4-BE49-F238E27FC236}">
                <a16:creationId xmlns:a16="http://schemas.microsoft.com/office/drawing/2014/main" id="{E2982843-3BA1-14BA-00C9-558A0E5A9C0C}"/>
              </a:ext>
            </a:extLst>
          </p:cNvPr>
          <p:cNvCxnSpPr>
            <a:cxnSpLocks/>
            <a:stCxn id="4" idx="0"/>
            <a:endCxn id="84" idx="2"/>
          </p:cNvCxnSpPr>
          <p:nvPr/>
        </p:nvCxnSpPr>
        <p:spPr>
          <a:xfrm flipV="1">
            <a:off x="1932110" y="3917574"/>
            <a:ext cx="1109" cy="743358"/>
          </a:xfrm>
          <a:prstGeom prst="straightConnector1">
            <a:avLst/>
          </a:prstGeom>
          <a:ln w="19050">
            <a:solidFill>
              <a:srgbClr val="000000"/>
            </a:solidFill>
            <a:headEnd type="none" w="lg" len="lg"/>
            <a:tailEnd type="triangle" w="lg" len="lg"/>
          </a:ln>
        </p:spPr>
        <p:style>
          <a:lnRef idx="2">
            <a:schemeClr val="dk1"/>
          </a:lnRef>
          <a:fillRef idx="0">
            <a:schemeClr val="dk1"/>
          </a:fillRef>
          <a:effectRef idx="1">
            <a:schemeClr val="dk1"/>
          </a:effectRef>
          <a:fontRef idx="minor">
            <a:schemeClr val="tx1"/>
          </a:fontRef>
        </p:style>
      </p:cxnSp>
      <p:sp>
        <p:nvSpPr>
          <p:cNvPr id="43" name="TextBox 42">
            <a:extLst>
              <a:ext uri="{FF2B5EF4-FFF2-40B4-BE49-F238E27FC236}">
                <a16:creationId xmlns:a16="http://schemas.microsoft.com/office/drawing/2014/main" id="{E89D7839-AC19-09F3-8D57-CB495BB7C6B7}"/>
              </a:ext>
            </a:extLst>
          </p:cNvPr>
          <p:cNvSpPr txBox="1"/>
          <p:nvPr/>
        </p:nvSpPr>
        <p:spPr>
          <a:xfrm>
            <a:off x="2049693" y="4166142"/>
            <a:ext cx="536109" cy="246221"/>
          </a:xfrm>
          <a:prstGeom prst="rect">
            <a:avLst/>
          </a:prstGeom>
          <a:noFill/>
        </p:spPr>
        <p:txBody>
          <a:bodyPr wrap="none" lIns="0" tIns="0" rIns="0" bIns="0" rtlCol="0">
            <a:spAutoFit/>
          </a:bodyPr>
          <a:lstStyle/>
          <a:p>
            <a:pPr algn="l"/>
            <a:r>
              <a:rPr lang="en-US" sz="1600" dirty="0"/>
              <a:t>Reads</a:t>
            </a:r>
          </a:p>
        </p:txBody>
      </p:sp>
      <p:sp>
        <p:nvSpPr>
          <p:cNvPr id="49" name="TextBox 48">
            <a:extLst>
              <a:ext uri="{FF2B5EF4-FFF2-40B4-BE49-F238E27FC236}">
                <a16:creationId xmlns:a16="http://schemas.microsoft.com/office/drawing/2014/main" id="{0054D988-D73B-512B-AF8C-A59B5B163085}"/>
              </a:ext>
            </a:extLst>
          </p:cNvPr>
          <p:cNvSpPr txBox="1"/>
          <p:nvPr/>
        </p:nvSpPr>
        <p:spPr>
          <a:xfrm>
            <a:off x="3119848" y="4784457"/>
            <a:ext cx="757130" cy="246221"/>
          </a:xfrm>
          <a:prstGeom prst="rect">
            <a:avLst/>
          </a:prstGeom>
          <a:noFill/>
        </p:spPr>
        <p:txBody>
          <a:bodyPr wrap="none" lIns="0" tIns="0" rIns="0" bIns="0" rtlCol="0">
            <a:spAutoFit/>
          </a:bodyPr>
          <a:lstStyle/>
          <a:p>
            <a:pPr algn="l"/>
            <a:r>
              <a:rPr lang="en-US" sz="1600" dirty="0"/>
              <a:t>Controls</a:t>
            </a:r>
          </a:p>
        </p:txBody>
      </p:sp>
      <p:sp>
        <p:nvSpPr>
          <p:cNvPr id="50" name="TextBox 49">
            <a:extLst>
              <a:ext uri="{FF2B5EF4-FFF2-40B4-BE49-F238E27FC236}">
                <a16:creationId xmlns:a16="http://schemas.microsoft.com/office/drawing/2014/main" id="{C25CF3DB-5876-4AB8-8A09-2E054CA04A9D}"/>
              </a:ext>
            </a:extLst>
          </p:cNvPr>
          <p:cNvSpPr txBox="1"/>
          <p:nvPr/>
        </p:nvSpPr>
        <p:spPr>
          <a:xfrm>
            <a:off x="6031711" y="4786686"/>
            <a:ext cx="757130" cy="246221"/>
          </a:xfrm>
          <a:prstGeom prst="rect">
            <a:avLst/>
          </a:prstGeom>
          <a:noFill/>
        </p:spPr>
        <p:txBody>
          <a:bodyPr wrap="none" lIns="0" tIns="0" rIns="0" bIns="0" rtlCol="0">
            <a:spAutoFit/>
          </a:bodyPr>
          <a:lstStyle/>
          <a:p>
            <a:pPr algn="l"/>
            <a:r>
              <a:rPr lang="en-US" sz="1600" dirty="0"/>
              <a:t>Controls</a:t>
            </a:r>
          </a:p>
        </p:txBody>
      </p:sp>
      <p:sp>
        <p:nvSpPr>
          <p:cNvPr id="51" name="TextBox 50">
            <a:extLst>
              <a:ext uri="{FF2B5EF4-FFF2-40B4-BE49-F238E27FC236}">
                <a16:creationId xmlns:a16="http://schemas.microsoft.com/office/drawing/2014/main" id="{F30078DB-8ED9-EEBA-4F07-275F6441B89D}"/>
              </a:ext>
            </a:extLst>
          </p:cNvPr>
          <p:cNvSpPr txBox="1"/>
          <p:nvPr/>
        </p:nvSpPr>
        <p:spPr>
          <a:xfrm>
            <a:off x="8632096" y="4796114"/>
            <a:ext cx="757130" cy="246221"/>
          </a:xfrm>
          <a:prstGeom prst="rect">
            <a:avLst/>
          </a:prstGeom>
          <a:noFill/>
        </p:spPr>
        <p:txBody>
          <a:bodyPr wrap="none" lIns="0" tIns="0" rIns="0" bIns="0" rtlCol="0">
            <a:spAutoFit/>
          </a:bodyPr>
          <a:lstStyle/>
          <a:p>
            <a:pPr algn="l"/>
            <a:r>
              <a:rPr lang="en-US" sz="1600" dirty="0"/>
              <a:t>Controls</a:t>
            </a:r>
          </a:p>
        </p:txBody>
      </p:sp>
      <p:cxnSp>
        <p:nvCxnSpPr>
          <p:cNvPr id="52" name="Connector: Elbow 51">
            <a:extLst>
              <a:ext uri="{FF2B5EF4-FFF2-40B4-BE49-F238E27FC236}">
                <a16:creationId xmlns:a16="http://schemas.microsoft.com/office/drawing/2014/main" id="{78EA0B08-9833-D85A-450D-F28FFD8EC0C2}"/>
              </a:ext>
            </a:extLst>
          </p:cNvPr>
          <p:cNvCxnSpPr>
            <a:cxnSpLocks/>
            <a:stCxn id="6" idx="3"/>
            <a:endCxn id="11" idx="1"/>
          </p:cNvCxnSpPr>
          <p:nvPr/>
        </p:nvCxnSpPr>
        <p:spPr>
          <a:xfrm flipV="1">
            <a:off x="8539053" y="4511597"/>
            <a:ext cx="1700347" cy="647305"/>
          </a:xfrm>
          <a:prstGeom prst="bentConnector3">
            <a:avLst>
              <a:gd name="adj1" fmla="val 59490"/>
            </a:avLst>
          </a:prstGeom>
          <a:ln w="15875">
            <a:solidFill>
              <a:schemeClr val="tx1"/>
            </a:solidFill>
            <a:headEnd type="none" w="lg" len="med"/>
            <a:tailEnd type="triangle" w="lg" len="lg"/>
          </a:ln>
        </p:spPr>
        <p:style>
          <a:lnRef idx="1">
            <a:schemeClr val="accent1"/>
          </a:lnRef>
          <a:fillRef idx="0">
            <a:schemeClr val="accent1"/>
          </a:fillRef>
          <a:effectRef idx="0">
            <a:schemeClr val="accent1"/>
          </a:effectRef>
          <a:fontRef idx="minor">
            <a:schemeClr val="tx1"/>
          </a:fontRef>
        </p:style>
      </p:cxnSp>
      <p:sp>
        <p:nvSpPr>
          <p:cNvPr id="84" name="Rectangle: Rounded Corners 83">
            <a:extLst>
              <a:ext uri="{FF2B5EF4-FFF2-40B4-BE49-F238E27FC236}">
                <a16:creationId xmlns:a16="http://schemas.microsoft.com/office/drawing/2014/main" id="{AA4F1CF0-DBBE-C3FB-808A-18E93FBACCE3}"/>
              </a:ext>
            </a:extLst>
          </p:cNvPr>
          <p:cNvSpPr/>
          <p:nvPr/>
        </p:nvSpPr>
        <p:spPr bwMode="auto">
          <a:xfrm>
            <a:off x="872311" y="2931033"/>
            <a:ext cx="2121816" cy="986541"/>
          </a:xfrm>
          <a:prstGeom prst="roundRect">
            <a:avLst/>
          </a:prstGeom>
          <a:solidFill>
            <a:srgbClr val="FFCC99"/>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b="1" dirty="0">
                <a:solidFill>
                  <a:schemeClr val="tx1"/>
                </a:solidFill>
                <a:ea typeface="Segoe UI" pitchFamily="34" charset="0"/>
                <a:cs typeface="Segoe UI" pitchFamily="34" charset="0"/>
              </a:rPr>
              <a:t>External</a:t>
            </a:r>
            <a:r>
              <a:rPr lang="en-US" sz="2000" dirty="0">
                <a:solidFill>
                  <a:schemeClr val="tx1"/>
                </a:solidFill>
                <a:ea typeface="Segoe UI" pitchFamily="34" charset="0"/>
                <a:cs typeface="Segoe UI" pitchFamily="34" charset="0"/>
              </a:rPr>
              <a:t> Metrics API</a:t>
            </a:r>
          </a:p>
        </p:txBody>
      </p:sp>
      <p:cxnSp>
        <p:nvCxnSpPr>
          <p:cNvPr id="86" name="Straight Arrow Connector 85">
            <a:extLst>
              <a:ext uri="{FF2B5EF4-FFF2-40B4-BE49-F238E27FC236}">
                <a16:creationId xmlns:a16="http://schemas.microsoft.com/office/drawing/2014/main" id="{44B44214-1EC3-4FB8-52BD-36A003074A88}"/>
              </a:ext>
            </a:extLst>
          </p:cNvPr>
          <p:cNvCxnSpPr>
            <a:cxnSpLocks/>
            <a:stCxn id="84" idx="3"/>
            <a:endCxn id="36" idx="1"/>
          </p:cNvCxnSpPr>
          <p:nvPr/>
        </p:nvCxnSpPr>
        <p:spPr>
          <a:xfrm>
            <a:off x="2994127" y="3424304"/>
            <a:ext cx="980058" cy="0"/>
          </a:xfrm>
          <a:prstGeom prst="straightConnector1">
            <a:avLst/>
          </a:prstGeom>
          <a:ln w="19050">
            <a:solidFill>
              <a:srgbClr val="000000"/>
            </a:solidFill>
            <a:headEnd type="none" w="lg" len="lg"/>
            <a:tailEnd type="triangle" w="lg" len="lg"/>
          </a:ln>
        </p:spPr>
        <p:style>
          <a:lnRef idx="2">
            <a:schemeClr val="dk1"/>
          </a:lnRef>
          <a:fillRef idx="0">
            <a:schemeClr val="dk1"/>
          </a:fillRef>
          <a:effectRef idx="1">
            <a:schemeClr val="dk1"/>
          </a:effectRef>
          <a:fontRef idx="minor">
            <a:schemeClr val="tx1"/>
          </a:fontRef>
        </p:style>
      </p:cxnSp>
      <p:sp>
        <p:nvSpPr>
          <p:cNvPr id="89" name="TextBox 88">
            <a:extLst>
              <a:ext uri="{FF2B5EF4-FFF2-40B4-BE49-F238E27FC236}">
                <a16:creationId xmlns:a16="http://schemas.microsoft.com/office/drawing/2014/main" id="{EE86D47C-632C-7CF5-93BC-0E619A698FE6}"/>
              </a:ext>
            </a:extLst>
          </p:cNvPr>
          <p:cNvSpPr txBox="1"/>
          <p:nvPr/>
        </p:nvSpPr>
        <p:spPr>
          <a:xfrm>
            <a:off x="3243072" y="3485823"/>
            <a:ext cx="536109" cy="246221"/>
          </a:xfrm>
          <a:prstGeom prst="rect">
            <a:avLst/>
          </a:prstGeom>
          <a:noFill/>
        </p:spPr>
        <p:txBody>
          <a:bodyPr wrap="none" lIns="0" tIns="0" rIns="0" bIns="0" rtlCol="0">
            <a:spAutoFit/>
          </a:bodyPr>
          <a:lstStyle/>
          <a:p>
            <a:pPr algn="l"/>
            <a:r>
              <a:rPr lang="en-US" sz="1600" dirty="0"/>
              <a:t>Reads</a:t>
            </a:r>
          </a:p>
        </p:txBody>
      </p:sp>
      <p:sp>
        <p:nvSpPr>
          <p:cNvPr id="7" name="Oval 6">
            <a:extLst>
              <a:ext uri="{FF2B5EF4-FFF2-40B4-BE49-F238E27FC236}">
                <a16:creationId xmlns:a16="http://schemas.microsoft.com/office/drawing/2014/main" id="{CE7F3BB6-E825-14D4-A5B2-711F08CE0094}"/>
              </a:ext>
            </a:extLst>
          </p:cNvPr>
          <p:cNvSpPr/>
          <p:nvPr/>
        </p:nvSpPr>
        <p:spPr bwMode="auto">
          <a:xfrm>
            <a:off x="6886046" y="2930463"/>
            <a:ext cx="1917299" cy="986540"/>
          </a:xfrm>
          <a:prstGeom prst="ellipse">
            <a:avLst/>
          </a:prstGeom>
          <a:solidFill>
            <a:srgbClr val="7030A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a:solidFill>
                  <a:srgbClr val="FFFFFF"/>
                </a:solidFill>
                <a:ea typeface="Segoe UI" pitchFamily="34" charset="0"/>
                <a:cs typeface="Segoe UI" pitchFamily="34" charset="0"/>
              </a:rPr>
              <a:t>External Source</a:t>
            </a:r>
          </a:p>
        </p:txBody>
      </p:sp>
      <p:cxnSp>
        <p:nvCxnSpPr>
          <p:cNvPr id="25" name="Straight Arrow Connector 24">
            <a:extLst>
              <a:ext uri="{FF2B5EF4-FFF2-40B4-BE49-F238E27FC236}">
                <a16:creationId xmlns:a16="http://schemas.microsoft.com/office/drawing/2014/main" id="{F69D0F29-3FB1-B33F-3D0C-E9BAB64F8B16}"/>
              </a:ext>
            </a:extLst>
          </p:cNvPr>
          <p:cNvCxnSpPr>
            <a:cxnSpLocks/>
            <a:stCxn id="36" idx="3"/>
            <a:endCxn id="7" idx="2"/>
          </p:cNvCxnSpPr>
          <p:nvPr/>
        </p:nvCxnSpPr>
        <p:spPr>
          <a:xfrm flipV="1">
            <a:off x="5830277" y="3423733"/>
            <a:ext cx="1055769" cy="571"/>
          </a:xfrm>
          <a:prstGeom prst="straightConnector1">
            <a:avLst/>
          </a:prstGeom>
          <a:ln w="19050">
            <a:solidFill>
              <a:srgbClr val="000000"/>
            </a:solidFill>
            <a:headEnd type="triangle" w="lg" len="lg"/>
            <a:tailEnd type="triangle" w="lg" len="lg"/>
          </a:ln>
        </p:spPr>
        <p:style>
          <a:lnRef idx="2">
            <a:schemeClr val="dk1"/>
          </a:lnRef>
          <a:fillRef idx="0">
            <a:schemeClr val="dk1"/>
          </a:fillRef>
          <a:effectRef idx="1">
            <a:schemeClr val="dk1"/>
          </a:effectRef>
          <a:fontRef idx="minor">
            <a:schemeClr val="tx1"/>
          </a:fontRef>
        </p:style>
      </p:cxnSp>
      <p:sp>
        <p:nvSpPr>
          <p:cNvPr id="31" name="TextBox 30">
            <a:extLst>
              <a:ext uri="{FF2B5EF4-FFF2-40B4-BE49-F238E27FC236}">
                <a16:creationId xmlns:a16="http://schemas.microsoft.com/office/drawing/2014/main" id="{AC3BA4D9-8FD6-A78B-AE52-A26D56DFF41D}"/>
              </a:ext>
            </a:extLst>
          </p:cNvPr>
          <p:cNvSpPr txBox="1"/>
          <p:nvPr/>
        </p:nvSpPr>
        <p:spPr>
          <a:xfrm>
            <a:off x="6096000" y="3485822"/>
            <a:ext cx="579069" cy="246221"/>
          </a:xfrm>
          <a:prstGeom prst="rect">
            <a:avLst/>
          </a:prstGeom>
          <a:noFill/>
        </p:spPr>
        <p:txBody>
          <a:bodyPr wrap="none" lIns="0" tIns="0" rIns="0" bIns="0" rtlCol="0">
            <a:spAutoFit/>
          </a:bodyPr>
          <a:lstStyle/>
          <a:p>
            <a:pPr algn="l"/>
            <a:r>
              <a:rPr lang="en-US" sz="1600" dirty="0"/>
              <a:t>Events</a:t>
            </a:r>
          </a:p>
        </p:txBody>
      </p:sp>
    </p:spTree>
    <p:extLst>
      <p:ext uri="{BB962C8B-B14F-4D97-AF65-F5344CB8AC3E}">
        <p14:creationId xmlns:p14="http://schemas.microsoft.com/office/powerpoint/2010/main" val="29320104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wipe(down)">
                                      <p:cBhvr>
                                        <p:cTn id="11" dur="500"/>
                                        <p:tgtEl>
                                          <p:spTgt spid="37"/>
                                        </p:tgtEl>
                                      </p:cBhvr>
                                    </p:animEffect>
                                  </p:childTnLst>
                                </p:cTn>
                              </p:par>
                              <p:par>
                                <p:cTn id="12" presetID="22" presetClass="entr" presetSubtype="4" fill="hold" grpId="0" nodeType="withEffect">
                                  <p:stCondLst>
                                    <p:cond delay="0"/>
                                  </p:stCondLst>
                                  <p:childTnLst>
                                    <p:set>
                                      <p:cBhvr>
                                        <p:cTn id="13" dur="1" fill="hold">
                                          <p:stCondLst>
                                            <p:cond delay="0"/>
                                          </p:stCondLst>
                                        </p:cTn>
                                        <p:tgtEl>
                                          <p:spTgt spid="43"/>
                                        </p:tgtEl>
                                        <p:attrNameLst>
                                          <p:attrName>style.visibility</p:attrName>
                                        </p:attrNameLst>
                                      </p:cBhvr>
                                      <p:to>
                                        <p:strVal val="visible"/>
                                      </p:to>
                                    </p:set>
                                    <p:animEffect transition="in" filter="wipe(down)">
                                      <p:cBhvr>
                                        <p:cTn id="14" dur="500"/>
                                        <p:tgtEl>
                                          <p:spTgt spid="43"/>
                                        </p:tgtEl>
                                      </p:cBhvr>
                                    </p:animEffect>
                                  </p:childTnLst>
                                </p:cTn>
                              </p:par>
                            </p:childTnLst>
                          </p:cTn>
                        </p:par>
                        <p:par>
                          <p:cTn id="15" fill="hold">
                            <p:stCondLst>
                              <p:cond delay="1000"/>
                            </p:stCondLst>
                            <p:childTnLst>
                              <p:par>
                                <p:cTn id="16" presetID="22" presetClass="entr" presetSubtype="4" fill="hold" grpId="0" nodeType="afterEffect">
                                  <p:stCondLst>
                                    <p:cond delay="0"/>
                                  </p:stCondLst>
                                  <p:childTnLst>
                                    <p:set>
                                      <p:cBhvr>
                                        <p:cTn id="17" dur="1" fill="hold">
                                          <p:stCondLst>
                                            <p:cond delay="0"/>
                                          </p:stCondLst>
                                        </p:cTn>
                                        <p:tgtEl>
                                          <p:spTgt spid="84"/>
                                        </p:tgtEl>
                                        <p:attrNameLst>
                                          <p:attrName>style.visibility</p:attrName>
                                        </p:attrNameLst>
                                      </p:cBhvr>
                                      <p:to>
                                        <p:strVal val="visible"/>
                                      </p:to>
                                    </p:set>
                                    <p:animEffect transition="in" filter="wipe(down)">
                                      <p:cBhvr>
                                        <p:cTn id="18" dur="500"/>
                                        <p:tgtEl>
                                          <p:spTgt spid="84"/>
                                        </p:tgtEl>
                                      </p:cBhvr>
                                    </p:animEffect>
                                  </p:childTnLst>
                                </p:cTn>
                              </p:par>
                            </p:childTnLst>
                          </p:cTn>
                        </p:par>
                        <p:par>
                          <p:cTn id="19" fill="hold">
                            <p:stCondLst>
                              <p:cond delay="1500"/>
                            </p:stCondLst>
                            <p:childTnLst>
                              <p:par>
                                <p:cTn id="20" presetID="22" presetClass="entr" presetSubtype="8" fill="hold" nodeType="afterEffect">
                                  <p:stCondLst>
                                    <p:cond delay="0"/>
                                  </p:stCondLst>
                                  <p:childTnLst>
                                    <p:set>
                                      <p:cBhvr>
                                        <p:cTn id="21" dur="1" fill="hold">
                                          <p:stCondLst>
                                            <p:cond delay="0"/>
                                          </p:stCondLst>
                                        </p:cTn>
                                        <p:tgtEl>
                                          <p:spTgt spid="86"/>
                                        </p:tgtEl>
                                        <p:attrNameLst>
                                          <p:attrName>style.visibility</p:attrName>
                                        </p:attrNameLst>
                                      </p:cBhvr>
                                      <p:to>
                                        <p:strVal val="visible"/>
                                      </p:to>
                                    </p:set>
                                    <p:animEffect transition="in" filter="wipe(left)">
                                      <p:cBhvr>
                                        <p:cTn id="22" dur="500"/>
                                        <p:tgtEl>
                                          <p:spTgt spid="86"/>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89"/>
                                        </p:tgtEl>
                                        <p:attrNameLst>
                                          <p:attrName>style.visibility</p:attrName>
                                        </p:attrNameLst>
                                      </p:cBhvr>
                                      <p:to>
                                        <p:strVal val="visible"/>
                                      </p:to>
                                    </p:set>
                                    <p:animEffect transition="in" filter="wipe(left)">
                                      <p:cBhvr>
                                        <p:cTn id="25" dur="500"/>
                                        <p:tgtEl>
                                          <p:spTgt spid="89"/>
                                        </p:tgtEl>
                                      </p:cBhvr>
                                    </p:animEffect>
                                  </p:childTnLst>
                                </p:cTn>
                              </p:par>
                            </p:childTnLst>
                          </p:cTn>
                        </p:par>
                        <p:par>
                          <p:cTn id="26" fill="hold">
                            <p:stCondLst>
                              <p:cond delay="2000"/>
                            </p:stCondLst>
                            <p:childTnLst>
                              <p:par>
                                <p:cTn id="27" presetID="22" presetClass="entr" presetSubtype="8" fill="hold" grpId="0" nodeType="afterEffect">
                                  <p:stCondLst>
                                    <p:cond delay="0"/>
                                  </p:stCondLst>
                                  <p:childTnLst>
                                    <p:set>
                                      <p:cBhvr>
                                        <p:cTn id="28" dur="1" fill="hold">
                                          <p:stCondLst>
                                            <p:cond delay="0"/>
                                          </p:stCondLst>
                                        </p:cTn>
                                        <p:tgtEl>
                                          <p:spTgt spid="36"/>
                                        </p:tgtEl>
                                        <p:attrNameLst>
                                          <p:attrName>style.visibility</p:attrName>
                                        </p:attrNameLst>
                                      </p:cBhvr>
                                      <p:to>
                                        <p:strVal val="visible"/>
                                      </p:to>
                                    </p:set>
                                    <p:animEffect transition="in" filter="wipe(left)">
                                      <p:cBhvr>
                                        <p:cTn id="29" dur="500"/>
                                        <p:tgtEl>
                                          <p:spTgt spid="36"/>
                                        </p:tgtEl>
                                      </p:cBhvr>
                                    </p:animEffect>
                                  </p:childTnLst>
                                </p:cTn>
                              </p:par>
                            </p:childTnLst>
                          </p:cTn>
                        </p:par>
                        <p:par>
                          <p:cTn id="30" fill="hold">
                            <p:stCondLst>
                              <p:cond delay="2500"/>
                            </p:stCondLst>
                            <p:childTnLst>
                              <p:par>
                                <p:cTn id="31" presetID="22" presetClass="entr" presetSubtype="8" fill="hold" nodeType="after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wipe(left)">
                                      <p:cBhvr>
                                        <p:cTn id="33" dur="500"/>
                                        <p:tgtEl>
                                          <p:spTgt spid="2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31"/>
                                        </p:tgtEl>
                                        <p:attrNameLst>
                                          <p:attrName>style.visibility</p:attrName>
                                        </p:attrNameLst>
                                      </p:cBhvr>
                                      <p:to>
                                        <p:strVal val="visible"/>
                                      </p:to>
                                    </p:set>
                                    <p:animEffect transition="in" filter="wipe(left)">
                                      <p:cBhvr>
                                        <p:cTn id="36" dur="500"/>
                                        <p:tgtEl>
                                          <p:spTgt spid="31"/>
                                        </p:tgtEl>
                                      </p:cBhvr>
                                    </p:animEffect>
                                  </p:childTnLst>
                                </p:cTn>
                              </p:par>
                            </p:childTnLst>
                          </p:cTn>
                        </p:par>
                        <p:par>
                          <p:cTn id="37" fill="hold">
                            <p:stCondLst>
                              <p:cond delay="3000"/>
                            </p:stCondLst>
                            <p:childTnLst>
                              <p:par>
                                <p:cTn id="38" presetID="22" presetClass="entr" presetSubtype="8" fill="hold" grpId="0" nodeType="after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wipe(left)">
                                      <p:cBhvr>
                                        <p:cTn id="40" dur="500"/>
                                        <p:tgtEl>
                                          <p:spTgt spid="7"/>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wipe(left)">
                                      <p:cBhvr>
                                        <p:cTn id="45" dur="500"/>
                                        <p:tgtEl>
                                          <p:spTgt spid="13"/>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49"/>
                                        </p:tgtEl>
                                        <p:attrNameLst>
                                          <p:attrName>style.visibility</p:attrName>
                                        </p:attrNameLst>
                                      </p:cBhvr>
                                      <p:to>
                                        <p:strVal val="visible"/>
                                      </p:to>
                                    </p:set>
                                    <p:animEffect transition="in" filter="wipe(left)">
                                      <p:cBhvr>
                                        <p:cTn id="48" dur="500"/>
                                        <p:tgtEl>
                                          <p:spTgt spid="49"/>
                                        </p:tgtEl>
                                      </p:cBhvr>
                                    </p:animEffect>
                                  </p:childTnLst>
                                </p:cTn>
                              </p:par>
                            </p:childTnLst>
                          </p:cTn>
                        </p:par>
                        <p:par>
                          <p:cTn id="49" fill="hold">
                            <p:stCondLst>
                              <p:cond delay="500"/>
                            </p:stCondLst>
                            <p:childTnLst>
                              <p:par>
                                <p:cTn id="50" presetID="22" presetClass="entr" presetSubtype="8" fill="hold" grpId="0" nodeType="after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wipe(left)">
                                      <p:cBhvr>
                                        <p:cTn id="52" dur="500"/>
                                        <p:tgtEl>
                                          <p:spTgt spid="5"/>
                                        </p:tgtEl>
                                      </p:cBhvr>
                                    </p:animEffect>
                                  </p:childTnLst>
                                </p:cTn>
                              </p:par>
                            </p:childTnLst>
                          </p:cTn>
                        </p:par>
                        <p:par>
                          <p:cTn id="53" fill="hold">
                            <p:stCondLst>
                              <p:cond delay="1000"/>
                            </p:stCondLst>
                            <p:childTnLst>
                              <p:par>
                                <p:cTn id="54" presetID="22" presetClass="entr" presetSubtype="8" fill="hold" nodeType="after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wipe(left)">
                                      <p:cBhvr>
                                        <p:cTn id="56" dur="500"/>
                                        <p:tgtEl>
                                          <p:spTgt spid="14"/>
                                        </p:tgtEl>
                                      </p:cBhvr>
                                    </p:animEffect>
                                  </p:childTnLst>
                                </p:cTn>
                              </p:par>
                              <p:par>
                                <p:cTn id="57" presetID="22" presetClass="entr" presetSubtype="8" fill="hold" grpId="0" nodeType="withEffect">
                                  <p:stCondLst>
                                    <p:cond delay="0"/>
                                  </p:stCondLst>
                                  <p:childTnLst>
                                    <p:set>
                                      <p:cBhvr>
                                        <p:cTn id="58" dur="1" fill="hold">
                                          <p:stCondLst>
                                            <p:cond delay="0"/>
                                          </p:stCondLst>
                                        </p:cTn>
                                        <p:tgtEl>
                                          <p:spTgt spid="50"/>
                                        </p:tgtEl>
                                        <p:attrNameLst>
                                          <p:attrName>style.visibility</p:attrName>
                                        </p:attrNameLst>
                                      </p:cBhvr>
                                      <p:to>
                                        <p:strVal val="visible"/>
                                      </p:to>
                                    </p:set>
                                    <p:animEffect transition="in" filter="wipe(left)">
                                      <p:cBhvr>
                                        <p:cTn id="59" dur="500"/>
                                        <p:tgtEl>
                                          <p:spTgt spid="50"/>
                                        </p:tgtEl>
                                      </p:cBhvr>
                                    </p:animEffect>
                                  </p:childTnLst>
                                </p:cTn>
                              </p:par>
                            </p:childTnLst>
                          </p:cTn>
                        </p:par>
                        <p:par>
                          <p:cTn id="60" fill="hold">
                            <p:stCondLst>
                              <p:cond delay="1500"/>
                            </p:stCondLst>
                            <p:childTnLst>
                              <p:par>
                                <p:cTn id="61" presetID="22" presetClass="entr" presetSubtype="8" fill="hold" grpId="0" nodeType="afterEffect">
                                  <p:stCondLst>
                                    <p:cond delay="0"/>
                                  </p:stCondLst>
                                  <p:childTnLst>
                                    <p:set>
                                      <p:cBhvr>
                                        <p:cTn id="62" dur="1" fill="hold">
                                          <p:stCondLst>
                                            <p:cond delay="0"/>
                                          </p:stCondLst>
                                        </p:cTn>
                                        <p:tgtEl>
                                          <p:spTgt spid="6"/>
                                        </p:tgtEl>
                                        <p:attrNameLst>
                                          <p:attrName>style.visibility</p:attrName>
                                        </p:attrNameLst>
                                      </p:cBhvr>
                                      <p:to>
                                        <p:strVal val="visible"/>
                                      </p:to>
                                    </p:set>
                                    <p:animEffect transition="in" filter="wipe(left)">
                                      <p:cBhvr>
                                        <p:cTn id="63" dur="500"/>
                                        <p:tgtEl>
                                          <p:spTgt spid="6"/>
                                        </p:tgtEl>
                                      </p:cBhvr>
                                    </p:animEffect>
                                  </p:childTnLst>
                                </p:cTn>
                              </p:par>
                            </p:childTnLst>
                          </p:cTn>
                        </p:par>
                        <p:par>
                          <p:cTn id="64" fill="hold">
                            <p:stCondLst>
                              <p:cond delay="2000"/>
                            </p:stCondLst>
                            <p:childTnLst>
                              <p:par>
                                <p:cTn id="65" presetID="22" presetClass="entr" presetSubtype="8" fill="hold" grpId="0" nodeType="afterEffect">
                                  <p:stCondLst>
                                    <p:cond delay="0"/>
                                  </p:stCondLst>
                                  <p:childTnLst>
                                    <p:set>
                                      <p:cBhvr>
                                        <p:cTn id="66" dur="1" fill="hold">
                                          <p:stCondLst>
                                            <p:cond delay="0"/>
                                          </p:stCondLst>
                                        </p:cTn>
                                        <p:tgtEl>
                                          <p:spTgt spid="51"/>
                                        </p:tgtEl>
                                        <p:attrNameLst>
                                          <p:attrName>style.visibility</p:attrName>
                                        </p:attrNameLst>
                                      </p:cBhvr>
                                      <p:to>
                                        <p:strVal val="visible"/>
                                      </p:to>
                                    </p:set>
                                    <p:animEffect transition="in" filter="wipe(left)">
                                      <p:cBhvr>
                                        <p:cTn id="67" dur="500"/>
                                        <p:tgtEl>
                                          <p:spTgt spid="51"/>
                                        </p:tgtEl>
                                      </p:cBhvr>
                                    </p:animEffect>
                                  </p:childTnLst>
                                </p:cTn>
                              </p:par>
                              <p:par>
                                <p:cTn id="68" presetID="22" presetClass="entr" presetSubtype="8" fill="hold"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wipe(left)">
                                      <p:cBhvr>
                                        <p:cTn id="70" dur="500"/>
                                        <p:tgtEl>
                                          <p:spTgt spid="24"/>
                                        </p:tgtEl>
                                      </p:cBhvr>
                                    </p:animEffect>
                                  </p:childTnLst>
                                </p:cTn>
                              </p:par>
                              <p:par>
                                <p:cTn id="71" presetID="22" presetClass="entr" presetSubtype="8" fill="hold" nodeType="with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wipe(left)">
                                      <p:cBhvr>
                                        <p:cTn id="73" dur="500"/>
                                        <p:tgtEl>
                                          <p:spTgt spid="27"/>
                                        </p:tgtEl>
                                      </p:cBhvr>
                                    </p:animEffect>
                                  </p:childTnLst>
                                </p:cTn>
                              </p:par>
                              <p:par>
                                <p:cTn id="74" presetID="22" presetClass="entr" presetSubtype="8" fill="hold" nodeType="withEffect">
                                  <p:stCondLst>
                                    <p:cond delay="0"/>
                                  </p:stCondLst>
                                  <p:childTnLst>
                                    <p:set>
                                      <p:cBhvr>
                                        <p:cTn id="75" dur="1" fill="hold">
                                          <p:stCondLst>
                                            <p:cond delay="0"/>
                                          </p:stCondLst>
                                        </p:cTn>
                                        <p:tgtEl>
                                          <p:spTgt spid="52"/>
                                        </p:tgtEl>
                                        <p:attrNameLst>
                                          <p:attrName>style.visibility</p:attrName>
                                        </p:attrNameLst>
                                      </p:cBhvr>
                                      <p:to>
                                        <p:strVal val="visible"/>
                                      </p:to>
                                    </p:set>
                                    <p:animEffect transition="in" filter="wipe(left)">
                                      <p:cBhvr>
                                        <p:cTn id="76" dur="500"/>
                                        <p:tgtEl>
                                          <p:spTgt spid="52"/>
                                        </p:tgtEl>
                                      </p:cBhvr>
                                    </p:animEffect>
                                  </p:childTnLst>
                                </p:cTn>
                              </p:par>
                            </p:childTnLst>
                          </p:cTn>
                        </p:par>
                        <p:par>
                          <p:cTn id="77" fill="hold">
                            <p:stCondLst>
                              <p:cond delay="2500"/>
                            </p:stCondLst>
                            <p:childTnLst>
                              <p:par>
                                <p:cTn id="78" presetID="22" presetClass="entr" presetSubtype="8" fill="hold" grpId="0" nodeType="afterEffect">
                                  <p:stCondLst>
                                    <p:cond delay="0"/>
                                  </p:stCondLst>
                                  <p:childTnLst>
                                    <p:set>
                                      <p:cBhvr>
                                        <p:cTn id="79" dur="1" fill="hold">
                                          <p:stCondLst>
                                            <p:cond delay="0"/>
                                          </p:stCondLst>
                                        </p:cTn>
                                        <p:tgtEl>
                                          <p:spTgt spid="9"/>
                                        </p:tgtEl>
                                        <p:attrNameLst>
                                          <p:attrName>style.visibility</p:attrName>
                                        </p:attrNameLst>
                                      </p:cBhvr>
                                      <p:to>
                                        <p:strVal val="visible"/>
                                      </p:to>
                                    </p:set>
                                    <p:animEffect transition="in" filter="wipe(left)">
                                      <p:cBhvr>
                                        <p:cTn id="80" dur="500"/>
                                        <p:tgtEl>
                                          <p:spTgt spid="9"/>
                                        </p:tgtEl>
                                      </p:cBhvr>
                                    </p:animEffect>
                                  </p:childTnLst>
                                </p:cTn>
                              </p:par>
                              <p:par>
                                <p:cTn id="81" presetID="22" presetClass="entr" presetSubtype="8" fill="hold" grpId="0" nodeType="withEffect">
                                  <p:stCondLst>
                                    <p:cond delay="0"/>
                                  </p:stCondLst>
                                  <p:childTnLst>
                                    <p:set>
                                      <p:cBhvr>
                                        <p:cTn id="82" dur="1" fill="hold">
                                          <p:stCondLst>
                                            <p:cond delay="0"/>
                                          </p:stCondLst>
                                        </p:cTn>
                                        <p:tgtEl>
                                          <p:spTgt spid="10"/>
                                        </p:tgtEl>
                                        <p:attrNameLst>
                                          <p:attrName>style.visibility</p:attrName>
                                        </p:attrNameLst>
                                      </p:cBhvr>
                                      <p:to>
                                        <p:strVal val="visible"/>
                                      </p:to>
                                    </p:set>
                                    <p:animEffect transition="in" filter="wipe(left)">
                                      <p:cBhvr>
                                        <p:cTn id="83" dur="500"/>
                                        <p:tgtEl>
                                          <p:spTgt spid="10"/>
                                        </p:tgtEl>
                                      </p:cBhvr>
                                    </p:animEffect>
                                  </p:childTnLst>
                                </p:cTn>
                              </p:par>
                              <p:par>
                                <p:cTn id="84" presetID="22" presetClass="entr" presetSubtype="8" fill="hold" grpId="0" nodeType="withEffect">
                                  <p:stCondLst>
                                    <p:cond delay="0"/>
                                  </p:stCondLst>
                                  <p:childTnLst>
                                    <p:set>
                                      <p:cBhvr>
                                        <p:cTn id="85" dur="1" fill="hold">
                                          <p:stCondLst>
                                            <p:cond delay="0"/>
                                          </p:stCondLst>
                                        </p:cTn>
                                        <p:tgtEl>
                                          <p:spTgt spid="11"/>
                                        </p:tgtEl>
                                        <p:attrNameLst>
                                          <p:attrName>style.visibility</p:attrName>
                                        </p:attrNameLst>
                                      </p:cBhvr>
                                      <p:to>
                                        <p:strVal val="visible"/>
                                      </p:to>
                                    </p:set>
                                    <p:animEffect transition="in" filter="wipe(left)">
                                      <p:cBhvr>
                                        <p:cTn id="8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9" grpId="0" animBg="1"/>
      <p:bldP spid="10" grpId="0" animBg="1"/>
      <p:bldP spid="11" grpId="0" animBg="1"/>
      <p:bldP spid="36" grpId="0" animBg="1"/>
      <p:bldP spid="43" grpId="0"/>
      <p:bldP spid="49" grpId="0"/>
      <p:bldP spid="50" grpId="0"/>
      <p:bldP spid="51" grpId="0"/>
      <p:bldP spid="84" grpId="0" animBg="1"/>
      <p:bldP spid="89" grpId="0"/>
      <p:bldP spid="7" grpId="0" animBg="1"/>
      <p:bldP spid="3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1FA6D-D2DA-065E-19C6-6993D7CD2C1D}"/>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0421A01D-873C-4CB0-508C-6F86369B7112}"/>
              </a:ext>
            </a:extLst>
          </p:cNvPr>
          <p:cNvSpPr>
            <a:spLocks noGrp="1"/>
          </p:cNvSpPr>
          <p:nvPr>
            <p:ph type="ftr" sz="quarter" idx="3"/>
          </p:nvPr>
        </p:nvSpPr>
        <p:spPr/>
        <p:txBody>
          <a:bodyPr anchor="ctr">
            <a:normAutofit/>
          </a:bodyPr>
          <a:lstStyle/>
          <a:p>
            <a:pPr marL="0" marR="0" lvl="0" indent="0" defTabSz="914400" rtl="0" eaLnBrk="1" fontAlgn="auto" latinLnBrk="0" hangingPunct="1">
              <a:spcBef>
                <a:spcPts val="0"/>
              </a:spcBef>
              <a:spcAft>
                <a:spcPts val="600"/>
              </a:spcAft>
              <a:buClrTx/>
              <a:buSzTx/>
              <a:buFontTx/>
              <a:buNone/>
              <a:tabLst/>
              <a:defRPr/>
            </a:pPr>
            <a:r>
              <a:rPr kumimoji="0" lang="en-US" b="0" i="0" u="none" strike="noStrike" kern="1200" cap="none" spc="0" normalizeH="0" baseline="0" noProof="0">
                <a:ln>
                  <a:noFill/>
                </a:ln>
                <a:solidFill>
                  <a:srgbClr val="000000"/>
                </a:solidFill>
                <a:effectLst/>
                <a:uLnTx/>
                <a:uFillTx/>
              </a:rPr>
              <a:t>Microsoft Confidential</a:t>
            </a:r>
          </a:p>
        </p:txBody>
      </p:sp>
      <p:sp>
        <p:nvSpPr>
          <p:cNvPr id="4" name="Slide Number Placeholder 3">
            <a:extLst>
              <a:ext uri="{FF2B5EF4-FFF2-40B4-BE49-F238E27FC236}">
                <a16:creationId xmlns:a16="http://schemas.microsoft.com/office/drawing/2014/main" id="{5C15F14D-E741-A594-BBE0-8EAD6FCD8BED}"/>
              </a:ext>
            </a:extLst>
          </p:cNvPr>
          <p:cNvSpPr>
            <a:spLocks noGrp="1"/>
          </p:cNvSpPr>
          <p:nvPr>
            <p:ph type="sldNum" sz="quarter" idx="4"/>
          </p:nvPr>
        </p:nvSpPr>
        <p:spPr/>
        <p:txBody>
          <a:bodyPr wrap="square" anchor="ctr">
            <a:normAutofit/>
          </a:bodyPr>
          <a:lstStyle/>
          <a:p>
            <a:pPr marL="0" marR="0" lvl="0" indent="0" defTabSz="914400" rtl="0" eaLnBrk="1" fontAlgn="auto" latinLnBrk="0" hangingPunct="1">
              <a:spcBef>
                <a:spcPts val="0"/>
              </a:spcBef>
              <a:spcAft>
                <a:spcPts val="600"/>
              </a:spcAft>
              <a:buClrTx/>
              <a:buSzTx/>
              <a:buFontTx/>
              <a:buNone/>
              <a:tabLst/>
              <a:defRPr/>
            </a:pPr>
            <a:fld id="{8F881BB8-5469-4299-99B9-578BE3320A80}" type="slidenum">
              <a:rPr kumimoji="0" lang="en-US" b="0" i="0" u="none" strike="noStrike" kern="1200" cap="none" spc="0" normalizeH="0" baseline="0" noProof="0" smtClean="0">
                <a:ln>
                  <a:noFill/>
                </a:ln>
                <a:solidFill>
                  <a:srgbClr val="000000"/>
                </a:solidFill>
                <a:effectLst/>
                <a:uLnTx/>
                <a:uFillTx/>
              </a:rPr>
              <a:pPr marL="0" marR="0" lvl="0" indent="0" defTabSz="914400" rtl="0" eaLnBrk="1" fontAlgn="auto" latinLnBrk="0" hangingPunct="1">
                <a:spcBef>
                  <a:spcPts val="0"/>
                </a:spcBef>
                <a:spcAft>
                  <a:spcPts val="600"/>
                </a:spcAft>
                <a:buClrTx/>
                <a:buSzTx/>
                <a:buFontTx/>
                <a:buNone/>
                <a:tabLst/>
                <a:defRPr/>
              </a:pPr>
              <a:t>16</a:t>
            </a:fld>
            <a:endParaRPr kumimoji="0" lang="en-US" b="0" i="0" u="none" strike="noStrike" kern="1200" cap="none" spc="0" normalizeH="0" baseline="0" noProof="0">
              <a:ln>
                <a:noFill/>
              </a:ln>
              <a:solidFill>
                <a:srgbClr val="000000"/>
              </a:solidFill>
              <a:effectLst/>
              <a:uLnTx/>
              <a:uFillTx/>
            </a:endParaRPr>
          </a:p>
        </p:txBody>
      </p:sp>
      <p:sp>
        <p:nvSpPr>
          <p:cNvPr id="17" name="Text Placeholder 16">
            <a:extLst>
              <a:ext uri="{FF2B5EF4-FFF2-40B4-BE49-F238E27FC236}">
                <a16:creationId xmlns:a16="http://schemas.microsoft.com/office/drawing/2014/main" id="{A74A7119-93DD-5855-C9B1-4050BD15C479}"/>
              </a:ext>
            </a:extLst>
          </p:cNvPr>
          <p:cNvSpPr>
            <a:spLocks noGrp="1"/>
          </p:cNvSpPr>
          <p:nvPr>
            <p:ph type="body" sz="quarter" idx="39"/>
          </p:nvPr>
        </p:nvSpPr>
        <p:spPr/>
        <p:txBody>
          <a:bodyPr/>
          <a:lstStyle/>
          <a:p>
            <a:r>
              <a:rPr lang="en-US" dirty="0"/>
              <a:t>Demo</a:t>
            </a:r>
          </a:p>
        </p:txBody>
      </p:sp>
      <p:sp>
        <p:nvSpPr>
          <p:cNvPr id="18" name="TextBox 17">
            <a:extLst>
              <a:ext uri="{FF2B5EF4-FFF2-40B4-BE49-F238E27FC236}">
                <a16:creationId xmlns:a16="http://schemas.microsoft.com/office/drawing/2014/main" id="{E1E7A882-E48B-6C6F-912F-0AAE042C4FE7}"/>
              </a:ext>
            </a:extLst>
          </p:cNvPr>
          <p:cNvSpPr txBox="1"/>
          <p:nvPr/>
        </p:nvSpPr>
        <p:spPr>
          <a:xfrm>
            <a:off x="4845549" y="5063810"/>
            <a:ext cx="6615701" cy="307777"/>
          </a:xfrm>
          <a:prstGeom prst="rect">
            <a:avLst/>
          </a:prstGeom>
          <a:noFill/>
        </p:spPr>
        <p:txBody>
          <a:bodyPr wrap="square" lIns="0" tIns="0" rIns="0" bIns="0" rtlCol="0">
            <a:spAutoFit/>
          </a:bodyPr>
          <a:lstStyle/>
          <a:p>
            <a:pPr marL="342900" indent="-342900" algn="l">
              <a:buFont typeface="Arial" panose="020B0604020202020204" pitchFamily="34" charset="0"/>
              <a:buChar char="•"/>
            </a:pPr>
            <a:r>
              <a:rPr lang="en-US" sz="2000"/>
              <a:t>HPA and KEDA Demo</a:t>
            </a:r>
            <a:endParaRPr lang="en-US" sz="2000" dirty="0"/>
          </a:p>
        </p:txBody>
      </p:sp>
      <p:pic>
        <p:nvPicPr>
          <p:cNvPr id="2050" name="Picture 2">
            <a:extLst>
              <a:ext uri="{FF2B5EF4-FFF2-40B4-BE49-F238E27FC236}">
                <a16:creationId xmlns:a16="http://schemas.microsoft.com/office/drawing/2014/main" id="{EB06A3EB-425D-5BDB-A859-2158B1ACCA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5135" y="760215"/>
            <a:ext cx="2976562" cy="297656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A41B746E-0601-8EA8-820D-BE3299C45C9B}"/>
              </a:ext>
            </a:extLst>
          </p:cNvPr>
          <p:cNvPicPr>
            <a:picLocks noChangeAspect="1"/>
          </p:cNvPicPr>
          <p:nvPr/>
        </p:nvPicPr>
        <p:blipFill>
          <a:blip r:embed="rId4"/>
          <a:stretch>
            <a:fillRect/>
          </a:stretch>
        </p:blipFill>
        <p:spPr>
          <a:xfrm>
            <a:off x="8153399" y="993194"/>
            <a:ext cx="2667372" cy="2743583"/>
          </a:xfrm>
          <a:prstGeom prst="rect">
            <a:avLst/>
          </a:prstGeom>
        </p:spPr>
      </p:pic>
    </p:spTree>
    <p:extLst>
      <p:ext uri="{BB962C8B-B14F-4D97-AF65-F5344CB8AC3E}">
        <p14:creationId xmlns:p14="http://schemas.microsoft.com/office/powerpoint/2010/main" val="3713390490"/>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99D97-B3FB-A4B6-F369-825E3B8EF2A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1610BFB-4EDE-EF9E-72C7-B353912CB879}"/>
              </a:ext>
            </a:extLst>
          </p:cNvPr>
          <p:cNvSpPr>
            <a:spLocks noGrp="1"/>
          </p:cNvSpPr>
          <p:nvPr>
            <p:ph type="title"/>
            <p:custDataLst>
              <p:custData r:id="rId2"/>
            </p:custDataLst>
          </p:nvPr>
        </p:nvSpPr>
        <p:spPr>
          <a:xfrm>
            <a:off x="584199" y="3318975"/>
            <a:ext cx="10189817" cy="2031325"/>
          </a:xfrm>
        </p:spPr>
        <p:txBody>
          <a:bodyPr/>
          <a:lstStyle/>
          <a:p>
            <a:r>
              <a:rPr lang="en-US" dirty="0"/>
              <a:t>Workload Placement and Scaling</a:t>
            </a:r>
          </a:p>
        </p:txBody>
      </p:sp>
      <p:sp>
        <p:nvSpPr>
          <p:cNvPr id="2" name="Text Placeholder 1">
            <a:extLst>
              <a:ext uri="{FF2B5EF4-FFF2-40B4-BE49-F238E27FC236}">
                <a16:creationId xmlns:a16="http://schemas.microsoft.com/office/drawing/2014/main" id="{09123985-5785-D631-FCB0-C612C1F598E6}"/>
              </a:ext>
            </a:extLst>
          </p:cNvPr>
          <p:cNvSpPr>
            <a:spLocks noGrp="1"/>
          </p:cNvSpPr>
          <p:nvPr>
            <p:ph type="body" sz="quarter" idx="12"/>
          </p:nvPr>
        </p:nvSpPr>
        <p:spPr/>
        <p:txBody>
          <a:bodyPr/>
          <a:lstStyle/>
          <a:p>
            <a:endParaRPr lang="en-US"/>
          </a:p>
        </p:txBody>
      </p:sp>
      <p:sp>
        <p:nvSpPr>
          <p:cNvPr id="11" name="Footer Placeholder 2">
            <a:extLst>
              <a:ext uri="{FF2B5EF4-FFF2-40B4-BE49-F238E27FC236}">
                <a16:creationId xmlns:a16="http://schemas.microsoft.com/office/drawing/2014/main" id="{3463BAD2-7B42-60BA-C804-ED0FCC5C12EB}"/>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2" name="Slide Number Placeholder 8">
            <a:extLst>
              <a:ext uri="{FF2B5EF4-FFF2-40B4-BE49-F238E27FC236}">
                <a16:creationId xmlns:a16="http://schemas.microsoft.com/office/drawing/2014/main" id="{C851EB99-BDF4-EFC0-AEE5-0BA6512DF758}"/>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17</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1898429168"/>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2697-7945-49AF-A643-2E2ED4DF7AA2}"/>
              </a:ext>
            </a:extLst>
          </p:cNvPr>
          <p:cNvSpPr>
            <a:spLocks noGrp="1"/>
          </p:cNvSpPr>
          <p:nvPr>
            <p:ph type="title"/>
          </p:nvPr>
        </p:nvSpPr>
        <p:spPr/>
        <p:txBody>
          <a:bodyPr/>
          <a:lstStyle/>
          <a:p>
            <a:r>
              <a:rPr lang="en-US" dirty="0">
                <a:solidFill>
                  <a:schemeClr val="bg1"/>
                </a:solidFill>
              </a:rPr>
              <a:t>Node Selectors</a:t>
            </a:r>
          </a:p>
        </p:txBody>
      </p:sp>
      <p:sp>
        <p:nvSpPr>
          <p:cNvPr id="3" name="Content Placeholder 2">
            <a:extLst>
              <a:ext uri="{FF2B5EF4-FFF2-40B4-BE49-F238E27FC236}">
                <a16:creationId xmlns:a16="http://schemas.microsoft.com/office/drawing/2014/main" id="{AE740AC0-F07E-4783-A13B-7EC82933B9B6}"/>
              </a:ext>
            </a:extLst>
          </p:cNvPr>
          <p:cNvSpPr>
            <a:spLocks noGrp="1"/>
          </p:cNvSpPr>
          <p:nvPr>
            <p:ph sz="quarter" idx="10"/>
          </p:nvPr>
        </p:nvSpPr>
        <p:spPr>
          <a:xfrm>
            <a:off x="584200" y="1844675"/>
            <a:ext cx="11018838" cy="1929759"/>
          </a:xfrm>
        </p:spPr>
        <p:txBody>
          <a:bodyPr/>
          <a:lstStyle/>
          <a:p>
            <a:pPr marL="342900" indent="-342900">
              <a:buFont typeface="Arial" panose="020B0604020202020204" pitchFamily="34" charset="0"/>
              <a:buChar char="•"/>
            </a:pPr>
            <a:r>
              <a:rPr lang="en-US" sz="2400" dirty="0"/>
              <a:t>Pods can use Node labels to specify which Nodes to be scheduled on.</a:t>
            </a:r>
          </a:p>
          <a:p>
            <a:pPr marL="342900" indent="-342900">
              <a:buFont typeface="Arial" panose="020B0604020202020204" pitchFamily="34" charset="0"/>
              <a:buChar char="•"/>
            </a:pPr>
            <a:r>
              <a:rPr lang="en-US" sz="2400" dirty="0"/>
              <a:t>Labels </a:t>
            </a:r>
            <a:r>
              <a:rPr lang="en-US" sz="2400" i="1" u="sng" dirty="0"/>
              <a:t>must be</a:t>
            </a:r>
            <a:r>
              <a:rPr lang="en-US" sz="2400" dirty="0"/>
              <a:t> on the Nodes prior to deploying Pods selecting the Nodes.</a:t>
            </a:r>
          </a:p>
          <a:p>
            <a:pPr marL="342900" indent="-342900">
              <a:buFont typeface="Arial" panose="020B0604020202020204" pitchFamily="34" charset="0"/>
              <a:buChar char="•"/>
            </a:pPr>
            <a:r>
              <a:rPr lang="en-US" sz="2400" dirty="0"/>
              <a:t>If selected Node label is not found on any node, Pods </a:t>
            </a:r>
            <a:r>
              <a:rPr lang="en-US" sz="2400" i="1" u="sng" dirty="0"/>
              <a:t>will not get scheduled</a:t>
            </a:r>
            <a:r>
              <a:rPr lang="en-US" sz="2400" dirty="0"/>
              <a:t>.</a:t>
            </a:r>
          </a:p>
          <a:p>
            <a:pPr marL="342900" indent="-342900">
              <a:buFont typeface="Arial" panose="020B0604020202020204" pitchFamily="34" charset="0"/>
              <a:buChar char="•"/>
            </a:pPr>
            <a:endParaRPr lang="en-US" sz="2400" dirty="0"/>
          </a:p>
        </p:txBody>
      </p:sp>
      <p:pic>
        <p:nvPicPr>
          <p:cNvPr id="7" name="Picture 6" descr="Text&#10;&#10;Description automatically generated">
            <a:extLst>
              <a:ext uri="{FF2B5EF4-FFF2-40B4-BE49-F238E27FC236}">
                <a16:creationId xmlns:a16="http://schemas.microsoft.com/office/drawing/2014/main" id="{F68822E0-C81D-407F-8897-32EF81F0487D}"/>
              </a:ext>
            </a:extLst>
          </p:cNvPr>
          <p:cNvPicPr>
            <a:picLocks noChangeAspect="1"/>
          </p:cNvPicPr>
          <p:nvPr/>
        </p:nvPicPr>
        <p:blipFill>
          <a:blip r:embed="rId2"/>
          <a:stretch>
            <a:fillRect/>
          </a:stretch>
        </p:blipFill>
        <p:spPr>
          <a:xfrm>
            <a:off x="2175355" y="3648225"/>
            <a:ext cx="4134427" cy="2514951"/>
          </a:xfrm>
          <a:prstGeom prst="rect">
            <a:avLst/>
          </a:prstGeom>
        </p:spPr>
      </p:pic>
      <p:sp>
        <p:nvSpPr>
          <p:cNvPr id="8" name="Arrow: Right 7">
            <a:extLst>
              <a:ext uri="{FF2B5EF4-FFF2-40B4-BE49-F238E27FC236}">
                <a16:creationId xmlns:a16="http://schemas.microsoft.com/office/drawing/2014/main" id="{D5451F31-06FE-4511-BFB1-0EB92792C353}"/>
              </a:ext>
            </a:extLst>
          </p:cNvPr>
          <p:cNvSpPr/>
          <p:nvPr/>
        </p:nvSpPr>
        <p:spPr bwMode="auto">
          <a:xfrm>
            <a:off x="6458701" y="4035622"/>
            <a:ext cx="388069" cy="311409"/>
          </a:xfrm>
          <a:prstGeom prst="righ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pic>
        <p:nvPicPr>
          <p:cNvPr id="10" name="Picture 9" descr="Text&#10;&#10;Description automatically generated">
            <a:extLst>
              <a:ext uri="{FF2B5EF4-FFF2-40B4-BE49-F238E27FC236}">
                <a16:creationId xmlns:a16="http://schemas.microsoft.com/office/drawing/2014/main" id="{1107BB80-6515-4260-8EC7-BC17282A7082}"/>
              </a:ext>
            </a:extLst>
          </p:cNvPr>
          <p:cNvPicPr>
            <a:picLocks noChangeAspect="1"/>
          </p:cNvPicPr>
          <p:nvPr/>
        </p:nvPicPr>
        <p:blipFill>
          <a:blip r:embed="rId3"/>
          <a:stretch>
            <a:fillRect/>
          </a:stretch>
        </p:blipFill>
        <p:spPr>
          <a:xfrm>
            <a:off x="6995689" y="3648225"/>
            <a:ext cx="2715004" cy="2010056"/>
          </a:xfrm>
          <a:prstGeom prst="rect">
            <a:avLst/>
          </a:prstGeom>
        </p:spPr>
      </p:pic>
    </p:spTree>
    <p:extLst>
      <p:ext uri="{BB962C8B-B14F-4D97-AF65-F5344CB8AC3E}">
        <p14:creationId xmlns:p14="http://schemas.microsoft.com/office/powerpoint/2010/main" val="5374574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2697-7945-49AF-A643-2E2ED4DF7AA2}"/>
              </a:ext>
            </a:extLst>
          </p:cNvPr>
          <p:cNvSpPr>
            <a:spLocks noGrp="1"/>
          </p:cNvSpPr>
          <p:nvPr>
            <p:ph type="title"/>
          </p:nvPr>
        </p:nvSpPr>
        <p:spPr/>
        <p:txBody>
          <a:bodyPr/>
          <a:lstStyle/>
          <a:p>
            <a:r>
              <a:rPr lang="en-US" dirty="0">
                <a:solidFill>
                  <a:schemeClr val="bg1"/>
                </a:solidFill>
              </a:rPr>
              <a:t>Taints and Tolerations</a:t>
            </a:r>
          </a:p>
        </p:txBody>
      </p:sp>
      <p:sp>
        <p:nvSpPr>
          <p:cNvPr id="3" name="Content Placeholder 2">
            <a:extLst>
              <a:ext uri="{FF2B5EF4-FFF2-40B4-BE49-F238E27FC236}">
                <a16:creationId xmlns:a16="http://schemas.microsoft.com/office/drawing/2014/main" id="{AE740AC0-F07E-4783-A13B-7EC82933B9B6}"/>
              </a:ext>
            </a:extLst>
          </p:cNvPr>
          <p:cNvSpPr>
            <a:spLocks noGrp="1"/>
          </p:cNvSpPr>
          <p:nvPr>
            <p:ph sz="quarter" idx="10"/>
          </p:nvPr>
        </p:nvSpPr>
        <p:spPr>
          <a:xfrm>
            <a:off x="584200" y="1797050"/>
            <a:ext cx="11093450" cy="4619726"/>
          </a:xfrm>
        </p:spPr>
        <p:txBody>
          <a:bodyPr/>
          <a:lstStyle/>
          <a:p>
            <a:pPr marL="342900" indent="-342900">
              <a:buFont typeface="Arial" panose="020B0604020202020204" pitchFamily="34" charset="0"/>
              <a:buChar char="•"/>
            </a:pPr>
            <a:r>
              <a:rPr lang="en-US" sz="2400" dirty="0"/>
              <a:t>Since a cluster can be a collection of heterogenous nodes, sometimes it makes sense to set a policy restricting which Pods are scheduled on which Nodes.</a:t>
            </a:r>
          </a:p>
          <a:p>
            <a:pPr marL="342900" indent="-342900">
              <a:buFont typeface="Arial" panose="020B0604020202020204" pitchFamily="34" charset="0"/>
              <a:buChar char="•"/>
            </a:pPr>
            <a:r>
              <a:rPr lang="en-US" sz="2400" dirty="0"/>
              <a:t>Nodes can be marked as “</a:t>
            </a:r>
            <a:r>
              <a:rPr lang="en-US" sz="2400" i="1" u="sng" dirty="0"/>
              <a:t>tainted</a:t>
            </a:r>
            <a:r>
              <a:rPr lang="en-US" sz="2400" dirty="0"/>
              <a:t>” with particular attributes</a:t>
            </a:r>
          </a:p>
          <a:p>
            <a:pPr marL="342900" indent="-342900">
              <a:buFont typeface="Arial" panose="020B0604020202020204" pitchFamily="34" charset="0"/>
              <a:buChar char="•"/>
            </a:pPr>
            <a:r>
              <a:rPr lang="en-US" sz="2400" dirty="0"/>
              <a:t>Pods can be designated as being able to “</a:t>
            </a:r>
            <a:r>
              <a:rPr lang="en-US" sz="2400" i="1" u="sng" dirty="0"/>
              <a:t>tolerate</a:t>
            </a:r>
            <a:r>
              <a:rPr lang="en-US" sz="2400" dirty="0"/>
              <a:t>” certain taints</a:t>
            </a:r>
          </a:p>
          <a:p>
            <a:pPr marL="342900" indent="-342900">
              <a:buFont typeface="Arial" panose="020B0604020202020204" pitchFamily="34" charset="0"/>
              <a:buChar char="•"/>
            </a:pPr>
            <a:r>
              <a:rPr lang="en-US" sz="2400" dirty="0"/>
              <a:t>Depending on the taint-effect, the scheduler will decide if a Pod can be scheduled on a tainted Node.</a:t>
            </a:r>
          </a:p>
          <a:p>
            <a:pPr marL="342900" indent="-342900">
              <a:buFont typeface="Arial" panose="020B0604020202020204" pitchFamily="34" charset="0"/>
              <a:buChar char="•"/>
            </a:pPr>
            <a:r>
              <a:rPr lang="en-US" sz="2400" dirty="0"/>
              <a:t>Node taint-effects can be:</a:t>
            </a:r>
          </a:p>
          <a:p>
            <a:pPr marL="800100" lvl="1" indent="-342900">
              <a:spcBef>
                <a:spcPts val="0"/>
              </a:spcBef>
              <a:buFont typeface="Arial" panose="020B0604020202020204" pitchFamily="34" charset="0"/>
              <a:buChar char="•"/>
            </a:pPr>
            <a:r>
              <a:rPr lang="en-US" sz="1800" b="1" u="sng" dirty="0" err="1"/>
              <a:t>NoSchedule</a:t>
            </a:r>
            <a:r>
              <a:rPr lang="en-US" sz="1800" dirty="0"/>
              <a:t> – New Pods will NOT be scheduled on the tainted node unless they can tolerate the taint</a:t>
            </a:r>
          </a:p>
          <a:p>
            <a:pPr marL="800100" lvl="1" indent="-342900">
              <a:spcBef>
                <a:spcPts val="0"/>
              </a:spcBef>
              <a:buFont typeface="Arial" panose="020B0604020202020204" pitchFamily="34" charset="0"/>
              <a:buChar char="•"/>
            </a:pPr>
            <a:r>
              <a:rPr lang="en-US" sz="1800" b="1" u="sng" dirty="0" err="1"/>
              <a:t>PreferNoSchedule</a:t>
            </a:r>
            <a:r>
              <a:rPr lang="en-US" sz="1800" dirty="0"/>
              <a:t> – Pods CAN be scheduled ONLY IF they won’t fit on any other node.</a:t>
            </a:r>
          </a:p>
          <a:p>
            <a:pPr marL="800100" lvl="1" indent="-342900">
              <a:spcBef>
                <a:spcPts val="0"/>
              </a:spcBef>
              <a:buFont typeface="Arial" panose="020B0604020202020204" pitchFamily="34" charset="0"/>
              <a:buChar char="•"/>
            </a:pPr>
            <a:r>
              <a:rPr lang="en-US" sz="1800" b="1" u="sng" dirty="0" err="1"/>
              <a:t>NoExecute</a:t>
            </a:r>
            <a:r>
              <a:rPr lang="en-US" sz="1800" dirty="0"/>
              <a:t> – New Pods will NOT be scheduled on the tainted node </a:t>
            </a:r>
            <a:r>
              <a:rPr lang="en-US" sz="1800" i="1" u="sng" dirty="0"/>
              <a:t>and</a:t>
            </a:r>
            <a:r>
              <a:rPr lang="en-US" sz="1800" dirty="0"/>
              <a:t> existing Pods without toleration will be EVICTED from a tainted node.</a:t>
            </a:r>
            <a:endParaRPr lang="en-US" sz="2400" dirty="0"/>
          </a:p>
        </p:txBody>
      </p:sp>
    </p:spTree>
    <p:extLst>
      <p:ext uri="{BB962C8B-B14F-4D97-AF65-F5344CB8AC3E}">
        <p14:creationId xmlns:p14="http://schemas.microsoft.com/office/powerpoint/2010/main" val="29397015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500"/>
                                        <p:tgtEl>
                                          <p:spTgt spid="3">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Effect transition="in" filter="fade">
                                      <p:cBhvr>
                                        <p:cTn id="30" dur="500"/>
                                        <p:tgtEl>
                                          <p:spTgt spid="3">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2697-7945-49AF-A643-2E2ED4DF7AA2}"/>
              </a:ext>
            </a:extLst>
          </p:cNvPr>
          <p:cNvSpPr>
            <a:spLocks noGrp="1"/>
          </p:cNvSpPr>
          <p:nvPr>
            <p:ph type="title"/>
          </p:nvPr>
        </p:nvSpPr>
        <p:spPr/>
        <p:txBody>
          <a:bodyPr/>
          <a:lstStyle/>
          <a:p>
            <a:r>
              <a:rPr lang="en-US" dirty="0">
                <a:solidFill>
                  <a:schemeClr val="bg1"/>
                </a:solidFill>
              </a:rPr>
              <a:t>Taints and Tolerations with Node Selectors/Affinity</a:t>
            </a:r>
          </a:p>
        </p:txBody>
      </p:sp>
      <p:sp>
        <p:nvSpPr>
          <p:cNvPr id="3" name="Content Placeholder 2">
            <a:extLst>
              <a:ext uri="{FF2B5EF4-FFF2-40B4-BE49-F238E27FC236}">
                <a16:creationId xmlns:a16="http://schemas.microsoft.com/office/drawing/2014/main" id="{AE740AC0-F07E-4783-A13B-7EC82933B9B6}"/>
              </a:ext>
            </a:extLst>
          </p:cNvPr>
          <p:cNvSpPr>
            <a:spLocks noGrp="1"/>
          </p:cNvSpPr>
          <p:nvPr>
            <p:ph sz="quarter" idx="10"/>
          </p:nvPr>
        </p:nvSpPr>
        <p:spPr>
          <a:xfrm>
            <a:off x="584200" y="1797050"/>
            <a:ext cx="11093450" cy="5096780"/>
          </a:xfrm>
        </p:spPr>
        <p:txBody>
          <a:bodyPr/>
          <a:lstStyle/>
          <a:p>
            <a:pPr marL="342900" indent="-342900">
              <a:buFont typeface="Arial" panose="020B0604020202020204" pitchFamily="34" charset="0"/>
              <a:buChar char="•"/>
            </a:pPr>
            <a:r>
              <a:rPr lang="en-US" sz="2400" dirty="0"/>
              <a:t>Adding tolerations to Pod for tainted Nodes does </a:t>
            </a:r>
            <a:r>
              <a:rPr lang="en-US" sz="2400" i="1" u="sng" dirty="0"/>
              <a:t>NOT</a:t>
            </a:r>
            <a:r>
              <a:rPr lang="en-US" sz="2400" dirty="0"/>
              <a:t> guarantee those Pods will be scheduled those tainted Node.</a:t>
            </a:r>
          </a:p>
          <a:p>
            <a:pPr marL="342900" indent="-342900">
              <a:buFont typeface="Arial" panose="020B0604020202020204" pitchFamily="34" charset="0"/>
              <a:buChar char="•"/>
            </a:pPr>
            <a:r>
              <a:rPr lang="en-US" sz="2400" dirty="0"/>
              <a:t>Taints, Tolerations and Node Selectors/Affinity can be used together to achieve complex results.</a:t>
            </a:r>
          </a:p>
          <a:p>
            <a:pPr marL="342900" indent="-342900">
              <a:buFont typeface="Arial" panose="020B0604020202020204" pitchFamily="34" charset="0"/>
              <a:buChar char="•"/>
            </a:pPr>
            <a:r>
              <a:rPr lang="en-US" sz="2400" b="1" dirty="0"/>
              <a:t>Example:</a:t>
            </a:r>
            <a:r>
              <a:rPr lang="en-US" sz="2400" dirty="0"/>
              <a:t>  You want certain Pod to be scheduled on specific types of Nodes and you don’t want other types of Pods on those same Nodes:</a:t>
            </a:r>
          </a:p>
          <a:p>
            <a:pPr marL="800100" lvl="1" indent="-342900">
              <a:spcBef>
                <a:spcPts val="600"/>
              </a:spcBef>
              <a:spcAft>
                <a:spcPts val="0"/>
              </a:spcAft>
              <a:buFont typeface="Arial" panose="020B0604020202020204" pitchFamily="34" charset="0"/>
              <a:buChar char="•"/>
            </a:pPr>
            <a:r>
              <a:rPr lang="en-US" dirty="0"/>
              <a:t>Add labels to the Nodes specifying a special attribute</a:t>
            </a:r>
          </a:p>
          <a:p>
            <a:pPr marL="800100" lvl="1" indent="-342900">
              <a:spcBef>
                <a:spcPts val="600"/>
              </a:spcBef>
              <a:spcAft>
                <a:spcPts val="0"/>
              </a:spcAft>
              <a:buFont typeface="Arial" panose="020B0604020202020204" pitchFamily="34" charset="0"/>
              <a:buChar char="•"/>
            </a:pPr>
            <a:r>
              <a:rPr lang="en-US" dirty="0"/>
              <a:t>Add taints to the Nodes to keep out intolerant Pods</a:t>
            </a:r>
          </a:p>
          <a:p>
            <a:pPr marL="800100" lvl="1" indent="-342900">
              <a:spcBef>
                <a:spcPts val="600"/>
              </a:spcBef>
              <a:spcAft>
                <a:spcPts val="0"/>
              </a:spcAft>
              <a:buFont typeface="Arial" panose="020B0604020202020204" pitchFamily="34" charset="0"/>
              <a:buChar char="•"/>
            </a:pPr>
            <a:r>
              <a:rPr lang="en-US" dirty="0"/>
              <a:t>Add tolerations to your Pods to tolerate the taints</a:t>
            </a:r>
          </a:p>
          <a:p>
            <a:pPr marL="800100" lvl="1" indent="-342900">
              <a:spcBef>
                <a:spcPts val="600"/>
              </a:spcBef>
              <a:spcAft>
                <a:spcPts val="0"/>
              </a:spcAft>
              <a:buFont typeface="Arial" panose="020B0604020202020204" pitchFamily="34" charset="0"/>
              <a:buChar char="•"/>
            </a:pPr>
            <a:r>
              <a:rPr lang="en-US" dirty="0"/>
              <a:t>Add a Node Selector or Affinity to your Pods that select matching node labels.</a:t>
            </a:r>
          </a:p>
          <a:p>
            <a:pPr marL="342900" indent="-342900">
              <a:buFont typeface="Arial" panose="020B0604020202020204" pitchFamily="34" charset="0"/>
              <a:buChar char="•"/>
            </a:pPr>
            <a:r>
              <a:rPr lang="en-US" sz="2400" b="1" dirty="0"/>
              <a:t>Results:</a:t>
            </a:r>
            <a:r>
              <a:rPr lang="en-US" sz="2400" dirty="0"/>
              <a:t> Only desired Pods will be scheduled on the tainted Nodes.</a:t>
            </a:r>
          </a:p>
          <a:p>
            <a:pPr marL="342900" indent="-342900">
              <a:buFont typeface="Arial" panose="020B0604020202020204" pitchFamily="34" charset="0"/>
              <a:buChar char="•"/>
            </a:pPr>
            <a:endParaRPr lang="en-US" sz="2400" dirty="0"/>
          </a:p>
        </p:txBody>
      </p:sp>
    </p:spTree>
    <p:extLst>
      <p:ext uri="{BB962C8B-B14F-4D97-AF65-F5344CB8AC3E}">
        <p14:creationId xmlns:p14="http://schemas.microsoft.com/office/powerpoint/2010/main" val="23865997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2697-7945-49AF-A643-2E2ED4DF7AA2}"/>
              </a:ext>
            </a:extLst>
          </p:cNvPr>
          <p:cNvSpPr>
            <a:spLocks noGrp="1"/>
          </p:cNvSpPr>
          <p:nvPr>
            <p:ph type="title"/>
          </p:nvPr>
        </p:nvSpPr>
        <p:spPr/>
        <p:txBody>
          <a:bodyPr/>
          <a:lstStyle/>
          <a:p>
            <a:r>
              <a:rPr lang="en-US" dirty="0">
                <a:solidFill>
                  <a:schemeClr val="bg1"/>
                </a:solidFill>
              </a:rPr>
              <a:t>Non-Technical Example</a:t>
            </a:r>
          </a:p>
        </p:txBody>
      </p:sp>
      <p:sp>
        <p:nvSpPr>
          <p:cNvPr id="6" name="Text Placeholder 5">
            <a:extLst>
              <a:ext uri="{FF2B5EF4-FFF2-40B4-BE49-F238E27FC236}">
                <a16:creationId xmlns:a16="http://schemas.microsoft.com/office/drawing/2014/main" id="{B2463BFB-902E-40D2-A182-B9E25FB8496A}"/>
              </a:ext>
            </a:extLst>
          </p:cNvPr>
          <p:cNvSpPr>
            <a:spLocks noGrp="1"/>
          </p:cNvSpPr>
          <p:nvPr>
            <p:ph type="body" sz="quarter" idx="10"/>
          </p:nvPr>
        </p:nvSpPr>
        <p:spPr>
          <a:xfrm>
            <a:off x="248296" y="1664071"/>
            <a:ext cx="7439542" cy="4770537"/>
          </a:xfrm>
        </p:spPr>
        <p:txBody>
          <a:bodyPr/>
          <a:lstStyle/>
          <a:p>
            <a:pPr marL="514350" indent="-514350">
              <a:spcBef>
                <a:spcPts val="600"/>
              </a:spcBef>
              <a:buAutoNum type="arabicPeriod"/>
            </a:pPr>
            <a:r>
              <a:rPr lang="en-US" sz="2000" dirty="0"/>
              <a:t>You and your friends (</a:t>
            </a:r>
            <a:r>
              <a:rPr lang="en-US" sz="2000" b="1" dirty="0"/>
              <a:t>containers in a pod</a:t>
            </a:r>
            <a:r>
              <a:rPr lang="en-US" sz="2000" dirty="0"/>
              <a:t>) want to go out to dinner.</a:t>
            </a:r>
          </a:p>
          <a:p>
            <a:pPr marL="514350" indent="-514350">
              <a:spcBef>
                <a:spcPts val="600"/>
              </a:spcBef>
              <a:buAutoNum type="arabicPeriod"/>
            </a:pPr>
            <a:r>
              <a:rPr lang="en-US" sz="2000" dirty="0"/>
              <a:t>You have 3 restaurants (</a:t>
            </a:r>
            <a:r>
              <a:rPr lang="en-US" sz="2000" b="1" dirty="0"/>
              <a:t>nodes</a:t>
            </a:r>
            <a:r>
              <a:rPr lang="en-US" sz="2000" dirty="0"/>
              <a:t>) to choose from.</a:t>
            </a:r>
          </a:p>
          <a:p>
            <a:pPr marL="514350" indent="-514350">
              <a:spcBef>
                <a:spcPts val="600"/>
              </a:spcBef>
              <a:buAutoNum type="arabicPeriod"/>
            </a:pPr>
            <a:r>
              <a:rPr lang="en-US" sz="2000" dirty="0"/>
              <a:t>One restaurant puts up a sign (</a:t>
            </a:r>
            <a:r>
              <a:rPr lang="en-US" sz="2000" b="1" dirty="0"/>
              <a:t>label</a:t>
            </a:r>
            <a:r>
              <a:rPr lang="en-US" sz="2000" dirty="0"/>
              <a:t>) saying they’re a </a:t>
            </a:r>
            <a:r>
              <a:rPr lang="en-US" sz="2000" i="1" u="sng" dirty="0"/>
              <a:t>Fancy</a:t>
            </a:r>
            <a:r>
              <a:rPr lang="en-US" sz="2000" dirty="0"/>
              <a:t> restaurant.</a:t>
            </a:r>
          </a:p>
          <a:p>
            <a:pPr marL="514350" indent="-514350">
              <a:spcBef>
                <a:spcPts val="600"/>
              </a:spcBef>
              <a:buAutoNum type="arabicPeriod"/>
            </a:pPr>
            <a:r>
              <a:rPr lang="en-US" sz="2000" dirty="0"/>
              <a:t>The Fancy restaurant adds a </a:t>
            </a:r>
            <a:r>
              <a:rPr lang="en-US" sz="2000" i="1" u="sng" dirty="0"/>
              <a:t>dress code</a:t>
            </a:r>
            <a:r>
              <a:rPr lang="en-US" sz="2000" dirty="0"/>
              <a:t> (</a:t>
            </a:r>
            <a:r>
              <a:rPr lang="en-US" sz="2000" b="1" dirty="0"/>
              <a:t>taint</a:t>
            </a:r>
            <a:r>
              <a:rPr lang="en-US" sz="2000" dirty="0"/>
              <a:t>) and does not allow customers inside (</a:t>
            </a:r>
            <a:r>
              <a:rPr lang="en-US" sz="2000" b="1" dirty="0" err="1"/>
              <a:t>NoSchedule</a:t>
            </a:r>
            <a:r>
              <a:rPr lang="en-US" sz="2000" dirty="0"/>
              <a:t>) who are not properly attired.  Most customer decide to go elsewhere.</a:t>
            </a:r>
          </a:p>
          <a:p>
            <a:pPr marL="514350" indent="-514350">
              <a:spcBef>
                <a:spcPts val="600"/>
              </a:spcBef>
              <a:buAutoNum type="arabicPeriod"/>
            </a:pPr>
            <a:r>
              <a:rPr lang="en-US" sz="2000" dirty="0"/>
              <a:t>You and your friends put on nice clothes (</a:t>
            </a:r>
            <a:r>
              <a:rPr lang="en-US" sz="2000" b="1" dirty="0"/>
              <a:t>tolerations</a:t>
            </a:r>
            <a:r>
              <a:rPr lang="en-US" sz="2000" dirty="0"/>
              <a:t>) so you can enter fancy restaurants.  </a:t>
            </a:r>
          </a:p>
          <a:p>
            <a:pPr marL="514350" indent="-514350">
              <a:spcBef>
                <a:spcPts val="600"/>
              </a:spcBef>
              <a:buAutoNum type="arabicPeriod"/>
            </a:pPr>
            <a:r>
              <a:rPr lang="en-US" sz="2000" dirty="0"/>
              <a:t>However, there’s nothing to say that you </a:t>
            </a:r>
            <a:r>
              <a:rPr lang="en-US" sz="2000" u="sng" dirty="0"/>
              <a:t>must</a:t>
            </a:r>
            <a:r>
              <a:rPr lang="en-US" sz="2000" dirty="0"/>
              <a:t> go to a fancy restaurant.  You can go anywhere.</a:t>
            </a:r>
          </a:p>
          <a:p>
            <a:pPr marL="514350" indent="-514350">
              <a:spcBef>
                <a:spcPts val="600"/>
              </a:spcBef>
              <a:buFont typeface="Wingdings" panose="05000000000000000000" pitchFamily="2" charset="2"/>
              <a:buAutoNum type="arabicPeriod"/>
            </a:pPr>
            <a:r>
              <a:rPr lang="en-US" sz="2000" dirty="0"/>
              <a:t>You and your friends want to </a:t>
            </a:r>
            <a:r>
              <a:rPr lang="en-US" sz="2000" i="1" u="sng" dirty="0"/>
              <a:t>only</a:t>
            </a:r>
            <a:r>
              <a:rPr lang="en-US" sz="2000" dirty="0"/>
              <a:t> go to fancy restaurants (</a:t>
            </a:r>
            <a:r>
              <a:rPr lang="en-US" sz="2000" b="1" dirty="0"/>
              <a:t>node selector/affinity</a:t>
            </a:r>
            <a:r>
              <a:rPr lang="en-US" sz="2000" dirty="0"/>
              <a:t>).</a:t>
            </a:r>
          </a:p>
        </p:txBody>
      </p:sp>
      <p:pic>
        <p:nvPicPr>
          <p:cNvPr id="13" name="Picture 12" descr="Graphical user interface, website&#10;&#10;Description automatically generated">
            <a:extLst>
              <a:ext uri="{FF2B5EF4-FFF2-40B4-BE49-F238E27FC236}">
                <a16:creationId xmlns:a16="http://schemas.microsoft.com/office/drawing/2014/main" id="{EE7F44EA-88A4-4F3E-BD82-6D959FADB2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79386" y="5108423"/>
            <a:ext cx="1714932" cy="1172296"/>
          </a:xfrm>
          <a:prstGeom prst="rect">
            <a:avLst/>
          </a:prstGeom>
        </p:spPr>
      </p:pic>
      <p:pic>
        <p:nvPicPr>
          <p:cNvPr id="15" name="Picture 14" descr="A picture containing text, sign&#10;&#10;Description automatically generated">
            <a:extLst>
              <a:ext uri="{FF2B5EF4-FFF2-40B4-BE49-F238E27FC236}">
                <a16:creationId xmlns:a16="http://schemas.microsoft.com/office/drawing/2014/main" id="{6259B82C-5A1E-4FEB-A64A-0EBE2304C20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79386" y="1853052"/>
            <a:ext cx="1721371" cy="1214647"/>
          </a:xfrm>
          <a:prstGeom prst="rect">
            <a:avLst/>
          </a:prstGeom>
        </p:spPr>
      </p:pic>
      <p:pic>
        <p:nvPicPr>
          <p:cNvPr id="17" name="Picture 16" descr="Graphical user interface, application&#10;&#10;Description automatically generated">
            <a:extLst>
              <a:ext uri="{FF2B5EF4-FFF2-40B4-BE49-F238E27FC236}">
                <a16:creationId xmlns:a16="http://schemas.microsoft.com/office/drawing/2014/main" id="{C61FDA81-F704-4DF9-BE59-48E28F3EEFC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79386" y="3478246"/>
            <a:ext cx="1727810" cy="1219630"/>
          </a:xfrm>
          <a:prstGeom prst="rect">
            <a:avLst/>
          </a:prstGeom>
        </p:spPr>
      </p:pic>
      <p:pic>
        <p:nvPicPr>
          <p:cNvPr id="23" name="Picture 22" descr="A picture containing text, clipart&#10;&#10;Description automatically generated">
            <a:extLst>
              <a:ext uri="{FF2B5EF4-FFF2-40B4-BE49-F238E27FC236}">
                <a16:creationId xmlns:a16="http://schemas.microsoft.com/office/drawing/2014/main" id="{ED071C62-5893-46D8-AC3A-04E52F60A34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171314" y="3195662"/>
            <a:ext cx="1007226" cy="470421"/>
          </a:xfrm>
          <a:prstGeom prst="rect">
            <a:avLst/>
          </a:prstGeom>
        </p:spPr>
      </p:pic>
      <p:pic>
        <p:nvPicPr>
          <p:cNvPr id="27" name="Picture 26" descr="A picture containing text, vector graphics&#10;&#10;Description automatically generated">
            <a:extLst>
              <a:ext uri="{FF2B5EF4-FFF2-40B4-BE49-F238E27FC236}">
                <a16:creationId xmlns:a16="http://schemas.microsoft.com/office/drawing/2014/main" id="{F7C0B0CC-2196-47FB-8552-394668E6075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672262" y="3439524"/>
            <a:ext cx="1393258" cy="1219630"/>
          </a:xfrm>
          <a:prstGeom prst="rect">
            <a:avLst/>
          </a:prstGeom>
        </p:spPr>
      </p:pic>
      <p:pic>
        <p:nvPicPr>
          <p:cNvPr id="31" name="Picture 30" descr="Logo&#10;&#10;Description automatically generated">
            <a:extLst>
              <a:ext uri="{FF2B5EF4-FFF2-40B4-BE49-F238E27FC236}">
                <a16:creationId xmlns:a16="http://schemas.microsoft.com/office/drawing/2014/main" id="{0B208E96-8B64-42A7-A4EC-1347E055C4E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234698" y="3278609"/>
            <a:ext cx="849518" cy="470421"/>
          </a:xfrm>
          <a:prstGeom prst="rect">
            <a:avLst/>
          </a:prstGeom>
        </p:spPr>
      </p:pic>
      <p:pic>
        <p:nvPicPr>
          <p:cNvPr id="33" name="Picture 32" descr="A picture containing text, queen&#10;&#10;Description automatically generated">
            <a:extLst>
              <a:ext uri="{FF2B5EF4-FFF2-40B4-BE49-F238E27FC236}">
                <a16:creationId xmlns:a16="http://schemas.microsoft.com/office/drawing/2014/main" id="{809E4CA1-0909-4787-B190-1D4389685CD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687839" y="3478246"/>
            <a:ext cx="1301426" cy="1301426"/>
          </a:xfrm>
          <a:prstGeom prst="rect">
            <a:avLst/>
          </a:prstGeom>
        </p:spPr>
      </p:pic>
      <p:sp>
        <p:nvSpPr>
          <p:cNvPr id="34" name="Arrow: Right 33">
            <a:extLst>
              <a:ext uri="{FF2B5EF4-FFF2-40B4-BE49-F238E27FC236}">
                <a16:creationId xmlns:a16="http://schemas.microsoft.com/office/drawing/2014/main" id="{579625A6-3D38-4EC4-BA29-015150B5D842}"/>
              </a:ext>
            </a:extLst>
          </p:cNvPr>
          <p:cNvSpPr/>
          <p:nvPr/>
        </p:nvSpPr>
        <p:spPr bwMode="auto">
          <a:xfrm rot="19163823">
            <a:off x="9117160" y="2391566"/>
            <a:ext cx="806199" cy="470421"/>
          </a:xfrm>
          <a:prstGeom prst="righ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35" name="Arrow: Right 34">
            <a:extLst>
              <a:ext uri="{FF2B5EF4-FFF2-40B4-BE49-F238E27FC236}">
                <a16:creationId xmlns:a16="http://schemas.microsoft.com/office/drawing/2014/main" id="{DC30CB78-E84C-4E01-AF61-92D96C34F4CD}"/>
              </a:ext>
            </a:extLst>
          </p:cNvPr>
          <p:cNvSpPr/>
          <p:nvPr/>
        </p:nvSpPr>
        <p:spPr bwMode="auto">
          <a:xfrm rot="2316991">
            <a:off x="9126351" y="5289833"/>
            <a:ext cx="746164" cy="470421"/>
          </a:xfrm>
          <a:prstGeom prst="righ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36" name="Arrow: Right 35">
            <a:extLst>
              <a:ext uri="{FF2B5EF4-FFF2-40B4-BE49-F238E27FC236}">
                <a16:creationId xmlns:a16="http://schemas.microsoft.com/office/drawing/2014/main" id="{6BF337C2-A836-4DA3-9703-7C1EF0D64D28}"/>
              </a:ext>
            </a:extLst>
          </p:cNvPr>
          <p:cNvSpPr/>
          <p:nvPr/>
        </p:nvSpPr>
        <p:spPr bwMode="auto">
          <a:xfrm>
            <a:off x="9148021" y="3908461"/>
            <a:ext cx="744476" cy="470421"/>
          </a:xfrm>
          <a:prstGeom prst="righ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19686506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500"/>
                                        <p:tgtEl>
                                          <p:spTgt spid="2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animEffect transition="in" filter="fade">
                                      <p:cBhvr>
                                        <p:cTn id="15" dur="500"/>
                                        <p:tgtEl>
                                          <p:spTgt spid="6">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par>
                                <p:cTn id="19" presetID="10"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6">
                                            <p:txEl>
                                              <p:pRg st="2" end="2"/>
                                            </p:txEl>
                                          </p:spTgt>
                                        </p:tgtEl>
                                        <p:attrNameLst>
                                          <p:attrName>style.visibility</p:attrName>
                                        </p:attrNameLst>
                                      </p:cBhvr>
                                      <p:to>
                                        <p:strVal val="visible"/>
                                      </p:to>
                                    </p:set>
                                    <p:animEffect transition="in" filter="fade">
                                      <p:cBhvr>
                                        <p:cTn id="29" dur="500"/>
                                        <p:tgtEl>
                                          <p:spTgt spid="6">
                                            <p:txEl>
                                              <p:pRg st="2" end="2"/>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
                                            <p:txEl>
                                              <p:pRg st="3" end="3"/>
                                            </p:txEl>
                                          </p:spTgt>
                                        </p:tgtEl>
                                        <p:attrNameLst>
                                          <p:attrName>style.visibility</p:attrName>
                                        </p:attrNameLst>
                                      </p:cBhvr>
                                      <p:to>
                                        <p:strVal val="visible"/>
                                      </p:to>
                                    </p:set>
                                    <p:animEffect transition="in" filter="fade">
                                      <p:cBhvr>
                                        <p:cTn id="37" dur="500"/>
                                        <p:tgtEl>
                                          <p:spTgt spid="6">
                                            <p:txEl>
                                              <p:pRg st="3" end="3"/>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fade">
                                      <p:cBhvr>
                                        <p:cTn id="40" dur="500"/>
                                        <p:tgtEl>
                                          <p:spTgt spid="3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6">
                                            <p:txEl>
                                              <p:pRg st="4" end="4"/>
                                            </p:txEl>
                                          </p:spTgt>
                                        </p:tgtEl>
                                        <p:attrNameLst>
                                          <p:attrName>style.visibility</p:attrName>
                                        </p:attrNameLst>
                                      </p:cBhvr>
                                      <p:to>
                                        <p:strVal val="visible"/>
                                      </p:to>
                                    </p:set>
                                    <p:animEffect transition="in" filter="fade">
                                      <p:cBhvr>
                                        <p:cTn id="45" dur="500"/>
                                        <p:tgtEl>
                                          <p:spTgt spid="6">
                                            <p:txEl>
                                              <p:pRg st="4" end="4"/>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33"/>
                                        </p:tgtEl>
                                        <p:attrNameLst>
                                          <p:attrName>style.visibility</p:attrName>
                                        </p:attrNameLst>
                                      </p:cBhvr>
                                      <p:to>
                                        <p:strVal val="visible"/>
                                      </p:to>
                                    </p:set>
                                    <p:animEffect transition="in" filter="fade">
                                      <p:cBhvr>
                                        <p:cTn id="48" dur="500"/>
                                        <p:tgtEl>
                                          <p:spTgt spid="33"/>
                                        </p:tgtEl>
                                      </p:cBhvr>
                                    </p:animEffect>
                                  </p:childTnLst>
                                </p:cTn>
                              </p:par>
                              <p:par>
                                <p:cTn id="49" presetID="10" presetClass="exit" presetSubtype="0" fill="hold" nodeType="withEffect">
                                  <p:stCondLst>
                                    <p:cond delay="0"/>
                                  </p:stCondLst>
                                  <p:childTnLst>
                                    <p:animEffect transition="out" filter="fade">
                                      <p:cBhvr>
                                        <p:cTn id="50" dur="500"/>
                                        <p:tgtEl>
                                          <p:spTgt spid="27"/>
                                        </p:tgtEl>
                                      </p:cBhvr>
                                    </p:animEffect>
                                    <p:set>
                                      <p:cBhvr>
                                        <p:cTn id="51" dur="1" fill="hold">
                                          <p:stCondLst>
                                            <p:cond delay="499"/>
                                          </p:stCondLst>
                                        </p:cTn>
                                        <p:tgtEl>
                                          <p:spTgt spid="27"/>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6">
                                            <p:txEl>
                                              <p:pRg st="5" end="5"/>
                                            </p:txEl>
                                          </p:spTgt>
                                        </p:tgtEl>
                                        <p:attrNameLst>
                                          <p:attrName>style.visibility</p:attrName>
                                        </p:attrNameLst>
                                      </p:cBhvr>
                                      <p:to>
                                        <p:strVal val="visible"/>
                                      </p:to>
                                    </p:set>
                                    <p:animEffect transition="in" filter="fade">
                                      <p:cBhvr>
                                        <p:cTn id="56" dur="500"/>
                                        <p:tgtEl>
                                          <p:spTgt spid="6">
                                            <p:txEl>
                                              <p:pRg st="5" end="5"/>
                                            </p:txEl>
                                          </p:spTgt>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4"/>
                                        </p:tgtEl>
                                        <p:attrNameLst>
                                          <p:attrName>style.visibility</p:attrName>
                                        </p:attrNameLst>
                                      </p:cBhvr>
                                      <p:to>
                                        <p:strVal val="visible"/>
                                      </p:to>
                                    </p:set>
                                    <p:animEffect transition="in" filter="fade">
                                      <p:cBhvr>
                                        <p:cTn id="59" dur="500"/>
                                        <p:tgtEl>
                                          <p:spTgt spid="3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6"/>
                                        </p:tgtEl>
                                        <p:attrNameLst>
                                          <p:attrName>style.visibility</p:attrName>
                                        </p:attrNameLst>
                                      </p:cBhvr>
                                      <p:to>
                                        <p:strVal val="visible"/>
                                      </p:to>
                                    </p:set>
                                    <p:animEffect transition="in" filter="fade">
                                      <p:cBhvr>
                                        <p:cTn id="62" dur="500"/>
                                        <p:tgtEl>
                                          <p:spTgt spid="36"/>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5"/>
                                        </p:tgtEl>
                                        <p:attrNameLst>
                                          <p:attrName>style.visibility</p:attrName>
                                        </p:attrNameLst>
                                      </p:cBhvr>
                                      <p:to>
                                        <p:strVal val="visible"/>
                                      </p:to>
                                    </p:set>
                                    <p:animEffect transition="in" filter="fade">
                                      <p:cBhvr>
                                        <p:cTn id="65" dur="500"/>
                                        <p:tgtEl>
                                          <p:spTgt spid="35"/>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6">
                                            <p:txEl>
                                              <p:pRg st="6" end="6"/>
                                            </p:txEl>
                                          </p:spTgt>
                                        </p:tgtEl>
                                        <p:attrNameLst>
                                          <p:attrName>style.visibility</p:attrName>
                                        </p:attrNameLst>
                                      </p:cBhvr>
                                      <p:to>
                                        <p:strVal val="visible"/>
                                      </p:to>
                                    </p:set>
                                    <p:animEffect transition="in" filter="fade">
                                      <p:cBhvr>
                                        <p:cTn id="70" dur="500"/>
                                        <p:tgtEl>
                                          <p:spTgt spid="6">
                                            <p:txEl>
                                              <p:pRg st="6" end="6"/>
                                            </p:txEl>
                                          </p:spTgt>
                                        </p:tgtEl>
                                      </p:cBhvr>
                                    </p:animEffect>
                                  </p:childTnLst>
                                </p:cTn>
                              </p:par>
                              <p:par>
                                <p:cTn id="71" presetID="10" presetClass="exit" presetSubtype="0" fill="hold" grpId="1" nodeType="withEffect">
                                  <p:stCondLst>
                                    <p:cond delay="0"/>
                                  </p:stCondLst>
                                  <p:childTnLst>
                                    <p:animEffect transition="out" filter="fade">
                                      <p:cBhvr>
                                        <p:cTn id="72" dur="500"/>
                                        <p:tgtEl>
                                          <p:spTgt spid="34"/>
                                        </p:tgtEl>
                                      </p:cBhvr>
                                    </p:animEffect>
                                    <p:set>
                                      <p:cBhvr>
                                        <p:cTn id="73" dur="1" fill="hold">
                                          <p:stCondLst>
                                            <p:cond delay="499"/>
                                          </p:stCondLst>
                                        </p:cTn>
                                        <p:tgtEl>
                                          <p:spTgt spid="34"/>
                                        </p:tgtEl>
                                        <p:attrNameLst>
                                          <p:attrName>style.visibility</p:attrName>
                                        </p:attrNameLst>
                                      </p:cBhvr>
                                      <p:to>
                                        <p:strVal val="hidden"/>
                                      </p:to>
                                    </p:set>
                                  </p:childTnLst>
                                </p:cTn>
                              </p:par>
                              <p:par>
                                <p:cTn id="74" presetID="10" presetClass="exit" presetSubtype="0" fill="hold" grpId="1" nodeType="withEffect">
                                  <p:stCondLst>
                                    <p:cond delay="0"/>
                                  </p:stCondLst>
                                  <p:childTnLst>
                                    <p:animEffect transition="out" filter="fade">
                                      <p:cBhvr>
                                        <p:cTn id="75" dur="500"/>
                                        <p:tgtEl>
                                          <p:spTgt spid="35"/>
                                        </p:tgtEl>
                                      </p:cBhvr>
                                    </p:animEffect>
                                    <p:set>
                                      <p:cBhvr>
                                        <p:cTn id="76" dur="1" fill="hold">
                                          <p:stCondLst>
                                            <p:cond delay="499"/>
                                          </p:stCondLst>
                                        </p:cTn>
                                        <p:tgtEl>
                                          <p:spTgt spid="35"/>
                                        </p:tgtEl>
                                        <p:attrNameLst>
                                          <p:attrName>style.visibility</p:attrName>
                                        </p:attrNameLst>
                                      </p:cBhvr>
                                      <p:to>
                                        <p:strVal val="hidden"/>
                                      </p:to>
                                    </p:set>
                                  </p:childTnLst>
                                </p:cTn>
                              </p:par>
                              <p:par>
                                <p:cTn id="77" presetID="10" presetClass="exit" presetSubtype="0" fill="hold" nodeType="withEffect">
                                  <p:stCondLst>
                                    <p:cond delay="0"/>
                                  </p:stCondLst>
                                  <p:childTnLst>
                                    <p:animEffect transition="out" filter="fade">
                                      <p:cBhvr>
                                        <p:cTn id="78" dur="500"/>
                                        <p:tgtEl>
                                          <p:spTgt spid="15"/>
                                        </p:tgtEl>
                                      </p:cBhvr>
                                    </p:animEffect>
                                    <p:set>
                                      <p:cBhvr>
                                        <p:cTn id="79" dur="1" fill="hold">
                                          <p:stCondLst>
                                            <p:cond delay="499"/>
                                          </p:stCondLst>
                                        </p:cTn>
                                        <p:tgtEl>
                                          <p:spTgt spid="15"/>
                                        </p:tgtEl>
                                        <p:attrNameLst>
                                          <p:attrName>style.visibility</p:attrName>
                                        </p:attrNameLst>
                                      </p:cBhvr>
                                      <p:to>
                                        <p:strVal val="hidden"/>
                                      </p:to>
                                    </p:set>
                                  </p:childTnLst>
                                </p:cTn>
                              </p:par>
                              <p:par>
                                <p:cTn id="80" presetID="10" presetClass="exit" presetSubtype="0" fill="hold" nodeType="withEffect">
                                  <p:stCondLst>
                                    <p:cond delay="0"/>
                                  </p:stCondLst>
                                  <p:childTnLst>
                                    <p:animEffect transition="out" filter="fade">
                                      <p:cBhvr>
                                        <p:cTn id="81" dur="500"/>
                                        <p:tgtEl>
                                          <p:spTgt spid="13"/>
                                        </p:tgtEl>
                                      </p:cBhvr>
                                    </p:animEffect>
                                    <p:set>
                                      <p:cBhvr>
                                        <p:cTn id="82"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4" grpId="1" animBg="1"/>
      <p:bldP spid="35" grpId="0" animBg="1"/>
      <p:bldP spid="35" grpId="1" animBg="1"/>
      <p:bldP spid="3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73E34-218A-F350-21DD-ADD99D0BBCF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6E9BF16-2ED1-796D-B1EE-BA0E31361821}"/>
              </a:ext>
            </a:extLst>
          </p:cNvPr>
          <p:cNvSpPr>
            <a:spLocks noGrp="1"/>
          </p:cNvSpPr>
          <p:nvPr>
            <p:ph type="ftr" sz="quarter" idx="3"/>
          </p:nvPr>
        </p:nvSpPr>
        <p:spPr/>
        <p:txBody>
          <a:bodyPr anchor="ctr">
            <a:normAutofit/>
          </a:bodyPr>
          <a:lstStyle/>
          <a:p>
            <a:pPr marL="0" marR="0" lvl="0" indent="0" defTabSz="914400" rtl="0" eaLnBrk="1" fontAlgn="auto" latinLnBrk="0" hangingPunct="1">
              <a:spcBef>
                <a:spcPts val="0"/>
              </a:spcBef>
              <a:spcAft>
                <a:spcPts val="600"/>
              </a:spcAft>
              <a:buClrTx/>
              <a:buSzTx/>
              <a:buFontTx/>
              <a:buNone/>
              <a:tabLst/>
              <a:defRPr/>
            </a:pPr>
            <a:r>
              <a:rPr kumimoji="0" lang="en-US" b="0" i="0" u="none" strike="noStrike" kern="1200" cap="none" spc="0" normalizeH="0" baseline="0" noProof="0">
                <a:ln>
                  <a:noFill/>
                </a:ln>
                <a:solidFill>
                  <a:srgbClr val="000000"/>
                </a:solidFill>
                <a:effectLst/>
                <a:uLnTx/>
                <a:uFillTx/>
              </a:rPr>
              <a:t>Microsoft Confidential</a:t>
            </a:r>
          </a:p>
        </p:txBody>
      </p:sp>
      <p:sp>
        <p:nvSpPr>
          <p:cNvPr id="4" name="Slide Number Placeholder 3">
            <a:extLst>
              <a:ext uri="{FF2B5EF4-FFF2-40B4-BE49-F238E27FC236}">
                <a16:creationId xmlns:a16="http://schemas.microsoft.com/office/drawing/2014/main" id="{4369DA18-BA0F-C062-152D-412716142D62}"/>
              </a:ext>
            </a:extLst>
          </p:cNvPr>
          <p:cNvSpPr>
            <a:spLocks noGrp="1"/>
          </p:cNvSpPr>
          <p:nvPr>
            <p:ph type="sldNum" sz="quarter" idx="4"/>
          </p:nvPr>
        </p:nvSpPr>
        <p:spPr/>
        <p:txBody>
          <a:bodyPr wrap="square" anchor="ctr">
            <a:normAutofit/>
          </a:bodyPr>
          <a:lstStyle/>
          <a:p>
            <a:pPr marL="0" marR="0" lvl="0" indent="0" defTabSz="914400" rtl="0" eaLnBrk="1" fontAlgn="auto" latinLnBrk="0" hangingPunct="1">
              <a:spcBef>
                <a:spcPts val="0"/>
              </a:spcBef>
              <a:spcAft>
                <a:spcPts val="600"/>
              </a:spcAft>
              <a:buClrTx/>
              <a:buSzTx/>
              <a:buFontTx/>
              <a:buNone/>
              <a:tabLst/>
              <a:defRPr/>
            </a:pPr>
            <a:fld id="{8F881BB8-5469-4299-99B9-578BE3320A80}" type="slidenum">
              <a:rPr kumimoji="0" lang="en-US" b="0" i="0" u="none" strike="noStrike" kern="1200" cap="none" spc="0" normalizeH="0" baseline="0" noProof="0" smtClean="0">
                <a:ln>
                  <a:noFill/>
                </a:ln>
                <a:solidFill>
                  <a:srgbClr val="000000"/>
                </a:solidFill>
                <a:effectLst/>
                <a:uLnTx/>
                <a:uFillTx/>
              </a:rPr>
              <a:pPr marL="0" marR="0" lvl="0" indent="0" defTabSz="914400" rtl="0" eaLnBrk="1" fontAlgn="auto" latinLnBrk="0" hangingPunct="1">
                <a:spcBef>
                  <a:spcPts val="0"/>
                </a:spcBef>
                <a:spcAft>
                  <a:spcPts val="600"/>
                </a:spcAft>
                <a:buClrTx/>
                <a:buSzTx/>
                <a:buFontTx/>
                <a:buNone/>
                <a:tabLst/>
                <a:defRPr/>
              </a:pPr>
              <a:t>22</a:t>
            </a:fld>
            <a:endParaRPr kumimoji="0" lang="en-US" b="0" i="0" u="none" strike="noStrike" kern="1200" cap="none" spc="0" normalizeH="0" baseline="0" noProof="0">
              <a:ln>
                <a:noFill/>
              </a:ln>
              <a:solidFill>
                <a:srgbClr val="000000"/>
              </a:solidFill>
              <a:effectLst/>
              <a:uLnTx/>
              <a:uFillTx/>
            </a:endParaRPr>
          </a:p>
        </p:txBody>
      </p:sp>
      <p:sp>
        <p:nvSpPr>
          <p:cNvPr id="17" name="Text Placeholder 16">
            <a:extLst>
              <a:ext uri="{FF2B5EF4-FFF2-40B4-BE49-F238E27FC236}">
                <a16:creationId xmlns:a16="http://schemas.microsoft.com/office/drawing/2014/main" id="{E6CF9CD5-3AB2-EB44-E6C7-EF4062661FA9}"/>
              </a:ext>
            </a:extLst>
          </p:cNvPr>
          <p:cNvSpPr>
            <a:spLocks noGrp="1"/>
          </p:cNvSpPr>
          <p:nvPr>
            <p:ph type="body" sz="quarter" idx="39"/>
          </p:nvPr>
        </p:nvSpPr>
        <p:spPr/>
        <p:txBody>
          <a:bodyPr/>
          <a:lstStyle/>
          <a:p>
            <a:r>
              <a:rPr lang="en-US" dirty="0"/>
              <a:t>Demo</a:t>
            </a:r>
          </a:p>
        </p:txBody>
      </p:sp>
      <p:sp>
        <p:nvSpPr>
          <p:cNvPr id="18" name="TextBox 17">
            <a:extLst>
              <a:ext uri="{FF2B5EF4-FFF2-40B4-BE49-F238E27FC236}">
                <a16:creationId xmlns:a16="http://schemas.microsoft.com/office/drawing/2014/main" id="{FC004677-6C9E-F585-6A6C-4E4F80C47E62}"/>
              </a:ext>
            </a:extLst>
          </p:cNvPr>
          <p:cNvSpPr txBox="1"/>
          <p:nvPr/>
        </p:nvSpPr>
        <p:spPr>
          <a:xfrm>
            <a:off x="4845549" y="5063810"/>
            <a:ext cx="6615701" cy="307777"/>
          </a:xfrm>
          <a:prstGeom prst="rect">
            <a:avLst/>
          </a:prstGeom>
          <a:noFill/>
        </p:spPr>
        <p:txBody>
          <a:bodyPr wrap="square" lIns="0" tIns="0" rIns="0" bIns="0" rtlCol="0">
            <a:spAutoFit/>
          </a:bodyPr>
          <a:lstStyle/>
          <a:p>
            <a:pPr marL="342900" indent="-342900" algn="l">
              <a:buFont typeface="Arial" panose="020B0604020202020204" pitchFamily="34" charset="0"/>
              <a:buChar char="•"/>
            </a:pPr>
            <a:r>
              <a:rPr lang="en-US" sz="2000" dirty="0"/>
              <a:t>Taints and tolerations Demo</a:t>
            </a:r>
          </a:p>
        </p:txBody>
      </p:sp>
      <p:sp>
        <p:nvSpPr>
          <p:cNvPr id="7" name="Flowchart: Connector 6">
            <a:extLst>
              <a:ext uri="{FF2B5EF4-FFF2-40B4-BE49-F238E27FC236}">
                <a16:creationId xmlns:a16="http://schemas.microsoft.com/office/drawing/2014/main" id="{78F8EE51-5A4A-2D38-2248-7DB2FAC31BA7}"/>
              </a:ext>
            </a:extLst>
          </p:cNvPr>
          <p:cNvSpPr/>
          <p:nvPr/>
        </p:nvSpPr>
        <p:spPr bwMode="auto">
          <a:xfrm>
            <a:off x="8698992" y="2839753"/>
            <a:ext cx="1411224" cy="1450848"/>
          </a:xfrm>
          <a:prstGeom prst="flowChartConnector">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2000" dirty="0">
                <a:solidFill>
                  <a:srgbClr val="FFFFFF"/>
                </a:solidFill>
                <a:ea typeface="Segoe UI" pitchFamily="34" charset="0"/>
                <a:cs typeface="Segoe UI" pitchFamily="34" charset="0"/>
              </a:rPr>
              <a:t>Node 2</a:t>
            </a:r>
          </a:p>
        </p:txBody>
      </p:sp>
      <p:sp>
        <p:nvSpPr>
          <p:cNvPr id="8" name="Flowchart: Connector 7">
            <a:extLst>
              <a:ext uri="{FF2B5EF4-FFF2-40B4-BE49-F238E27FC236}">
                <a16:creationId xmlns:a16="http://schemas.microsoft.com/office/drawing/2014/main" id="{DDE2636C-D882-0A18-2A73-323B57C79415}"/>
              </a:ext>
            </a:extLst>
          </p:cNvPr>
          <p:cNvSpPr/>
          <p:nvPr/>
        </p:nvSpPr>
        <p:spPr bwMode="auto">
          <a:xfrm>
            <a:off x="5266965" y="2839753"/>
            <a:ext cx="1411224" cy="1450848"/>
          </a:xfrm>
          <a:prstGeom prst="flowChartConnector">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2000" dirty="0">
                <a:solidFill>
                  <a:srgbClr val="FFFFFF"/>
                </a:solidFill>
                <a:ea typeface="Segoe UI" pitchFamily="34" charset="0"/>
                <a:cs typeface="Segoe UI" pitchFamily="34" charset="0"/>
              </a:rPr>
              <a:t>Node 1</a:t>
            </a:r>
          </a:p>
        </p:txBody>
      </p:sp>
      <p:sp>
        <p:nvSpPr>
          <p:cNvPr id="9" name="Pentagon 8">
            <a:extLst>
              <a:ext uri="{FF2B5EF4-FFF2-40B4-BE49-F238E27FC236}">
                <a16:creationId xmlns:a16="http://schemas.microsoft.com/office/drawing/2014/main" id="{5C3B3E53-9901-DA85-DEB5-5C8B39231D51}"/>
              </a:ext>
            </a:extLst>
          </p:cNvPr>
          <p:cNvSpPr/>
          <p:nvPr/>
        </p:nvSpPr>
        <p:spPr bwMode="auto">
          <a:xfrm>
            <a:off x="7046976" y="474238"/>
            <a:ext cx="1365504" cy="1319952"/>
          </a:xfrm>
          <a:prstGeom prst="pentago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dirty="0">
                <a:solidFill>
                  <a:srgbClr val="FFFFFF"/>
                </a:solidFill>
                <a:ea typeface="Segoe UI" pitchFamily="34" charset="0"/>
                <a:cs typeface="Segoe UI" pitchFamily="34" charset="0"/>
              </a:rPr>
              <a:t>New Pod</a:t>
            </a:r>
          </a:p>
        </p:txBody>
      </p:sp>
      <p:cxnSp>
        <p:nvCxnSpPr>
          <p:cNvPr id="13" name="Connector: Elbow 12">
            <a:extLst>
              <a:ext uri="{FF2B5EF4-FFF2-40B4-BE49-F238E27FC236}">
                <a16:creationId xmlns:a16="http://schemas.microsoft.com/office/drawing/2014/main" id="{1F693A55-9305-BA46-764A-16FB8D850FF4}"/>
              </a:ext>
            </a:extLst>
          </p:cNvPr>
          <p:cNvCxnSpPr>
            <a:stCxn id="9" idx="1"/>
            <a:endCxn id="8" idx="0"/>
          </p:cNvCxnSpPr>
          <p:nvPr/>
        </p:nvCxnSpPr>
        <p:spPr>
          <a:xfrm rot="10800000" flipV="1">
            <a:off x="5972577" y="978413"/>
            <a:ext cx="1074400" cy="1861339"/>
          </a:xfrm>
          <a:prstGeom prst="bentConnector2">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2CFEC1ED-01B2-1EBC-847D-DDE3C68186BC}"/>
              </a:ext>
            </a:extLst>
          </p:cNvPr>
          <p:cNvCxnSpPr>
            <a:stCxn id="9" idx="5"/>
            <a:endCxn id="7" idx="0"/>
          </p:cNvCxnSpPr>
          <p:nvPr/>
        </p:nvCxnSpPr>
        <p:spPr>
          <a:xfrm>
            <a:off x="8412479" y="978414"/>
            <a:ext cx="992125" cy="1861339"/>
          </a:xfrm>
          <a:prstGeom prst="bentConnector2">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90A72684-041B-C449-7509-493FBE6B6D0B}"/>
              </a:ext>
            </a:extLst>
          </p:cNvPr>
          <p:cNvSpPr txBox="1"/>
          <p:nvPr/>
        </p:nvSpPr>
        <p:spPr>
          <a:xfrm>
            <a:off x="4038600" y="3121224"/>
            <a:ext cx="859577" cy="923330"/>
          </a:xfrm>
          <a:prstGeom prst="rect">
            <a:avLst/>
          </a:prstGeom>
          <a:noFill/>
        </p:spPr>
        <p:txBody>
          <a:bodyPr wrap="square" lIns="0" tIns="0" rIns="0" bIns="0" rtlCol="0">
            <a:spAutoFit/>
          </a:bodyPr>
          <a:lstStyle/>
          <a:p>
            <a:pPr algn="l"/>
            <a:r>
              <a:rPr lang="en-US" sz="2000" dirty="0"/>
              <a:t>Tainted GPU node</a:t>
            </a:r>
          </a:p>
        </p:txBody>
      </p:sp>
      <p:sp>
        <p:nvSpPr>
          <p:cNvPr id="19" name="TextBox 18">
            <a:extLst>
              <a:ext uri="{FF2B5EF4-FFF2-40B4-BE49-F238E27FC236}">
                <a16:creationId xmlns:a16="http://schemas.microsoft.com/office/drawing/2014/main" id="{0290CF8E-4A42-5AD2-1A43-54C328A624F4}"/>
              </a:ext>
            </a:extLst>
          </p:cNvPr>
          <p:cNvSpPr txBox="1"/>
          <p:nvPr/>
        </p:nvSpPr>
        <p:spPr>
          <a:xfrm>
            <a:off x="10396729" y="3127392"/>
            <a:ext cx="1300543" cy="615553"/>
          </a:xfrm>
          <a:prstGeom prst="rect">
            <a:avLst/>
          </a:prstGeom>
          <a:noFill/>
        </p:spPr>
        <p:txBody>
          <a:bodyPr wrap="square" lIns="0" tIns="0" rIns="0" bIns="0" rtlCol="0">
            <a:spAutoFit/>
          </a:bodyPr>
          <a:lstStyle/>
          <a:p>
            <a:pPr algn="l"/>
            <a:r>
              <a:rPr lang="en-US" sz="2000" dirty="0"/>
              <a:t>Untainted node</a:t>
            </a:r>
          </a:p>
        </p:txBody>
      </p:sp>
    </p:spTree>
    <p:extLst>
      <p:ext uri="{BB962C8B-B14F-4D97-AF65-F5344CB8AC3E}">
        <p14:creationId xmlns:p14="http://schemas.microsoft.com/office/powerpoint/2010/main" val="354235228"/>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2697-7945-49AF-A643-2E2ED4DF7AA2}"/>
              </a:ext>
            </a:extLst>
          </p:cNvPr>
          <p:cNvSpPr>
            <a:spLocks noGrp="1"/>
          </p:cNvSpPr>
          <p:nvPr>
            <p:ph type="title"/>
          </p:nvPr>
        </p:nvSpPr>
        <p:spPr/>
        <p:txBody>
          <a:bodyPr/>
          <a:lstStyle/>
          <a:p>
            <a:r>
              <a:rPr lang="en-US" dirty="0">
                <a:solidFill>
                  <a:schemeClr val="bg1"/>
                </a:solidFill>
              </a:rPr>
              <a:t>Node Affinity</a:t>
            </a:r>
          </a:p>
        </p:txBody>
      </p:sp>
      <p:sp>
        <p:nvSpPr>
          <p:cNvPr id="3" name="Content Placeholder 2">
            <a:extLst>
              <a:ext uri="{FF2B5EF4-FFF2-40B4-BE49-F238E27FC236}">
                <a16:creationId xmlns:a16="http://schemas.microsoft.com/office/drawing/2014/main" id="{AE740AC0-F07E-4783-A13B-7EC82933B9B6}"/>
              </a:ext>
            </a:extLst>
          </p:cNvPr>
          <p:cNvSpPr>
            <a:spLocks noGrp="1"/>
          </p:cNvSpPr>
          <p:nvPr>
            <p:ph sz="quarter" idx="10"/>
          </p:nvPr>
        </p:nvSpPr>
        <p:spPr>
          <a:xfrm>
            <a:off x="584200" y="1844675"/>
            <a:ext cx="6194972" cy="3625608"/>
          </a:xfrm>
        </p:spPr>
        <p:txBody>
          <a:bodyPr/>
          <a:lstStyle/>
          <a:p>
            <a:pPr marL="342900" indent="-342900">
              <a:buFont typeface="Arial" panose="020B0604020202020204" pitchFamily="34" charset="0"/>
              <a:buChar char="•"/>
            </a:pPr>
            <a:r>
              <a:rPr lang="en-US" sz="2400" dirty="0"/>
              <a:t>The affinity/anti-affinity language is more expressive. The language offers more matching rules besides exact matches created with a logical AND operation</a:t>
            </a:r>
          </a:p>
          <a:p>
            <a:pPr marL="342900" indent="-342900">
              <a:buFont typeface="Arial" panose="020B0604020202020204" pitchFamily="34" charset="0"/>
              <a:buChar char="•"/>
            </a:pPr>
            <a:r>
              <a:rPr lang="en-US" sz="2400" dirty="0"/>
              <a:t>Can indicate that the rule is soft "preference" rather than a hard requirement, so if the scheduler can't satisfy it, the Pod will still be scheduled.</a:t>
            </a:r>
          </a:p>
          <a:p>
            <a:pPr marL="342900" indent="-342900">
              <a:buFont typeface="Arial" panose="020B0604020202020204" pitchFamily="34" charset="0"/>
              <a:buChar char="•"/>
            </a:pPr>
            <a:r>
              <a:rPr lang="en-US" sz="2400" dirty="0"/>
              <a:t>Use </a:t>
            </a:r>
            <a:r>
              <a:rPr lang="en-US" sz="2400" b="1" i="1" dirty="0"/>
              <a:t>weight</a:t>
            </a:r>
            <a:r>
              <a:rPr lang="en-US" sz="2400" dirty="0"/>
              <a:t> to set preference order.</a:t>
            </a:r>
          </a:p>
        </p:txBody>
      </p:sp>
      <p:pic>
        <p:nvPicPr>
          <p:cNvPr id="4" name="Picture 3" descr="Text&#10;&#10;Description automatically generated">
            <a:extLst>
              <a:ext uri="{FF2B5EF4-FFF2-40B4-BE49-F238E27FC236}">
                <a16:creationId xmlns:a16="http://schemas.microsoft.com/office/drawing/2014/main" id="{67BCD4F7-A30D-4225-B8D5-4214311720A9}"/>
              </a:ext>
            </a:extLst>
          </p:cNvPr>
          <p:cNvPicPr>
            <a:picLocks noChangeAspect="1"/>
          </p:cNvPicPr>
          <p:nvPr/>
        </p:nvPicPr>
        <p:blipFill>
          <a:blip r:embed="rId2"/>
          <a:stretch>
            <a:fillRect/>
          </a:stretch>
        </p:blipFill>
        <p:spPr>
          <a:xfrm>
            <a:off x="7035280" y="1706031"/>
            <a:ext cx="4924085" cy="4930784"/>
          </a:xfrm>
          <a:prstGeom prst="rect">
            <a:avLst/>
          </a:prstGeom>
        </p:spPr>
      </p:pic>
    </p:spTree>
    <p:extLst>
      <p:ext uri="{BB962C8B-B14F-4D97-AF65-F5344CB8AC3E}">
        <p14:creationId xmlns:p14="http://schemas.microsoft.com/office/powerpoint/2010/main" val="5492850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2697-7945-49AF-A643-2E2ED4DF7AA2}"/>
              </a:ext>
            </a:extLst>
          </p:cNvPr>
          <p:cNvSpPr>
            <a:spLocks noGrp="1"/>
          </p:cNvSpPr>
          <p:nvPr>
            <p:ph type="title"/>
          </p:nvPr>
        </p:nvSpPr>
        <p:spPr/>
        <p:txBody>
          <a:bodyPr/>
          <a:lstStyle/>
          <a:p>
            <a:r>
              <a:rPr lang="en-US" dirty="0">
                <a:solidFill>
                  <a:schemeClr val="bg1"/>
                </a:solidFill>
              </a:rPr>
              <a:t>Pod Affinity and Anti-Affinity</a:t>
            </a:r>
          </a:p>
        </p:txBody>
      </p:sp>
      <p:sp>
        <p:nvSpPr>
          <p:cNvPr id="3" name="Content Placeholder 2">
            <a:extLst>
              <a:ext uri="{FF2B5EF4-FFF2-40B4-BE49-F238E27FC236}">
                <a16:creationId xmlns:a16="http://schemas.microsoft.com/office/drawing/2014/main" id="{AE740AC0-F07E-4783-A13B-7EC82933B9B6}"/>
              </a:ext>
            </a:extLst>
          </p:cNvPr>
          <p:cNvSpPr>
            <a:spLocks noGrp="1"/>
          </p:cNvSpPr>
          <p:nvPr>
            <p:ph sz="quarter" idx="10"/>
          </p:nvPr>
        </p:nvSpPr>
        <p:spPr>
          <a:xfrm>
            <a:off x="584200" y="1844675"/>
            <a:ext cx="11018838" cy="2299091"/>
          </a:xfrm>
        </p:spPr>
        <p:txBody>
          <a:bodyPr/>
          <a:lstStyle/>
          <a:p>
            <a:pPr marL="342900" indent="-342900">
              <a:buFont typeface="Arial" panose="020B0604020202020204" pitchFamily="34" charset="0"/>
              <a:buChar char="•"/>
            </a:pPr>
            <a:r>
              <a:rPr lang="en-US" sz="2400" dirty="0"/>
              <a:t>Uses Labels Selectors that match labels on other Pods</a:t>
            </a:r>
          </a:p>
          <a:p>
            <a:pPr marL="342900" indent="-342900">
              <a:buFont typeface="Arial" panose="020B0604020202020204" pitchFamily="34" charset="0"/>
              <a:buChar char="•"/>
            </a:pPr>
            <a:r>
              <a:rPr lang="en-US" sz="2400" dirty="0"/>
              <a:t>Not recommend on large clusters (over several hundred Nodes)</a:t>
            </a:r>
          </a:p>
          <a:p>
            <a:pPr marL="342900" indent="-342900">
              <a:buFont typeface="Arial" panose="020B0604020202020204" pitchFamily="34" charset="0"/>
              <a:buChar char="•"/>
            </a:pPr>
            <a:r>
              <a:rPr lang="en-US" sz="2400" dirty="0"/>
              <a:t>Requires nodes to be consistently labeled using </a:t>
            </a:r>
            <a:r>
              <a:rPr lang="en-US" sz="2400" i="1" dirty="0">
                <a:hlinkClick r:id="rId2"/>
              </a:rPr>
              <a:t>Well-Known Labels</a:t>
            </a:r>
            <a:r>
              <a:rPr lang="en-US" sz="2400" dirty="0"/>
              <a:t> of a  </a:t>
            </a:r>
            <a:r>
              <a:rPr lang="en-US" sz="2400" i="1" u="sng" dirty="0" err="1"/>
              <a:t>topologyKey</a:t>
            </a:r>
            <a:r>
              <a:rPr lang="en-US" sz="2400" dirty="0"/>
              <a:t>.</a:t>
            </a:r>
          </a:p>
          <a:p>
            <a:pPr marL="342900" indent="-342900">
              <a:buFont typeface="Arial" panose="020B0604020202020204" pitchFamily="34" charset="0"/>
              <a:buChar char="•"/>
            </a:pPr>
            <a:endParaRPr lang="en-US" sz="2400" dirty="0"/>
          </a:p>
        </p:txBody>
      </p:sp>
      <p:pic>
        <p:nvPicPr>
          <p:cNvPr id="5" name="Picture 4" descr="Text&#10;&#10;Description automatically generated">
            <a:extLst>
              <a:ext uri="{FF2B5EF4-FFF2-40B4-BE49-F238E27FC236}">
                <a16:creationId xmlns:a16="http://schemas.microsoft.com/office/drawing/2014/main" id="{0B49D8B7-24F4-4618-AB1C-F292F59E3ACC}"/>
              </a:ext>
            </a:extLst>
          </p:cNvPr>
          <p:cNvPicPr>
            <a:picLocks noChangeAspect="1"/>
          </p:cNvPicPr>
          <p:nvPr/>
        </p:nvPicPr>
        <p:blipFill>
          <a:blip r:embed="rId3"/>
          <a:stretch>
            <a:fillRect/>
          </a:stretch>
        </p:blipFill>
        <p:spPr>
          <a:xfrm>
            <a:off x="7114937" y="4244877"/>
            <a:ext cx="4810796" cy="2324424"/>
          </a:xfrm>
          <a:prstGeom prst="rect">
            <a:avLst/>
          </a:prstGeom>
        </p:spPr>
      </p:pic>
    </p:spTree>
    <p:extLst>
      <p:ext uri="{BB962C8B-B14F-4D97-AF65-F5344CB8AC3E}">
        <p14:creationId xmlns:p14="http://schemas.microsoft.com/office/powerpoint/2010/main" val="22673156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2697-7945-49AF-A643-2E2ED4DF7AA2}"/>
              </a:ext>
            </a:extLst>
          </p:cNvPr>
          <p:cNvSpPr>
            <a:spLocks noGrp="1"/>
          </p:cNvSpPr>
          <p:nvPr>
            <p:ph type="title"/>
          </p:nvPr>
        </p:nvSpPr>
        <p:spPr/>
        <p:txBody>
          <a:bodyPr/>
          <a:lstStyle/>
          <a:p>
            <a:r>
              <a:rPr lang="en-US" dirty="0">
                <a:solidFill>
                  <a:schemeClr val="bg1"/>
                </a:solidFill>
              </a:rPr>
              <a:t>Actions for Affinity</a:t>
            </a:r>
          </a:p>
        </p:txBody>
      </p:sp>
      <p:sp>
        <p:nvSpPr>
          <p:cNvPr id="3" name="Content Placeholder 2">
            <a:extLst>
              <a:ext uri="{FF2B5EF4-FFF2-40B4-BE49-F238E27FC236}">
                <a16:creationId xmlns:a16="http://schemas.microsoft.com/office/drawing/2014/main" id="{AE740AC0-F07E-4783-A13B-7EC82933B9B6}"/>
              </a:ext>
            </a:extLst>
          </p:cNvPr>
          <p:cNvSpPr>
            <a:spLocks noGrp="1"/>
          </p:cNvSpPr>
          <p:nvPr>
            <p:ph sz="quarter" idx="10"/>
          </p:nvPr>
        </p:nvSpPr>
        <p:spPr>
          <a:xfrm>
            <a:off x="584200" y="1844675"/>
            <a:ext cx="6451080" cy="3105466"/>
          </a:xfrm>
        </p:spPr>
        <p:txBody>
          <a:bodyPr/>
          <a:lstStyle/>
          <a:p>
            <a:pPr marL="342900" indent="-342900">
              <a:buFont typeface="Arial" panose="020B0604020202020204" pitchFamily="34" charset="0"/>
              <a:buChar char="•"/>
            </a:pPr>
            <a:r>
              <a:rPr lang="en-US" sz="2400" b="1" u="sng" dirty="0"/>
              <a:t>Required During Scheduling Ignored During Execution</a:t>
            </a:r>
            <a:r>
              <a:rPr lang="en-US" sz="2400" dirty="0"/>
              <a:t> – Will not schedule new non-matching Pods but will leave existing Pods running.</a:t>
            </a:r>
          </a:p>
          <a:p>
            <a:pPr marL="342900" indent="-342900">
              <a:buFont typeface="Arial" panose="020B0604020202020204" pitchFamily="34" charset="0"/>
              <a:buChar char="•"/>
            </a:pPr>
            <a:r>
              <a:rPr lang="en-US" sz="2400" b="1" u="sng" dirty="0"/>
              <a:t>Preferred During Scheduling Ignored During Execution</a:t>
            </a:r>
            <a:r>
              <a:rPr lang="en-US" sz="2400" dirty="0"/>
              <a:t> – Will schedule new non-matching Pods if there’s no room anywhere else.  Use </a:t>
            </a:r>
            <a:r>
              <a:rPr lang="en-US" sz="2400" b="1" i="1" dirty="0"/>
              <a:t>weight</a:t>
            </a:r>
            <a:r>
              <a:rPr lang="en-US" sz="2400" dirty="0"/>
              <a:t> to set preference order.</a:t>
            </a:r>
          </a:p>
        </p:txBody>
      </p:sp>
      <p:pic>
        <p:nvPicPr>
          <p:cNvPr id="8" name="Picture 7" descr="Text&#10;&#10;Description automatically generated">
            <a:extLst>
              <a:ext uri="{FF2B5EF4-FFF2-40B4-BE49-F238E27FC236}">
                <a16:creationId xmlns:a16="http://schemas.microsoft.com/office/drawing/2014/main" id="{A471BBB4-6E80-4C48-8296-DA384647C919}"/>
              </a:ext>
            </a:extLst>
          </p:cNvPr>
          <p:cNvPicPr>
            <a:picLocks noChangeAspect="1"/>
          </p:cNvPicPr>
          <p:nvPr/>
        </p:nvPicPr>
        <p:blipFill>
          <a:blip r:embed="rId2"/>
          <a:stretch>
            <a:fillRect/>
          </a:stretch>
        </p:blipFill>
        <p:spPr>
          <a:xfrm>
            <a:off x="7035280" y="1844675"/>
            <a:ext cx="4906060" cy="2800741"/>
          </a:xfrm>
          <a:prstGeom prst="rect">
            <a:avLst/>
          </a:prstGeom>
        </p:spPr>
      </p:pic>
      <p:sp>
        <p:nvSpPr>
          <p:cNvPr id="9" name="Content Placeholder 2">
            <a:extLst>
              <a:ext uri="{FF2B5EF4-FFF2-40B4-BE49-F238E27FC236}">
                <a16:creationId xmlns:a16="http://schemas.microsoft.com/office/drawing/2014/main" id="{17204B73-94F5-46BA-8582-8F1D5BB0EA13}"/>
              </a:ext>
            </a:extLst>
          </p:cNvPr>
          <p:cNvSpPr txBox="1">
            <a:spLocks/>
          </p:cNvSpPr>
          <p:nvPr/>
        </p:nvSpPr>
        <p:spPr>
          <a:xfrm>
            <a:off x="584200" y="5093016"/>
            <a:ext cx="11357140" cy="738664"/>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60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60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indent="-342900">
              <a:buFont typeface="Arial" panose="020B0604020202020204" pitchFamily="34" charset="0"/>
              <a:buChar char="•"/>
            </a:pPr>
            <a:r>
              <a:rPr lang="en-US" sz="2400" b="1" u="sng"/>
              <a:t>Required </a:t>
            </a:r>
            <a:r>
              <a:rPr lang="en-US" sz="2400" b="1" u="sng" dirty="0"/>
              <a:t>During Scheduling Required During Execution</a:t>
            </a:r>
            <a:r>
              <a:rPr lang="en-US" sz="2400" dirty="0"/>
              <a:t> – Will evict non-matching Pods.</a:t>
            </a:r>
          </a:p>
        </p:txBody>
      </p:sp>
    </p:spTree>
    <p:extLst>
      <p:ext uri="{BB962C8B-B14F-4D97-AF65-F5344CB8AC3E}">
        <p14:creationId xmlns:p14="http://schemas.microsoft.com/office/powerpoint/2010/main" val="16507342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fade">
                                      <p:cBhvr>
                                        <p:cTn id="12"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C0090-A1E4-2F6F-BF62-E790798A692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D909185-8E30-55A9-7870-B4B9AA05F15F}"/>
              </a:ext>
            </a:extLst>
          </p:cNvPr>
          <p:cNvSpPr>
            <a:spLocks noGrp="1"/>
          </p:cNvSpPr>
          <p:nvPr>
            <p:ph type="ftr" sz="quarter" idx="3"/>
          </p:nvPr>
        </p:nvSpPr>
        <p:spPr/>
        <p:txBody>
          <a:bodyPr anchor="ctr">
            <a:normAutofit/>
          </a:bodyPr>
          <a:lstStyle/>
          <a:p>
            <a:pPr marL="0" marR="0" lvl="0" indent="0" defTabSz="914400" rtl="0" eaLnBrk="1" fontAlgn="auto" latinLnBrk="0" hangingPunct="1">
              <a:spcBef>
                <a:spcPts val="0"/>
              </a:spcBef>
              <a:spcAft>
                <a:spcPts val="600"/>
              </a:spcAft>
              <a:buClrTx/>
              <a:buSzTx/>
              <a:buFontTx/>
              <a:buNone/>
              <a:tabLst/>
              <a:defRPr/>
            </a:pPr>
            <a:r>
              <a:rPr kumimoji="0" lang="en-US" b="0" i="0" u="none" strike="noStrike" kern="1200" cap="none" spc="0" normalizeH="0" baseline="0" noProof="0">
                <a:ln>
                  <a:noFill/>
                </a:ln>
                <a:solidFill>
                  <a:srgbClr val="000000"/>
                </a:solidFill>
                <a:effectLst/>
                <a:uLnTx/>
                <a:uFillTx/>
              </a:rPr>
              <a:t>Microsoft Confidential</a:t>
            </a:r>
          </a:p>
        </p:txBody>
      </p:sp>
      <p:sp>
        <p:nvSpPr>
          <p:cNvPr id="4" name="Slide Number Placeholder 3">
            <a:extLst>
              <a:ext uri="{FF2B5EF4-FFF2-40B4-BE49-F238E27FC236}">
                <a16:creationId xmlns:a16="http://schemas.microsoft.com/office/drawing/2014/main" id="{7A54BECB-04ED-D1E6-FC7B-38992A3BDF45}"/>
              </a:ext>
            </a:extLst>
          </p:cNvPr>
          <p:cNvSpPr>
            <a:spLocks noGrp="1"/>
          </p:cNvSpPr>
          <p:nvPr>
            <p:ph type="sldNum" sz="quarter" idx="4"/>
          </p:nvPr>
        </p:nvSpPr>
        <p:spPr/>
        <p:txBody>
          <a:bodyPr wrap="square" anchor="ctr">
            <a:normAutofit/>
          </a:bodyPr>
          <a:lstStyle/>
          <a:p>
            <a:pPr marL="0" marR="0" lvl="0" indent="0" defTabSz="914400" rtl="0" eaLnBrk="1" fontAlgn="auto" latinLnBrk="0" hangingPunct="1">
              <a:spcBef>
                <a:spcPts val="0"/>
              </a:spcBef>
              <a:spcAft>
                <a:spcPts val="600"/>
              </a:spcAft>
              <a:buClrTx/>
              <a:buSzTx/>
              <a:buFontTx/>
              <a:buNone/>
              <a:tabLst/>
              <a:defRPr/>
            </a:pPr>
            <a:fld id="{8F881BB8-5469-4299-99B9-578BE3320A80}" type="slidenum">
              <a:rPr kumimoji="0" lang="en-US" b="0" i="0" u="none" strike="noStrike" kern="1200" cap="none" spc="0" normalizeH="0" baseline="0" noProof="0" smtClean="0">
                <a:ln>
                  <a:noFill/>
                </a:ln>
                <a:solidFill>
                  <a:srgbClr val="000000"/>
                </a:solidFill>
                <a:effectLst/>
                <a:uLnTx/>
                <a:uFillTx/>
              </a:rPr>
              <a:pPr marL="0" marR="0" lvl="0" indent="0" defTabSz="914400" rtl="0" eaLnBrk="1" fontAlgn="auto" latinLnBrk="0" hangingPunct="1">
                <a:spcBef>
                  <a:spcPts val="0"/>
                </a:spcBef>
                <a:spcAft>
                  <a:spcPts val="600"/>
                </a:spcAft>
                <a:buClrTx/>
                <a:buSzTx/>
                <a:buFontTx/>
                <a:buNone/>
                <a:tabLst/>
                <a:defRPr/>
              </a:pPr>
              <a:t>26</a:t>
            </a:fld>
            <a:endParaRPr kumimoji="0" lang="en-US" b="0" i="0" u="none" strike="noStrike" kern="1200" cap="none" spc="0" normalizeH="0" baseline="0" noProof="0">
              <a:ln>
                <a:noFill/>
              </a:ln>
              <a:solidFill>
                <a:srgbClr val="000000"/>
              </a:solidFill>
              <a:effectLst/>
              <a:uLnTx/>
              <a:uFillTx/>
            </a:endParaRPr>
          </a:p>
        </p:txBody>
      </p:sp>
      <p:sp>
        <p:nvSpPr>
          <p:cNvPr id="17" name="Text Placeholder 16">
            <a:extLst>
              <a:ext uri="{FF2B5EF4-FFF2-40B4-BE49-F238E27FC236}">
                <a16:creationId xmlns:a16="http://schemas.microsoft.com/office/drawing/2014/main" id="{1E62C61F-51B7-E25C-7059-33EBC439552D}"/>
              </a:ext>
            </a:extLst>
          </p:cNvPr>
          <p:cNvSpPr>
            <a:spLocks noGrp="1"/>
          </p:cNvSpPr>
          <p:nvPr>
            <p:ph type="body" sz="quarter" idx="39"/>
          </p:nvPr>
        </p:nvSpPr>
        <p:spPr/>
        <p:txBody>
          <a:bodyPr/>
          <a:lstStyle/>
          <a:p>
            <a:r>
              <a:rPr lang="en-US" dirty="0"/>
              <a:t>Demo</a:t>
            </a:r>
          </a:p>
        </p:txBody>
      </p:sp>
      <p:sp>
        <p:nvSpPr>
          <p:cNvPr id="18" name="TextBox 17">
            <a:extLst>
              <a:ext uri="{FF2B5EF4-FFF2-40B4-BE49-F238E27FC236}">
                <a16:creationId xmlns:a16="http://schemas.microsoft.com/office/drawing/2014/main" id="{8C44578F-E69C-B724-2DE0-6C604DFB2FE3}"/>
              </a:ext>
            </a:extLst>
          </p:cNvPr>
          <p:cNvSpPr txBox="1"/>
          <p:nvPr/>
        </p:nvSpPr>
        <p:spPr>
          <a:xfrm>
            <a:off x="4845549" y="5063810"/>
            <a:ext cx="6615701" cy="307777"/>
          </a:xfrm>
          <a:prstGeom prst="rect">
            <a:avLst/>
          </a:prstGeom>
          <a:noFill/>
        </p:spPr>
        <p:txBody>
          <a:bodyPr wrap="square" lIns="0" tIns="0" rIns="0" bIns="0" rtlCol="0">
            <a:spAutoFit/>
          </a:bodyPr>
          <a:lstStyle/>
          <a:p>
            <a:pPr marL="342900" indent="-342900" algn="l">
              <a:buFont typeface="Arial" panose="020B0604020202020204" pitchFamily="34" charset="0"/>
              <a:buChar char="•"/>
            </a:pPr>
            <a:r>
              <a:rPr lang="en-US" sz="2000" dirty="0"/>
              <a:t>Node and pod affinity demo</a:t>
            </a:r>
          </a:p>
        </p:txBody>
      </p:sp>
      <p:pic>
        <p:nvPicPr>
          <p:cNvPr id="2" name="Picture 1" descr="A picture containing text, sign, stop, outdoor&#10;&#10;Description automatically generated">
            <a:extLst>
              <a:ext uri="{FF2B5EF4-FFF2-40B4-BE49-F238E27FC236}">
                <a16:creationId xmlns:a16="http://schemas.microsoft.com/office/drawing/2014/main" id="{5CBC4FFA-9294-4259-05C9-D758DB80EB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69685" y="1319981"/>
            <a:ext cx="2993237" cy="2841971"/>
          </a:xfrm>
          <a:prstGeom prst="rect">
            <a:avLst/>
          </a:prstGeom>
        </p:spPr>
      </p:pic>
    </p:spTree>
    <p:extLst>
      <p:ext uri="{BB962C8B-B14F-4D97-AF65-F5344CB8AC3E}">
        <p14:creationId xmlns:p14="http://schemas.microsoft.com/office/powerpoint/2010/main" val="1013743912"/>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2697-7945-49AF-A643-2E2ED4DF7AA2}"/>
              </a:ext>
            </a:extLst>
          </p:cNvPr>
          <p:cNvSpPr>
            <a:spLocks noGrp="1"/>
          </p:cNvSpPr>
          <p:nvPr>
            <p:ph type="title"/>
          </p:nvPr>
        </p:nvSpPr>
        <p:spPr/>
        <p:txBody>
          <a:bodyPr/>
          <a:lstStyle/>
          <a:p>
            <a:r>
              <a:rPr lang="en-US" dirty="0"/>
              <a:t>Pod Disruption Budget (PDB)</a:t>
            </a:r>
          </a:p>
        </p:txBody>
      </p:sp>
      <p:sp>
        <p:nvSpPr>
          <p:cNvPr id="3" name="Content Placeholder 2">
            <a:extLst>
              <a:ext uri="{FF2B5EF4-FFF2-40B4-BE49-F238E27FC236}">
                <a16:creationId xmlns:a16="http://schemas.microsoft.com/office/drawing/2014/main" id="{AE740AC0-F07E-4783-A13B-7EC82933B9B6}"/>
              </a:ext>
            </a:extLst>
          </p:cNvPr>
          <p:cNvSpPr>
            <a:spLocks noGrp="1"/>
          </p:cNvSpPr>
          <p:nvPr>
            <p:ph sz="quarter" idx="10"/>
          </p:nvPr>
        </p:nvSpPr>
        <p:spPr>
          <a:xfrm>
            <a:off x="600229" y="1644921"/>
            <a:ext cx="11018838" cy="3037755"/>
          </a:xfrm>
        </p:spPr>
        <p:txBody>
          <a:bodyPr/>
          <a:lstStyle/>
          <a:p>
            <a:pPr marL="342900" indent="-342900">
              <a:buFont typeface="Arial" panose="020B0604020202020204" pitchFamily="34" charset="0"/>
              <a:buChar char="•"/>
            </a:pPr>
            <a:r>
              <a:rPr lang="en-US" sz="2400" dirty="0"/>
              <a:t>Kubernetes offers features to help you run highly available applications even when you introduce frequent </a:t>
            </a:r>
            <a:r>
              <a:rPr lang="en-US" sz="2400" i="1" dirty="0"/>
              <a:t>voluntary disruptions</a:t>
            </a:r>
            <a:r>
              <a:rPr lang="en-US" sz="2400" dirty="0"/>
              <a:t>.</a:t>
            </a:r>
          </a:p>
          <a:p>
            <a:pPr marL="342900" indent="-342900">
              <a:buFont typeface="Arial" panose="020B0604020202020204" pitchFamily="34" charset="0"/>
              <a:buChar char="•"/>
            </a:pPr>
            <a:r>
              <a:rPr lang="en-US" sz="2400" dirty="0"/>
              <a:t>You can create </a:t>
            </a:r>
            <a:r>
              <a:rPr lang="en-US" sz="2400" b="1" dirty="0" err="1"/>
              <a:t>PodDisruptionBudgets</a:t>
            </a:r>
            <a:r>
              <a:rPr lang="en-US" sz="2400" b="1" dirty="0"/>
              <a:t> (PDB)</a:t>
            </a:r>
            <a:r>
              <a:rPr lang="en-US" sz="2400" dirty="0"/>
              <a:t> to protected applications from voluntary disruptions.</a:t>
            </a:r>
          </a:p>
          <a:p>
            <a:pPr marL="342900" indent="-342900">
              <a:buFont typeface="Arial" panose="020B0604020202020204" pitchFamily="34" charset="0"/>
              <a:buChar char="•"/>
            </a:pPr>
            <a:r>
              <a:rPr lang="en-US" sz="2400" dirty="0"/>
              <a:t>PDBs limits the number of Pods of a replicated application that are down simultaneously when node are intentionally taken offline.</a:t>
            </a:r>
          </a:p>
          <a:p>
            <a:pPr marL="342900" indent="-342900">
              <a:buFont typeface="Arial" panose="020B0604020202020204" pitchFamily="34" charset="0"/>
              <a:buChar char="•"/>
            </a:pPr>
            <a:r>
              <a:rPr lang="en-US" sz="2400" dirty="0"/>
              <a:t>PDBs </a:t>
            </a:r>
            <a:r>
              <a:rPr lang="en-US" sz="2400" b="1" u="sng" dirty="0"/>
              <a:t>DO NOT</a:t>
            </a:r>
            <a:r>
              <a:rPr lang="en-US" sz="2400" dirty="0"/>
              <a:t> protect pods from </a:t>
            </a:r>
            <a:r>
              <a:rPr lang="en-US" sz="2400" i="1" dirty="0"/>
              <a:t>involuntary disruptions</a:t>
            </a:r>
            <a:r>
              <a:rPr lang="en-US" sz="2400" dirty="0"/>
              <a:t>!</a:t>
            </a:r>
          </a:p>
        </p:txBody>
      </p:sp>
    </p:spTree>
    <p:extLst>
      <p:ext uri="{BB962C8B-B14F-4D97-AF65-F5344CB8AC3E}">
        <p14:creationId xmlns:p14="http://schemas.microsoft.com/office/powerpoint/2010/main" val="32630474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2697-7945-49AF-A643-2E2ED4DF7AA2}"/>
              </a:ext>
            </a:extLst>
          </p:cNvPr>
          <p:cNvSpPr>
            <a:spLocks noGrp="1"/>
          </p:cNvSpPr>
          <p:nvPr>
            <p:ph type="title"/>
          </p:nvPr>
        </p:nvSpPr>
        <p:spPr/>
        <p:txBody>
          <a:bodyPr/>
          <a:lstStyle/>
          <a:p>
            <a:r>
              <a:rPr lang="en-US" dirty="0"/>
              <a:t>Pod Disruption Budget (PDB) Configurations</a:t>
            </a:r>
          </a:p>
        </p:txBody>
      </p:sp>
      <p:sp>
        <p:nvSpPr>
          <p:cNvPr id="3" name="Content Placeholder 2">
            <a:extLst>
              <a:ext uri="{FF2B5EF4-FFF2-40B4-BE49-F238E27FC236}">
                <a16:creationId xmlns:a16="http://schemas.microsoft.com/office/drawing/2014/main" id="{AE740AC0-F07E-4783-A13B-7EC82933B9B6}"/>
              </a:ext>
            </a:extLst>
          </p:cNvPr>
          <p:cNvSpPr>
            <a:spLocks noGrp="1"/>
          </p:cNvSpPr>
          <p:nvPr>
            <p:ph sz="quarter" idx="10"/>
          </p:nvPr>
        </p:nvSpPr>
        <p:spPr>
          <a:xfrm>
            <a:off x="600230" y="1644921"/>
            <a:ext cx="8857670" cy="4995214"/>
          </a:xfrm>
        </p:spPr>
        <p:txBody>
          <a:bodyPr/>
          <a:lstStyle/>
          <a:p>
            <a:pPr marL="342900" indent="-342900">
              <a:buFont typeface="Arial" panose="020B0604020202020204" pitchFamily="34" charset="0"/>
              <a:buChar char="•"/>
            </a:pPr>
            <a:r>
              <a:rPr lang="en-US" sz="2400" dirty="0"/>
              <a:t>PDBs have only 2 settings:</a:t>
            </a:r>
          </a:p>
          <a:p>
            <a:pPr marL="800100" lvl="1" indent="-342900">
              <a:buFont typeface="Arial" panose="020B0604020202020204" pitchFamily="34" charset="0"/>
              <a:buChar char="•"/>
            </a:pPr>
            <a:r>
              <a:rPr lang="en-US" b="1" dirty="0"/>
              <a:t>Selector</a:t>
            </a:r>
            <a:r>
              <a:rPr lang="en-US" dirty="0"/>
              <a:t> – Specifies the labels of the Pods to limit.</a:t>
            </a:r>
          </a:p>
          <a:p>
            <a:pPr marL="800100" lvl="1" indent="-342900">
              <a:buFont typeface="Arial" panose="020B0604020202020204" pitchFamily="34" charset="0"/>
              <a:buChar char="•"/>
            </a:pPr>
            <a:r>
              <a:rPr lang="en-US" b="1" dirty="0"/>
              <a:t>Disruption Budget</a:t>
            </a:r>
            <a:r>
              <a:rPr lang="en-US" dirty="0"/>
              <a:t>:</a:t>
            </a:r>
          </a:p>
          <a:p>
            <a:pPr marL="1000125" lvl="2" indent="-342900">
              <a:spcBef>
                <a:spcPts val="0"/>
              </a:spcBef>
              <a:buFont typeface="Arial" panose="020B0604020202020204" pitchFamily="34" charset="0"/>
              <a:buChar char="•"/>
            </a:pPr>
            <a:r>
              <a:rPr lang="en-US" sz="2000" b="1" dirty="0" err="1"/>
              <a:t>maxUnavailable</a:t>
            </a:r>
            <a:r>
              <a:rPr lang="en-US" sz="2000" dirty="0"/>
              <a:t> – Maximum number (or percentage) of Pods that can be unavailable at any time.</a:t>
            </a:r>
          </a:p>
          <a:p>
            <a:pPr marL="1000125" lvl="2" indent="-342900">
              <a:spcBef>
                <a:spcPts val="0"/>
              </a:spcBef>
              <a:buFont typeface="Arial" panose="020B0604020202020204" pitchFamily="34" charset="0"/>
              <a:buChar char="•"/>
            </a:pPr>
            <a:r>
              <a:rPr lang="en-US" sz="2000" b="1" dirty="0" err="1"/>
              <a:t>minAvailable</a:t>
            </a:r>
            <a:r>
              <a:rPr lang="en-US" sz="2000" dirty="0"/>
              <a:t> – Minimum number (or percentage) of Pods that must be always available</a:t>
            </a:r>
            <a:r>
              <a:rPr lang="en-US" sz="1800" dirty="0"/>
              <a:t>.</a:t>
            </a:r>
          </a:p>
          <a:p>
            <a:pPr marL="800100" lvl="1" indent="-342900">
              <a:buFont typeface="Arial" panose="020B0604020202020204" pitchFamily="34" charset="0"/>
              <a:buChar char="•"/>
            </a:pPr>
            <a:r>
              <a:rPr lang="en-US" dirty="0"/>
              <a:t>One budget is required, both are not allowed.</a:t>
            </a:r>
          </a:p>
          <a:p>
            <a:pPr marL="342900" indent="-342900">
              <a:buFont typeface="Arial" panose="020B0604020202020204" pitchFamily="34" charset="0"/>
              <a:buChar char="•"/>
            </a:pPr>
            <a:r>
              <a:rPr lang="en-US" sz="2400" b="1" i="1" dirty="0" err="1"/>
              <a:t>maxUnavailable</a:t>
            </a:r>
            <a:r>
              <a:rPr lang="en-US" sz="2400" dirty="0"/>
              <a:t> in a </a:t>
            </a:r>
            <a:r>
              <a:rPr lang="en-US" sz="2400" i="1" u="sng" dirty="0"/>
              <a:t>Deployment</a:t>
            </a:r>
            <a:r>
              <a:rPr lang="en-US" sz="2400" dirty="0"/>
              <a:t> dictates Pod behavior when a </a:t>
            </a:r>
            <a:r>
              <a:rPr lang="en-US" sz="2400" u="sng" dirty="0"/>
              <a:t>Pod</a:t>
            </a:r>
            <a:r>
              <a:rPr lang="en-US" sz="2400" dirty="0"/>
              <a:t> rollout occurs. </a:t>
            </a:r>
          </a:p>
          <a:p>
            <a:pPr marL="342900" indent="-342900">
              <a:buFont typeface="Arial" panose="020B0604020202020204" pitchFamily="34" charset="0"/>
              <a:buChar char="•"/>
            </a:pPr>
            <a:r>
              <a:rPr lang="en-US" sz="2400" b="1" i="1" dirty="0" err="1"/>
              <a:t>maxUnavailable</a:t>
            </a:r>
            <a:r>
              <a:rPr lang="en-US" sz="2400" dirty="0"/>
              <a:t> in a </a:t>
            </a:r>
            <a:r>
              <a:rPr lang="en-US" sz="2400" i="1" u="sng" dirty="0" err="1"/>
              <a:t>PodDisruptionBudget</a:t>
            </a:r>
            <a:r>
              <a:rPr lang="en-US" sz="2400" dirty="0"/>
              <a:t> dictates Pod behavior when a </a:t>
            </a:r>
            <a:r>
              <a:rPr lang="en-US" sz="2400" u="sng" dirty="0"/>
              <a:t>Node</a:t>
            </a:r>
            <a:r>
              <a:rPr lang="en-US" sz="2400" dirty="0"/>
              <a:t> rollout occurs.</a:t>
            </a:r>
          </a:p>
        </p:txBody>
      </p:sp>
      <p:pic>
        <p:nvPicPr>
          <p:cNvPr id="7" name="Picture 6">
            <a:extLst>
              <a:ext uri="{FF2B5EF4-FFF2-40B4-BE49-F238E27FC236}">
                <a16:creationId xmlns:a16="http://schemas.microsoft.com/office/drawing/2014/main" id="{146BC8CC-E3BE-414A-B498-65BCE475EFC0}"/>
              </a:ext>
            </a:extLst>
          </p:cNvPr>
          <p:cNvPicPr>
            <a:picLocks noChangeAspect="1"/>
          </p:cNvPicPr>
          <p:nvPr/>
        </p:nvPicPr>
        <p:blipFill>
          <a:blip r:embed="rId2"/>
          <a:stretch>
            <a:fillRect/>
          </a:stretch>
        </p:blipFill>
        <p:spPr>
          <a:xfrm>
            <a:off x="9765722" y="1644921"/>
            <a:ext cx="2095466" cy="2190100"/>
          </a:xfrm>
          <a:prstGeom prst="rect">
            <a:avLst/>
          </a:prstGeom>
        </p:spPr>
      </p:pic>
    </p:spTree>
    <p:extLst>
      <p:ext uri="{BB962C8B-B14F-4D97-AF65-F5344CB8AC3E}">
        <p14:creationId xmlns:p14="http://schemas.microsoft.com/office/powerpoint/2010/main" val="17217801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fade">
                                      <p:cBhvr>
                                        <p:cTn id="23" dur="500"/>
                                        <p:tgtEl>
                                          <p:spTgt spid="3">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500"/>
                                        <p:tgtEl>
                                          <p:spTgt spid="3">
                                            <p:txEl>
                                              <p:pRg st="6" end="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Effect transition="in" filter="fade">
                                      <p:cBhvr>
                                        <p:cTn id="33"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2AE6D-53F1-E674-C944-E3E50C90002E}"/>
              </a:ext>
            </a:extLst>
          </p:cNvPr>
          <p:cNvSpPr>
            <a:spLocks noGrp="1"/>
          </p:cNvSpPr>
          <p:nvPr>
            <p:ph type="title"/>
          </p:nvPr>
        </p:nvSpPr>
        <p:spPr/>
        <p:txBody>
          <a:bodyPr/>
          <a:lstStyle/>
          <a:p>
            <a:r>
              <a:rPr lang="en-US" dirty="0"/>
              <a:t>Tools</a:t>
            </a:r>
          </a:p>
        </p:txBody>
      </p:sp>
      <p:sp>
        <p:nvSpPr>
          <p:cNvPr id="3" name="Text Placeholder 2">
            <a:extLst>
              <a:ext uri="{FF2B5EF4-FFF2-40B4-BE49-F238E27FC236}">
                <a16:creationId xmlns:a16="http://schemas.microsoft.com/office/drawing/2014/main" id="{950AB8D7-0888-F43A-81AB-81BE22B9EBAC}"/>
              </a:ext>
            </a:extLst>
          </p:cNvPr>
          <p:cNvSpPr>
            <a:spLocks noGrp="1"/>
          </p:cNvSpPr>
          <p:nvPr>
            <p:ph type="body" sz="quarter" idx="12"/>
          </p:nvPr>
        </p:nvSpPr>
        <p:spPr/>
        <p:txBody>
          <a:bodyPr/>
          <a:lstStyle/>
          <a:p>
            <a:endParaRPr lang="en-US"/>
          </a:p>
        </p:txBody>
      </p:sp>
      <p:sp>
        <p:nvSpPr>
          <p:cNvPr id="4" name="Footer Placeholder 3">
            <a:extLst>
              <a:ext uri="{FF2B5EF4-FFF2-40B4-BE49-F238E27FC236}">
                <a16:creationId xmlns:a16="http://schemas.microsoft.com/office/drawing/2014/main" id="{C3818E7E-D7D4-8044-588A-E36B43E4284E}"/>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5" name="Slide Number Placeholder 4">
            <a:extLst>
              <a:ext uri="{FF2B5EF4-FFF2-40B4-BE49-F238E27FC236}">
                <a16:creationId xmlns:a16="http://schemas.microsoft.com/office/drawing/2014/main" id="{DA7EE0C0-BCAA-2F15-B0ED-A0ACBEEFB687}"/>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29</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7318450"/>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2697-7945-49AF-A643-2E2ED4DF7AA2}"/>
              </a:ext>
            </a:extLst>
          </p:cNvPr>
          <p:cNvSpPr>
            <a:spLocks noGrp="1"/>
          </p:cNvSpPr>
          <p:nvPr>
            <p:ph type="title"/>
          </p:nvPr>
        </p:nvSpPr>
        <p:spPr>
          <a:xfrm>
            <a:off x="588263" y="457200"/>
            <a:ext cx="11018520" cy="553998"/>
          </a:xfrm>
        </p:spPr>
        <p:txBody>
          <a:bodyPr wrap="square" anchor="ctr">
            <a:normAutofit/>
          </a:bodyPr>
          <a:lstStyle/>
          <a:p>
            <a:r>
              <a:rPr lang="en-US" dirty="0"/>
              <a:t>Helm Package Manager</a:t>
            </a:r>
          </a:p>
        </p:txBody>
      </p:sp>
      <p:sp>
        <p:nvSpPr>
          <p:cNvPr id="3" name="Content Placeholder 2">
            <a:extLst>
              <a:ext uri="{FF2B5EF4-FFF2-40B4-BE49-F238E27FC236}">
                <a16:creationId xmlns:a16="http://schemas.microsoft.com/office/drawing/2014/main" id="{AE740AC0-F07E-4783-A13B-7EC82933B9B6}"/>
              </a:ext>
            </a:extLst>
          </p:cNvPr>
          <p:cNvSpPr>
            <a:spLocks noGrp="1"/>
          </p:cNvSpPr>
          <p:nvPr>
            <p:ph sz="quarter" idx="12"/>
          </p:nvPr>
        </p:nvSpPr>
        <p:spPr>
          <a:xfrm>
            <a:off x="437320" y="1650984"/>
            <a:ext cx="11309921" cy="4749816"/>
          </a:xfrm>
        </p:spPr>
        <p:txBody>
          <a:bodyPr wrap="square">
            <a:noAutofit/>
          </a:bodyPr>
          <a:lstStyle/>
          <a:p>
            <a:pPr>
              <a:buFont typeface="Arial" panose="020B0604020202020204" pitchFamily="34" charset="0"/>
              <a:buChar char="•"/>
            </a:pPr>
            <a:r>
              <a:rPr lang="en-US" sz="2400" dirty="0">
                <a:hlinkClick r:id="rId3"/>
              </a:rPr>
              <a:t>Helm</a:t>
            </a:r>
            <a:r>
              <a:rPr lang="en-US" sz="2400" dirty="0"/>
              <a:t> is a package manager for Kubernetes-based applications.</a:t>
            </a:r>
          </a:p>
          <a:p>
            <a:pPr>
              <a:buFont typeface="Arial" panose="020B0604020202020204" pitchFamily="34" charset="0"/>
              <a:buChar char="•"/>
            </a:pPr>
            <a:r>
              <a:rPr lang="en-US" sz="2400" dirty="0"/>
              <a:t>Helm </a:t>
            </a:r>
            <a:r>
              <a:rPr lang="en-US" sz="2400" b="1" i="1" dirty="0"/>
              <a:t>Charts</a:t>
            </a:r>
            <a:r>
              <a:rPr lang="en-US" sz="2400" dirty="0"/>
              <a:t> help you define, install, and upgrade even the most complex Kubernetes application.</a:t>
            </a:r>
          </a:p>
          <a:p>
            <a:pPr>
              <a:buFont typeface="Arial" panose="020B0604020202020204" pitchFamily="34" charset="0"/>
              <a:buChar char="•"/>
            </a:pPr>
            <a:r>
              <a:rPr lang="en-US" sz="2400" dirty="0"/>
              <a:t>Charts are easy to create, version, share, and publish.</a:t>
            </a:r>
          </a:p>
          <a:p>
            <a:pPr>
              <a:buFont typeface="Arial" panose="020B0604020202020204" pitchFamily="34" charset="0"/>
              <a:buChar char="•"/>
            </a:pPr>
            <a:r>
              <a:rPr lang="en-US" sz="2400" dirty="0"/>
              <a:t>Helms can package and preconfigure Kubernetes applications into charts, which allow you to: </a:t>
            </a:r>
          </a:p>
          <a:p>
            <a:pPr lvl="1">
              <a:buFont typeface="Arial" panose="020B0604020202020204" pitchFamily="34" charset="0"/>
              <a:buChar char="•"/>
            </a:pPr>
            <a:r>
              <a:rPr lang="en-US" dirty="0"/>
              <a:t>Manage and share your own application chart packages</a:t>
            </a:r>
          </a:p>
          <a:p>
            <a:pPr lvl="1">
              <a:buFont typeface="Arial" panose="020B0604020202020204" pitchFamily="34" charset="0"/>
              <a:buChar char="•"/>
            </a:pPr>
            <a:r>
              <a:rPr lang="en-US" dirty="0"/>
              <a:t>Leverage other popular software packaged as charts</a:t>
            </a:r>
          </a:p>
          <a:p>
            <a:pPr lvl="1">
              <a:buFont typeface="Arial" panose="020B0604020202020204" pitchFamily="34" charset="0"/>
              <a:buChar char="•"/>
            </a:pPr>
            <a:r>
              <a:rPr lang="en-US" dirty="0"/>
              <a:t>Create reproducible builds of Kubernetes applications</a:t>
            </a:r>
          </a:p>
          <a:p>
            <a:pPr lvl="1">
              <a:buFont typeface="Arial" panose="020B0604020202020204" pitchFamily="34" charset="0"/>
              <a:buChar char="•"/>
            </a:pPr>
            <a:r>
              <a:rPr lang="en-US" dirty="0"/>
              <a:t>Manage you Kubernetes manifest files</a:t>
            </a:r>
            <a:endParaRPr lang="en-US" sz="2400" dirty="0"/>
          </a:p>
          <a:p>
            <a:pPr>
              <a:buFont typeface="Arial" panose="020B0604020202020204" pitchFamily="34" charset="0"/>
              <a:buChar char="•"/>
            </a:pPr>
            <a:r>
              <a:rPr lang="en-US" sz="2400" dirty="0"/>
              <a:t>You can Push and Pull Helm charts to Azure Container Registries.</a:t>
            </a:r>
          </a:p>
        </p:txBody>
      </p:sp>
    </p:spTree>
    <p:extLst>
      <p:ext uri="{BB962C8B-B14F-4D97-AF65-F5344CB8AC3E}">
        <p14:creationId xmlns:p14="http://schemas.microsoft.com/office/powerpoint/2010/main" val="18263115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fade">
                                      <p:cBhvr>
                                        <p:cTn id="23" dur="500"/>
                                        <p:tgtEl>
                                          <p:spTgt spid="3">
                                            <p:txEl>
                                              <p:pRg st="5" end="5"/>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fade">
                                      <p:cBhvr>
                                        <p:cTn id="26" dur="500"/>
                                        <p:tgtEl>
                                          <p:spTgt spid="3">
                                            <p:txEl>
                                              <p:pRg st="6" end="6"/>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Effect transition="in" filter="fade">
                                      <p:cBhvr>
                                        <p:cTn id="29" dur="500"/>
                                        <p:tgtEl>
                                          <p:spTgt spid="3">
                                            <p:txEl>
                                              <p:pRg st="7" end="7"/>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8" end="8"/>
                                            </p:txEl>
                                          </p:spTgt>
                                        </p:tgtEl>
                                        <p:attrNameLst>
                                          <p:attrName>style.visibility</p:attrName>
                                        </p:attrNameLst>
                                      </p:cBhvr>
                                      <p:to>
                                        <p:strVal val="visible"/>
                                      </p:to>
                                    </p:set>
                                    <p:animEffect transition="in" filter="fade">
                                      <p:cBhvr>
                                        <p:cTn id="34"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4E545-BF73-9A91-F512-B82D34E05F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B52540-7004-6B02-A5EB-89F6E144A4A7}"/>
              </a:ext>
            </a:extLst>
          </p:cNvPr>
          <p:cNvSpPr>
            <a:spLocks noGrp="1"/>
          </p:cNvSpPr>
          <p:nvPr>
            <p:ph type="title"/>
          </p:nvPr>
        </p:nvSpPr>
        <p:spPr/>
        <p:txBody>
          <a:bodyPr/>
          <a:lstStyle/>
          <a:p>
            <a:r>
              <a:rPr lang="en-US" dirty="0"/>
              <a:t>CLI Tooling</a:t>
            </a:r>
          </a:p>
        </p:txBody>
      </p:sp>
      <p:sp>
        <p:nvSpPr>
          <p:cNvPr id="3" name="Footer Placeholder 2">
            <a:extLst>
              <a:ext uri="{FF2B5EF4-FFF2-40B4-BE49-F238E27FC236}">
                <a16:creationId xmlns:a16="http://schemas.microsoft.com/office/drawing/2014/main" id="{F3AA86D6-9D4B-3A79-9407-74E9F85AB612}"/>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CD36DAD2-B184-66F0-7893-8AFE5B41E7F0}"/>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31</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5" name="TextBox 4">
            <a:extLst>
              <a:ext uri="{FF2B5EF4-FFF2-40B4-BE49-F238E27FC236}">
                <a16:creationId xmlns:a16="http://schemas.microsoft.com/office/drawing/2014/main" id="{D8E0F2E5-8AD2-CD09-17EF-38AEF836FA85}"/>
              </a:ext>
            </a:extLst>
          </p:cNvPr>
          <p:cNvSpPr txBox="1"/>
          <p:nvPr/>
        </p:nvSpPr>
        <p:spPr>
          <a:xfrm>
            <a:off x="463296" y="1987296"/>
            <a:ext cx="5766816" cy="3693319"/>
          </a:xfrm>
          <a:prstGeom prst="rect">
            <a:avLst/>
          </a:prstGeom>
          <a:noFill/>
        </p:spPr>
        <p:txBody>
          <a:bodyPr wrap="square" lIns="0" tIns="0" rIns="0" bIns="0" rtlCol="0">
            <a:spAutoFit/>
          </a:bodyPr>
          <a:lstStyle/>
          <a:p>
            <a:pPr marL="342900" indent="-342900" algn="l">
              <a:buFont typeface="Arial" panose="020B0604020202020204" pitchFamily="34" charset="0"/>
              <a:buChar char="•"/>
            </a:pPr>
            <a:r>
              <a:rPr lang="en-US" sz="2000" dirty="0" err="1"/>
              <a:t>Kustomize</a:t>
            </a:r>
            <a:endParaRPr lang="en-US" sz="2000" dirty="0"/>
          </a:p>
          <a:p>
            <a:pPr marL="342900" indent="-342900" algn="l">
              <a:buFont typeface="Arial" panose="020B0604020202020204" pitchFamily="34" charset="0"/>
              <a:buChar char="•"/>
            </a:pPr>
            <a:r>
              <a:rPr lang="en-US" sz="2000" dirty="0">
                <a:hlinkClick r:id="rId3"/>
              </a:rPr>
              <a:t>K9s</a:t>
            </a:r>
            <a:endParaRPr lang="en-US" sz="2000" dirty="0"/>
          </a:p>
          <a:p>
            <a:pPr marL="800100" lvl="1" indent="-342900">
              <a:buFont typeface="Arial" panose="020B0604020202020204" pitchFamily="34" charset="0"/>
              <a:buChar char="•"/>
            </a:pPr>
            <a:r>
              <a:rPr lang="en-US" sz="2000" dirty="0"/>
              <a:t>K8s terminal tool to manage Kubernetes clusters</a:t>
            </a:r>
          </a:p>
          <a:p>
            <a:pPr marL="342900" indent="-342900" algn="l">
              <a:buFont typeface="Arial" panose="020B0604020202020204" pitchFamily="34" charset="0"/>
              <a:buChar char="•"/>
            </a:pPr>
            <a:r>
              <a:rPr lang="en-US" sz="2000" dirty="0">
                <a:hlinkClick r:id="rId4"/>
              </a:rPr>
              <a:t>Draft</a:t>
            </a:r>
            <a:endParaRPr lang="en-US" sz="2000" dirty="0"/>
          </a:p>
          <a:p>
            <a:pPr marL="800100" lvl="1" indent="-342900">
              <a:buFont typeface="Arial" panose="020B0604020202020204" pitchFamily="34" charset="0"/>
              <a:buChar char="•"/>
            </a:pPr>
            <a:r>
              <a:rPr lang="en-US" sz="2000" dirty="0"/>
              <a:t>Container and Kubernetes manifest creation tool</a:t>
            </a:r>
          </a:p>
          <a:p>
            <a:pPr marL="342900" indent="-342900">
              <a:buFont typeface="Arial" panose="020B0604020202020204" pitchFamily="34" charset="0"/>
              <a:buChar char="•"/>
            </a:pPr>
            <a:r>
              <a:rPr lang="en-US" sz="2000" dirty="0"/>
              <a:t>Shell Completion</a:t>
            </a:r>
          </a:p>
          <a:p>
            <a:pPr marL="800100" lvl="1" indent="-342900">
              <a:buFont typeface="Arial" panose="020B0604020202020204" pitchFamily="34" charset="0"/>
              <a:buChar char="•"/>
            </a:pPr>
            <a:r>
              <a:rPr lang="en-US" sz="2000" dirty="0">
                <a:hlinkClick r:id="rId5"/>
              </a:rPr>
              <a:t>Kubectl</a:t>
            </a:r>
            <a:r>
              <a:rPr lang="en-US" sz="2000" dirty="0"/>
              <a:t> for bash or </a:t>
            </a:r>
            <a:r>
              <a:rPr lang="en-US" sz="2000" dirty="0" err="1"/>
              <a:t>zsh</a:t>
            </a:r>
            <a:endParaRPr lang="en-US" sz="2000" dirty="0"/>
          </a:p>
          <a:p>
            <a:pPr marL="800100" lvl="1" indent="-342900">
              <a:buFont typeface="Arial" panose="020B0604020202020204" pitchFamily="34" charset="0"/>
              <a:buChar char="•"/>
            </a:pPr>
            <a:r>
              <a:rPr lang="en-US" sz="2000" dirty="0">
                <a:hlinkClick r:id="rId6"/>
              </a:rPr>
              <a:t>OhMyZsh</a:t>
            </a:r>
            <a:r>
              <a:rPr lang="en-US" sz="2000" dirty="0"/>
              <a:t> kubectl plugin</a:t>
            </a:r>
          </a:p>
          <a:p>
            <a:pPr marL="342900" indent="-342900" algn="l">
              <a:buFont typeface="Arial" panose="020B0604020202020204" pitchFamily="34" charset="0"/>
              <a:buChar char="•"/>
            </a:pPr>
            <a:endParaRPr lang="en-US" sz="2000" dirty="0"/>
          </a:p>
          <a:p>
            <a:pPr marL="342900" indent="-342900" algn="l">
              <a:buFont typeface="Arial" panose="020B0604020202020204" pitchFamily="34" charset="0"/>
              <a:buChar char="•"/>
            </a:pPr>
            <a:endParaRPr lang="en-US" sz="2000" dirty="0" err="1"/>
          </a:p>
        </p:txBody>
      </p:sp>
      <p:pic>
        <p:nvPicPr>
          <p:cNvPr id="1026" name="Picture 2">
            <a:extLst>
              <a:ext uri="{FF2B5EF4-FFF2-40B4-BE49-F238E27FC236}">
                <a16:creationId xmlns:a16="http://schemas.microsoft.com/office/drawing/2014/main" id="{CC3E4571-AD56-58E4-1859-5090EE71739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56832" y="2460854"/>
            <a:ext cx="5242560" cy="27462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9569109"/>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0FDE9-CF5C-A5E9-777C-EC3D09B021B2}"/>
              </a:ext>
            </a:extLst>
          </p:cNvPr>
          <p:cNvSpPr>
            <a:spLocks noGrp="1"/>
          </p:cNvSpPr>
          <p:nvPr>
            <p:ph type="title"/>
          </p:nvPr>
        </p:nvSpPr>
        <p:spPr/>
        <p:txBody>
          <a:bodyPr/>
          <a:lstStyle/>
          <a:p>
            <a:r>
              <a:rPr lang="en-US" dirty="0"/>
              <a:t>IDEs and more</a:t>
            </a:r>
          </a:p>
        </p:txBody>
      </p:sp>
      <p:sp>
        <p:nvSpPr>
          <p:cNvPr id="3" name="Footer Placeholder 2">
            <a:extLst>
              <a:ext uri="{FF2B5EF4-FFF2-40B4-BE49-F238E27FC236}">
                <a16:creationId xmlns:a16="http://schemas.microsoft.com/office/drawing/2014/main" id="{CA54911A-2B80-2239-977A-FB5793D2E4B0}"/>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2B642234-0D8B-8D33-8951-0C539C9E3325}"/>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32</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5" name="TextBox 4">
            <a:extLst>
              <a:ext uri="{FF2B5EF4-FFF2-40B4-BE49-F238E27FC236}">
                <a16:creationId xmlns:a16="http://schemas.microsoft.com/office/drawing/2014/main" id="{7FF0284B-05A3-9CAE-CB84-EE2EB72BEA13}"/>
              </a:ext>
            </a:extLst>
          </p:cNvPr>
          <p:cNvSpPr txBox="1"/>
          <p:nvPr/>
        </p:nvSpPr>
        <p:spPr>
          <a:xfrm>
            <a:off x="575481" y="2023872"/>
            <a:ext cx="6093543" cy="3693319"/>
          </a:xfrm>
          <a:prstGeom prst="rect">
            <a:avLst/>
          </a:prstGeom>
          <a:noFill/>
        </p:spPr>
        <p:txBody>
          <a:bodyPr wrap="square" lIns="0" tIns="0" rIns="0" bIns="0" rtlCol="0">
            <a:spAutoFit/>
          </a:bodyPr>
          <a:lstStyle/>
          <a:p>
            <a:pPr marL="342900" indent="-342900" algn="l">
              <a:buFont typeface="Arial" panose="020B0604020202020204" pitchFamily="34" charset="0"/>
              <a:buChar char="•"/>
            </a:pPr>
            <a:r>
              <a:rPr lang="en-US" sz="2000" dirty="0"/>
              <a:t>Visual Studio Integration</a:t>
            </a:r>
          </a:p>
          <a:p>
            <a:pPr marL="342900" indent="-342900" algn="l">
              <a:buFont typeface="Arial" panose="020B0604020202020204" pitchFamily="34" charset="0"/>
              <a:buChar char="•"/>
            </a:pPr>
            <a:r>
              <a:rPr lang="en-US" sz="2000" dirty="0"/>
              <a:t>Visual Studio Code</a:t>
            </a:r>
          </a:p>
          <a:p>
            <a:pPr marL="800100" lvl="1" indent="-342900">
              <a:buFont typeface="Arial" panose="020B0604020202020204" pitchFamily="34" charset="0"/>
              <a:buChar char="•"/>
            </a:pPr>
            <a:r>
              <a:rPr lang="en-US" sz="2000" dirty="0"/>
              <a:t>AKS extension </a:t>
            </a:r>
          </a:p>
          <a:p>
            <a:pPr marL="1257300" lvl="2" indent="-342900">
              <a:buFont typeface="Arial" panose="020B0604020202020204" pitchFamily="34" charset="0"/>
              <a:buChar char="•"/>
            </a:pPr>
            <a:r>
              <a:rPr lang="en-US" sz="2000" dirty="0"/>
              <a:t>Allows management of AKS from VS code</a:t>
            </a:r>
          </a:p>
          <a:p>
            <a:pPr marL="342900" indent="-342900" algn="l">
              <a:buFont typeface="Arial" panose="020B0604020202020204" pitchFamily="34" charset="0"/>
              <a:buChar char="•"/>
            </a:pPr>
            <a:r>
              <a:rPr lang="en-US" sz="2000" dirty="0"/>
              <a:t>Popular Kubernetes open source projects</a:t>
            </a:r>
          </a:p>
          <a:p>
            <a:pPr marL="800100" lvl="1" indent="-342900">
              <a:buFont typeface="Arial" panose="020B0604020202020204" pitchFamily="34" charset="0"/>
              <a:buChar char="•"/>
            </a:pPr>
            <a:r>
              <a:rPr lang="en-US" sz="2000" dirty="0">
                <a:hlinkClick r:id="rId3"/>
              </a:rPr>
              <a:t>Kyverno</a:t>
            </a:r>
            <a:endParaRPr lang="en-US" sz="2000" dirty="0"/>
          </a:p>
          <a:p>
            <a:pPr marL="800100" lvl="1" indent="-342900">
              <a:buFont typeface="Arial" panose="020B0604020202020204" pitchFamily="34" charset="0"/>
              <a:buChar char="•"/>
            </a:pPr>
            <a:r>
              <a:rPr lang="en-US" sz="2000" dirty="0">
                <a:hlinkClick r:id="rId4"/>
              </a:rPr>
              <a:t>Dapr</a:t>
            </a:r>
            <a:endParaRPr lang="en-US" sz="2000" dirty="0"/>
          </a:p>
          <a:p>
            <a:pPr marL="800100" lvl="1" indent="-342900">
              <a:buFont typeface="Arial" panose="020B0604020202020204" pitchFamily="34" charset="0"/>
              <a:buChar char="•"/>
            </a:pPr>
            <a:r>
              <a:rPr lang="en-US" sz="2000" dirty="0">
                <a:hlinkClick r:id="rId5"/>
              </a:rPr>
              <a:t>Opencost</a:t>
            </a:r>
            <a:endParaRPr lang="en-US" sz="2000" dirty="0"/>
          </a:p>
          <a:p>
            <a:pPr marL="800100" lvl="1" indent="-342900">
              <a:buFont typeface="Arial" panose="020B0604020202020204" pitchFamily="34" charset="0"/>
              <a:buChar char="•"/>
            </a:pPr>
            <a:r>
              <a:rPr lang="en-US" sz="2000" dirty="0">
                <a:hlinkClick r:id="rId6"/>
              </a:rPr>
              <a:t>Kubeshark</a:t>
            </a:r>
            <a:endParaRPr lang="en-US" sz="2000" dirty="0"/>
          </a:p>
          <a:p>
            <a:pPr marL="800100" lvl="1" indent="-342900">
              <a:buFont typeface="Arial" panose="020B0604020202020204" pitchFamily="34" charset="0"/>
              <a:buChar char="•"/>
            </a:pPr>
            <a:r>
              <a:rPr lang="en-US" sz="2000" dirty="0">
                <a:hlinkClick r:id="rId7"/>
              </a:rPr>
              <a:t>Terrascan</a:t>
            </a:r>
            <a:endParaRPr lang="en-US" sz="2000" dirty="0"/>
          </a:p>
          <a:p>
            <a:pPr marL="800100" lvl="1" indent="-342900">
              <a:buFont typeface="Arial" panose="020B0604020202020204" pitchFamily="34" charset="0"/>
              <a:buChar char="•"/>
            </a:pPr>
            <a:r>
              <a:rPr lang="en-US" sz="2000" dirty="0">
                <a:hlinkClick r:id="rId8"/>
              </a:rPr>
              <a:t>Telepresence</a:t>
            </a:r>
            <a:endParaRPr lang="en-US" sz="2000" dirty="0"/>
          </a:p>
          <a:p>
            <a:pPr marL="800100" lvl="1" indent="-342900">
              <a:buFont typeface="Arial" panose="020B0604020202020204" pitchFamily="34" charset="0"/>
              <a:buChar char="•"/>
            </a:pPr>
            <a:r>
              <a:rPr lang="en-US" sz="2000" dirty="0">
                <a:hlinkClick r:id="rId9"/>
              </a:rPr>
              <a:t>Mirrord</a:t>
            </a:r>
            <a:endParaRPr lang="en-US" sz="2000" dirty="0"/>
          </a:p>
        </p:txBody>
      </p:sp>
      <p:pic>
        <p:nvPicPr>
          <p:cNvPr id="2050" name="Picture 2" descr="Distributed Application Runtime (Dapr): Quick start on .NET 7 | by ...">
            <a:extLst>
              <a:ext uri="{FF2B5EF4-FFF2-40B4-BE49-F238E27FC236}">
                <a16:creationId xmlns:a16="http://schemas.microsoft.com/office/drawing/2014/main" id="{C268F520-7771-CF4A-D069-A0028C593CF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62893" y="3046172"/>
            <a:ext cx="1780032" cy="178003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A Kubernetes policy engine: New features in Kyverno 1.12 – 4sysops">
            <a:extLst>
              <a:ext uri="{FF2B5EF4-FFF2-40B4-BE49-F238E27FC236}">
                <a16:creationId xmlns:a16="http://schemas.microsoft.com/office/drawing/2014/main" id="{CC3AEED6-715E-571E-CF43-71AB0287AEE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436794" y="3075771"/>
            <a:ext cx="1861909" cy="145694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914BB77B-ABDD-B3E2-7898-F758F599A1A0}"/>
              </a:ext>
            </a:extLst>
          </p:cNvPr>
          <p:cNvPicPr>
            <a:picLocks noChangeAspect="1"/>
          </p:cNvPicPr>
          <p:nvPr/>
        </p:nvPicPr>
        <p:blipFill>
          <a:blip r:embed="rId12"/>
          <a:stretch>
            <a:fillRect/>
          </a:stretch>
        </p:blipFill>
        <p:spPr>
          <a:xfrm>
            <a:off x="7245514" y="2035864"/>
            <a:ext cx="4086795" cy="885949"/>
          </a:xfrm>
          <a:prstGeom prst="rect">
            <a:avLst/>
          </a:prstGeom>
        </p:spPr>
      </p:pic>
      <p:pic>
        <p:nvPicPr>
          <p:cNvPr id="1028" name="Picture 4" descr="Logo Visual Studio Code – Logos PNG">
            <a:extLst>
              <a:ext uri="{FF2B5EF4-FFF2-40B4-BE49-F238E27FC236}">
                <a16:creationId xmlns:a16="http://schemas.microsoft.com/office/drawing/2014/main" id="{CEB2F10C-C67E-BEAA-B788-0354224ACF0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526465" y="4686673"/>
            <a:ext cx="1524891" cy="1524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0592903"/>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D9F8841-BBBD-4248-A6AA-670EAC63CDC4}"/>
              </a:ext>
              <a:ext uri="{C183D7F6-B498-43B3-948B-1728B52AA6E4}">
                <adec:decorative xmlns:adec="http://schemas.microsoft.com/office/drawing/2017/decorative" val="1"/>
              </a:ext>
            </a:extLst>
          </p:cNvPr>
          <p:cNvSpPr/>
          <p:nvPr/>
        </p:nvSpPr>
        <p:spPr bwMode="auto">
          <a:xfrm>
            <a:off x="0" y="1963513"/>
            <a:ext cx="12192000" cy="2927802"/>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4615BB0C-211A-4A6B-A4FE-D9C725309C49}"/>
              </a:ext>
            </a:extLst>
          </p:cNvPr>
          <p:cNvSpPr>
            <a:spLocks noGrp="1"/>
          </p:cNvSpPr>
          <p:nvPr>
            <p:ph type="title"/>
          </p:nvPr>
        </p:nvSpPr>
        <p:spPr>
          <a:xfrm>
            <a:off x="575481" y="2965749"/>
            <a:ext cx="11018520" cy="923330"/>
          </a:xfrm>
        </p:spPr>
        <p:txBody>
          <a:bodyPr>
            <a:spAutoFit/>
          </a:bodyPr>
          <a:lstStyle/>
          <a:p>
            <a:r>
              <a:rPr lang="en-US" sz="6000">
                <a:solidFill>
                  <a:schemeClr val="bg1"/>
                </a:solidFill>
              </a:rPr>
              <a:t>Questions?</a:t>
            </a:r>
          </a:p>
        </p:txBody>
      </p:sp>
      <p:sp>
        <p:nvSpPr>
          <p:cNvPr id="9" name="Footer Placeholder 2">
            <a:extLst>
              <a:ext uri="{FF2B5EF4-FFF2-40B4-BE49-F238E27FC236}">
                <a16:creationId xmlns:a16="http://schemas.microsoft.com/office/drawing/2014/main" id="{7AC4F3CB-40F5-4D01-8BB6-1D1FE1099E94}"/>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1" name="Slide Number Placeholder 7">
            <a:extLst>
              <a:ext uri="{FF2B5EF4-FFF2-40B4-BE49-F238E27FC236}">
                <a16:creationId xmlns:a16="http://schemas.microsoft.com/office/drawing/2014/main" id="{08E0686E-B166-4606-8464-829D5D0B6AA3}"/>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33</a:t>
            </a:fld>
            <a:endParaRPr lang="en-US" noProof="0"/>
          </a:p>
        </p:txBody>
      </p:sp>
    </p:spTree>
    <p:custDataLst>
      <p:tags r:id="rId1"/>
    </p:custDataLst>
    <p:extLst>
      <p:ext uri="{BB962C8B-B14F-4D97-AF65-F5344CB8AC3E}">
        <p14:creationId xmlns:p14="http://schemas.microsoft.com/office/powerpoint/2010/main" val="4145703054"/>
      </p:ext>
    </p:extLst>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F7031AB-B12E-4065-A753-70742EAEF108}"/>
              </a:ext>
              <a:ext uri="{C183D7F6-B498-43B3-948B-1728B52AA6E4}">
                <adec:decorative xmlns:adec="http://schemas.microsoft.com/office/drawing/2017/decorative" val="1"/>
              </a:ext>
            </a:extLst>
          </p:cNvPr>
          <p:cNvSpPr>
            <a:spLocks/>
          </p:cNvSpPr>
          <p:nvPr/>
        </p:nvSpPr>
        <p:spPr>
          <a:xfrm>
            <a:off x="571500" y="1508338"/>
            <a:ext cx="11049000" cy="4760700"/>
          </a:xfrm>
          <a:prstGeom prst="rect">
            <a:avLst/>
          </a:prstGeom>
          <a:noFill/>
          <a:ln w="3175">
            <a:solidFill>
              <a:schemeClr val="bg1">
                <a:lumMod val="85000"/>
              </a:schemeClr>
            </a:solidFill>
          </a:ln>
        </p:spPr>
        <p:txBody>
          <a:bodyPr wrap="square" lIns="137160" tIns="768096" rIns="137160" bIns="91440" anchor="t">
            <a:noAutofit/>
          </a:bodyPr>
          <a:lstStyle/>
          <a:p>
            <a:pPr marL="230188" indent="-230188" defTabSz="914192">
              <a:spcBef>
                <a:spcPts val="300"/>
              </a:spcBef>
              <a:spcAft>
                <a:spcPts val="300"/>
              </a:spcAft>
              <a:buFont typeface="Arial" panose="020B0604020202020204" pitchFamily="34" charset="0"/>
              <a:buChar char="•"/>
              <a:defRPr/>
            </a:pPr>
            <a:endParaRPr lang="en-US" sz="1600">
              <a:cs typeface="Segoe UI Semibold" panose="020B0702040204020203" pitchFamily="34" charset="0"/>
            </a:endParaRPr>
          </a:p>
        </p:txBody>
      </p:sp>
      <p:sp>
        <p:nvSpPr>
          <p:cNvPr id="2" name="Title 1">
            <a:extLst>
              <a:ext uri="{FF2B5EF4-FFF2-40B4-BE49-F238E27FC236}">
                <a16:creationId xmlns:a16="http://schemas.microsoft.com/office/drawing/2014/main" id="{BC57B38C-8413-4861-A4F5-7DF656AEAD0D}"/>
              </a:ext>
            </a:extLst>
          </p:cNvPr>
          <p:cNvSpPr>
            <a:spLocks noGrp="1"/>
          </p:cNvSpPr>
          <p:nvPr>
            <p:ph type="title"/>
          </p:nvPr>
        </p:nvSpPr>
        <p:spPr>
          <a:xfrm>
            <a:off x="575481" y="599436"/>
            <a:ext cx="11018520" cy="553998"/>
          </a:xfrm>
        </p:spPr>
        <p:txBody>
          <a:bodyPr/>
          <a:lstStyle/>
          <a:p>
            <a:r>
              <a:rPr lang="en-US" dirty="0"/>
              <a:t>Lab: Kubernetes Fundamentals</a:t>
            </a:r>
          </a:p>
        </p:txBody>
      </p:sp>
      <p:sp>
        <p:nvSpPr>
          <p:cNvPr id="8" name="Rectangle 7">
            <a:extLst>
              <a:ext uri="{FF2B5EF4-FFF2-40B4-BE49-F238E27FC236}">
                <a16:creationId xmlns:a16="http://schemas.microsoft.com/office/drawing/2014/main" id="{D4FF7A47-CBB8-435B-B88D-A883B77A33E2}"/>
              </a:ext>
            </a:extLst>
          </p:cNvPr>
          <p:cNvSpPr>
            <a:spLocks/>
          </p:cNvSpPr>
          <p:nvPr/>
        </p:nvSpPr>
        <p:spPr>
          <a:xfrm>
            <a:off x="571499" y="1751640"/>
            <a:ext cx="11049000" cy="465121"/>
          </a:xfrm>
          <a:prstGeom prst="rect">
            <a:avLst/>
          </a:prstGeom>
          <a:solidFill>
            <a:schemeClr val="accent2"/>
          </a:solidFill>
        </p:spPr>
        <p:txBody>
          <a:bodyPr wrap="square" lIns="91440" tIns="45720" rIns="91440" bIns="45720" anchor="ctr">
            <a:noAutofit/>
          </a:bodyPr>
          <a:lstStyle/>
          <a:p>
            <a:pPr algn="ctr" defTabSz="914192">
              <a:spcAft>
                <a:spcPts val="300"/>
              </a:spcAft>
            </a:pPr>
            <a:r>
              <a:rPr lang="en-US">
                <a:solidFill>
                  <a:srgbClr val="FFFFFF"/>
                </a:solidFill>
                <a:latin typeface="Segoe Semibold"/>
                <a:cs typeface="Segoe UI Semibold"/>
              </a:rPr>
              <a:t>Lab Description</a:t>
            </a:r>
          </a:p>
        </p:txBody>
      </p:sp>
      <p:grpSp>
        <p:nvGrpSpPr>
          <p:cNvPr id="9" name="Group 8">
            <a:extLst>
              <a:ext uri="{FF2B5EF4-FFF2-40B4-BE49-F238E27FC236}">
                <a16:creationId xmlns:a16="http://schemas.microsoft.com/office/drawing/2014/main" id="{3FA0384F-D0CE-445D-B234-7EDD1C677A6D}"/>
              </a:ext>
              <a:ext uri="{C183D7F6-B498-43B3-948B-1728B52AA6E4}">
                <adec:decorative xmlns:adec="http://schemas.microsoft.com/office/drawing/2017/decorative" val="1"/>
              </a:ext>
            </a:extLst>
          </p:cNvPr>
          <p:cNvGrpSpPr>
            <a:grpSpLocks/>
          </p:cNvGrpSpPr>
          <p:nvPr/>
        </p:nvGrpSpPr>
        <p:grpSpPr>
          <a:xfrm>
            <a:off x="574674" y="1751640"/>
            <a:ext cx="11045826" cy="465121"/>
            <a:chOff x="574675" y="1519848"/>
            <a:chExt cx="7312025" cy="465121"/>
          </a:xfrm>
        </p:grpSpPr>
        <p:cxnSp>
          <p:nvCxnSpPr>
            <p:cNvPr id="12" name="Straight Connector 11">
              <a:extLst>
                <a:ext uri="{FF2B5EF4-FFF2-40B4-BE49-F238E27FC236}">
                  <a16:creationId xmlns:a16="http://schemas.microsoft.com/office/drawing/2014/main" id="{EA2657A6-5FF3-4E59-94B3-355886C9B57A}"/>
                </a:ext>
                <a:ext uri="{C183D7F6-B498-43B3-948B-1728B52AA6E4}">
                  <adec:decorative xmlns:adec="http://schemas.microsoft.com/office/drawing/2017/decorative" val="1"/>
                </a:ext>
              </a:extLst>
            </p:cNvPr>
            <p:cNvCxnSpPr>
              <a:cxnSpLocks/>
            </p:cNvCxnSpPr>
            <p:nvPr/>
          </p:nvCxnSpPr>
          <p:spPr>
            <a:xfrm>
              <a:off x="574675" y="1519848"/>
              <a:ext cx="0" cy="465121"/>
            </a:xfrm>
            <a:prstGeom prst="line">
              <a:avLst/>
            </a:prstGeom>
            <a:ln w="28575" cap="rnd">
              <a:solidFill>
                <a:schemeClr val="accent2">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140C465-8DCE-4F31-8C4F-37C0F2DB8BFA}"/>
                </a:ext>
                <a:ext uri="{C183D7F6-B498-43B3-948B-1728B52AA6E4}">
                  <adec:decorative xmlns:adec="http://schemas.microsoft.com/office/drawing/2017/decorative" val="1"/>
                </a:ext>
              </a:extLst>
            </p:cNvPr>
            <p:cNvCxnSpPr>
              <a:cxnSpLocks/>
            </p:cNvCxnSpPr>
            <p:nvPr/>
          </p:nvCxnSpPr>
          <p:spPr>
            <a:xfrm>
              <a:off x="7886700" y="1519848"/>
              <a:ext cx="0" cy="465121"/>
            </a:xfrm>
            <a:prstGeom prst="line">
              <a:avLst/>
            </a:prstGeom>
            <a:ln w="28575" cap="rnd">
              <a:solidFill>
                <a:schemeClr val="accent2">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14" name="TextBox 13">
            <a:extLst>
              <a:ext uri="{FF2B5EF4-FFF2-40B4-BE49-F238E27FC236}">
                <a16:creationId xmlns:a16="http://schemas.microsoft.com/office/drawing/2014/main" id="{2044E162-68FA-4C0E-B9D3-D4C8561D02EE}"/>
              </a:ext>
            </a:extLst>
          </p:cNvPr>
          <p:cNvSpPr txBox="1">
            <a:spLocks/>
          </p:cNvSpPr>
          <p:nvPr/>
        </p:nvSpPr>
        <p:spPr>
          <a:xfrm>
            <a:off x="571500" y="2339873"/>
            <a:ext cx="11048999" cy="3669041"/>
          </a:xfrm>
          <a:prstGeom prst="rect">
            <a:avLst/>
          </a:prstGeom>
        </p:spPr>
        <p:txBody>
          <a:bodyPr wrap="square" lIns="91440" tIns="45720" rIns="91440" bIns="45720">
            <a:noAutofit/>
          </a:bodyPr>
          <a:lstStyle/>
          <a:p>
            <a:pPr marL="230188" indent="-230188" defTabSz="914192">
              <a:spcBef>
                <a:spcPts val="600"/>
              </a:spcBef>
              <a:spcAft>
                <a:spcPts val="600"/>
              </a:spcAft>
              <a:buFont typeface="Arial" panose="020B0604020202020204" pitchFamily="34" charset="0"/>
              <a:buChar char="•"/>
              <a:defRPr/>
            </a:pPr>
            <a:r>
              <a:rPr lang="en-US" sz="1600" dirty="0">
                <a:cs typeface="Segoe UI Semibold" panose="020B0702040204020203" pitchFamily="34" charset="0"/>
              </a:rPr>
              <a:t>Kubernetes Fundamentals</a:t>
            </a:r>
          </a:p>
          <a:p>
            <a:pPr marL="687388" lvl="1" indent="-230188" defTabSz="914192">
              <a:spcBef>
                <a:spcPts val="600"/>
              </a:spcBef>
              <a:spcAft>
                <a:spcPts val="600"/>
              </a:spcAft>
              <a:buFont typeface="Arial" panose="020B0604020202020204" pitchFamily="34" charset="0"/>
              <a:buChar char="•"/>
              <a:defRPr/>
            </a:pPr>
            <a:r>
              <a:rPr lang="en-US" sz="1600" dirty="0">
                <a:cs typeface="Segoe UI Semibold" panose="020B0702040204020203" pitchFamily="34" charset="0"/>
              </a:rPr>
              <a:t>Covers Part 1 and Part 2 concepts</a:t>
            </a:r>
          </a:p>
          <a:p>
            <a:pPr marL="687388" lvl="1" indent="-230188" defTabSz="914192">
              <a:spcBef>
                <a:spcPts val="600"/>
              </a:spcBef>
              <a:spcAft>
                <a:spcPts val="600"/>
              </a:spcAft>
              <a:buFont typeface="Arial" panose="020B0604020202020204" pitchFamily="34" charset="0"/>
              <a:buChar char="•"/>
              <a:defRPr/>
            </a:pPr>
            <a:endParaRPr lang="en-US" sz="1600" dirty="0">
              <a:cs typeface="Segoe UI Semibold" panose="020B0702040204020203" pitchFamily="34" charset="0"/>
            </a:endParaRPr>
          </a:p>
        </p:txBody>
      </p:sp>
      <p:sp>
        <p:nvSpPr>
          <p:cNvPr id="17" name="Footer Placeholder 4">
            <a:extLst>
              <a:ext uri="{FF2B5EF4-FFF2-40B4-BE49-F238E27FC236}">
                <a16:creationId xmlns:a16="http://schemas.microsoft.com/office/drawing/2014/main" id="{E243B2FB-C5E3-4E84-87ED-FB0A2A1A0F89}"/>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8" name="Slide Number Placeholder 3">
            <a:extLst>
              <a:ext uri="{FF2B5EF4-FFF2-40B4-BE49-F238E27FC236}">
                <a16:creationId xmlns:a16="http://schemas.microsoft.com/office/drawing/2014/main" id="{81A9DA9D-1DBE-46E5-BC06-5CF26ACB5995}"/>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34</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3977638465"/>
      </p:ext>
    </p:extLst>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MIO_NATIVESECTIONS" val="﻿&lt;?xml version=&quot;1.0&quot; encoding=&quot;utf-8&quot;?&gt;&lt;ArrayOfNativeSection xmlns:xsi=&quot;http://www.w3.org/2001/XMLSchema-instance&quot; xmlns:xsd=&quot;http://www.w3.org/2001/XMLSchema&quot;&gt;&lt;NativeSection&gt;&lt;Name&gt;Introduction to Windows PowerShell&lt;/Name&gt;&lt;FirstSlideIndex&gt;4&lt;/FirstSlideIndex&gt;&lt;SlidesCount&gt;6&lt;/SlidesCount&gt;&lt;SlideGuids&gt;&lt;guid&gt;9d9e1da7-2723-4f69-b69f-21b1693715c5&lt;/guid&gt;&lt;guid&gt;3ccd3973-1ec5-46fa-8710-ff514ce2a1f3&lt;/guid&gt;&lt;guid&gt;bc67d307-7296-45c5-86cd-00562e489dd6&lt;/guid&gt;&lt;guid&gt;672fc58f-c006-4e7b-83c2-90f4529f2400&lt;/guid&gt;&lt;guid&gt;318999cc-0be6-4be2-83d0-cb8fe10122fa&lt;/guid&gt;&lt;guid&gt;459b7d24-9e19-433a-accc-69f76be60f43&lt;/guid&gt;&lt;/SlideGuids&gt;&lt;/NativeSection&gt;&lt;NativeSection&gt;&lt;Name&gt;Introduction to Windows PowerShell - The PowerShell shell&lt;/Name&gt;&lt;FirstSlideIndex&gt;10&lt;/FirstSlideIndex&gt;&lt;SlidesCount&gt;7&lt;/SlidesCount&gt;&lt;SlideGuids&gt;&lt;guid&gt;3358efb2-d4c0-4d61-994f-75e3275fac2b&lt;/guid&gt;&lt;guid&gt;6ae3b69a-fbee-464e-ae86-3ecd39513fa0&lt;/guid&gt;&lt;guid&gt;4e0b095b-d004-4f1b-9c6b-30c2d0469d61&lt;/guid&gt;&lt;guid&gt;1d1652e4-8311-451e-9a8c-b2119571880d&lt;/guid&gt;&lt;guid&gt;aa04ec43-c604-4a73-b2eb-0ef0ee77f79c&lt;/guid&gt;&lt;guid&gt;00adf8b6-932b-4200-a1bc-c3f07f8f4d64&lt;/guid&gt;&lt;guid&gt;7e7f40d8-8d37-45ee-9724-a8bf02ad8fcf&lt;/guid&gt;&lt;/SlideGuids&gt;&lt;/NativeSection&gt;&lt;NativeSection&gt;&lt;Name&gt;Introduction to Windows PowerShell - Integrated Scripting Environment (ISE)&lt;/Name&gt;&lt;FirstSlideIndex&gt;17&lt;/FirstSlideIndex&gt;&lt;SlidesCount&gt;7&lt;/SlidesCount&gt;&lt;SlideGuids&gt;&lt;guid&gt;ca3cdbe2-c1a0-496c-8b03-963455ae08cc&lt;/guid&gt;&lt;guid&gt;b1a90355-9415-45f5-a99d-f37839064456&lt;/guid&gt;&lt;guid&gt;3bc041ee-b16c-40a8-a375-66ea1d776dc0&lt;/guid&gt;&lt;guid&gt;b6acce1c-41ec-4e65-bdcc-23f3b5b20db0&lt;/guid&gt;&lt;guid&gt;768a6834-0cfa-4d1b-b334-ac15dc4109ca&lt;/guid&gt;&lt;guid&gt;00adf8b6-932b-4200-a1bc-c3f07f8f4d64&lt;/guid&gt;&lt;guid&gt;7e7f40d8-8d37-45ee-9724-a8bf02ad8fcf&lt;/guid&gt;&lt;/SlideGuids&gt;&lt;/NativeSection&gt;&lt;NativeSection&gt;&lt;Name&gt;Introduction to Windows PowerShell - Integrated Scripting Environment (ISE) - Features&lt;/Name&gt;&lt;FirstSlideIndex&gt;24&lt;/FirstSlideIndex&gt;&lt;SlidesCount&gt;10&lt;/SlidesCount&gt;&lt;SlideGuids&gt;&lt;guid&gt;e1166bed-b1cf-4a18-b3fa-270e99523a73&lt;/guid&gt;&lt;guid&gt;1b439196-c8b3-443c-adfe-ddd445fc1dea&lt;/guid&gt;&lt;guid&gt;5db85947-b1b2-4c61-b1a6-466fcb9ccbc5&lt;/guid&gt;&lt;guid&gt;ff6facb6-682b-4525-82a1-7d48607b7e88&lt;/guid&gt;&lt;guid&gt;30280d42-31cf-4e37-be85-b7dbaab0bb92&lt;/guid&gt;&lt;guid&gt;f026dc64-98b4-4191-a399-1bde3e751c77&lt;/guid&gt;&lt;guid&gt;96dccee5-e57f-4ffe-9f58-07c261f2f193&lt;/guid&gt;&lt;guid&gt;58797128-d2cf-4e7b-ad59-8a18432caccf&lt;/guid&gt;&lt;guid&gt;00adf8b6-932b-4200-a1bc-c3f07f8f4d64&lt;/guid&gt;&lt;guid&gt;7e7f40d8-8d37-45ee-9724-a8bf02ad8fcf&lt;/guid&gt;&lt;/SlideGuids&gt;&lt;/NativeSection&gt;&lt;NativeSection&gt;&lt;Name&gt;Introduction to Commands&lt;/Name&gt;&lt;FirstSlideIndex&gt;34&lt;/FirstSlideIndex&gt;&lt;SlidesCount&gt;2&lt;/SlidesCount&gt;&lt;SlideGuids&gt;&lt;guid&gt;1f669531-dd69-4ef9-a692-f0ee18299d4d&lt;/guid&gt;&lt;guid&gt;3ccd3973-1ec5-46fa-8710-ff514ce2a1f3&lt;/guid&gt;&lt;/SlideGuids&gt;&lt;/NativeSection&gt;&lt;NativeSection&gt;&lt;Name&gt;Introduction to Commands - External Commands&lt;/Name&gt;&lt;FirstSlideIndex&gt;36&lt;/FirstSlideIndex&gt;&lt;SlidesCount&gt;5&lt;/SlidesCount&gt;&lt;SlideGuids&gt;&lt;guid&gt;3feb09ab-e4a3-4df2-b9b2-7c59bed53a69&lt;/guid&gt;&lt;guid&gt;6f878c01-a3eb-40d3-a213-c43f4a3ab641&lt;/guid&gt;&lt;guid&gt;cb107531-a8e9-469d-b5bd-c28436624552&lt;/guid&gt;&lt;guid&gt;6b3f75de-a037-4381-8fc8-618b7e265e56&lt;/guid&gt;&lt;guid&gt;7e7f40d8-8d37-45ee-9724-a8bf02ad8fcf&lt;/guid&gt;&lt;/SlideGuids&gt;&lt;/NativeSection&gt;&lt;NativeSection&gt;&lt;Name&gt;Introduction to Commands - PowerShell commands&lt;/Name&gt;&lt;FirstSlideIndex&gt;41&lt;/FirstSlideIndex&gt;&lt;SlidesCount&gt;12&lt;/SlidesCount&gt;&lt;SlideGuids&gt;&lt;guid&gt;426e1b04-391b-466b-bc29-8a42babefe40&lt;/guid&gt;&lt;guid&gt;a0578b4a-a1e6-4f54-93e4-8bf201accac6&lt;/guid&gt;&lt;guid&gt;a6d5c4db-5b9a-49b0-b2ba-bd0b3bff0758&lt;/guid&gt;&lt;guid&gt;b8052ebc-3fa8-4abe-9c2e-59c3bb4707ee&lt;/guid&gt;&lt;guid&gt;b794a4d1-9791-4bab-b28e-5253577824c6&lt;/guid&gt;&lt;guid&gt;0998e991-5e28-429f-9c2c-28193cee6032&lt;/guid&gt;&lt;guid&gt;4986f64a-99cf-404c-b710-071ed6bff202&lt;/guid&gt;&lt;guid&gt;9d70877b-88a2-415b-b023-87e5f0f10101&lt;/guid&gt;&lt;guid&gt;62563174-4078-46c5-a87c-d458e27091aa&lt;/guid&gt;&lt;guid&gt;bcf04dda-96d7-464b-ab84-ae63980a8e84&lt;/guid&gt;&lt;guid&gt;0e9c346d-8ca7-47d7-a3ea-dd9761e48c90&lt;/guid&gt;&lt;guid&gt;7e7f40d8-8d37-45ee-9724-a8bf02ad8fcf&lt;/guid&gt;&lt;/SlideGuids&gt;&lt;/NativeSection&gt;&lt;NativeSection&gt;&lt;Name&gt;Introduction to Commands - Cmdlet Syntax&lt;/Name&gt;&lt;FirstSlideIndex&gt;53&lt;/FirstSlideIndex&gt;&lt;SlidesCount&gt;14&lt;/SlidesCount&gt;&lt;SlideGuids&gt;&lt;guid&gt;7209000d-aa96-4e20-a91c-501ebc107778&lt;/guid&gt;&lt;guid&gt;f01cb306-9e1f-4590-9e38-bbf493ef8b1f&lt;/guid&gt;&lt;guid&gt;27b66761-f25d-4ebf-b7cd-c087bafe2652&lt;/guid&gt;&lt;guid&gt;7209000d-aa96-4e20-a91c-501ebc107778&lt;/guid&gt;&lt;guid&gt;7209000d-aa96-4e20-a91c-501ebc107778&lt;/guid&gt;&lt;guid&gt;7209000d-aa96-4e20-a91c-501ebc107778&lt;/guid&gt;&lt;guid&gt;7209000d-aa96-4e20-a91c-501ebc107778&lt;/guid&gt;&lt;guid&gt;7209000d-aa96-4e20-a91c-501ebc107778&lt;/guid&gt;&lt;guid&gt;7209000d-aa96-4e20-a91c-501ebc107778&lt;/guid&gt;&lt;guid&gt;5be2a765-e72f-40ef-9415-d6db991094bf&lt;/guid&gt;&lt;guid&gt;0c6b5fa0-27fa-4460-9bdd-29a275a83938&lt;/guid&gt;&lt;guid&gt;6806274d-ae00-4671-bcc4-6c446fd75137&lt;/guid&gt;&lt;guid&gt;eff1ad0d-edff-4696-b71d-26e747cd86cc&lt;/guid&gt;&lt;guid&gt;7e7f40d8-8d37-45ee-9724-a8bf02ad8fcf&lt;/guid&gt;&lt;/SlideGuids&gt;&lt;/NativeSection&gt;&lt;NativeSection&gt;&lt;Name&gt;Introduction to Commands - Cmdlet Common Parameters&lt;/Name&gt;&lt;FirstSlideIndex&gt;67&lt;/FirstSlideIndex&gt;&lt;SlidesCount&gt;12&lt;/SlidesCount&gt;&lt;SlideGuids&gt;&lt;guid&gt;9654f450-f019-44e6-b65b-d1bb1c9ab9cf&lt;/guid&gt;&lt;guid&gt;3f57c3d8-ad09-42db-8b7f-fb53311bbcb1&lt;/guid&gt;&lt;guid&gt;1b20324c-120d-4cd2-829e-ef4a36f4353a&lt;/guid&gt;&lt;guid&gt;cac7793a-fc43-4ff7-bf41-3e011449d657&lt;/guid&gt;&lt;guid&gt;8f045e5b-b095-40cd-80a0-6e971422544f&lt;/guid&gt;&lt;guid&gt;95714aaa-8dfb-4b1e-8b1e-37271dd273fa&lt;/guid&gt;&lt;guid&gt;9ab87bb2-7e8f-4af4-a94a-a8610fdccfdc&lt;/guid&gt;&lt;guid&gt;777d5f4b-0b2a-4316-82e8-5d730bbccaab&lt;/guid&gt;&lt;guid&gt;4654dda3-5a19-4678-8030-b1706eb3eb3f&lt;/guid&gt;&lt;guid&gt;2446594d-bc9d-40a4-8baa-b7757caf755f&lt;/guid&gt;&lt;guid&gt;b9cda98c-f984-44d2-949b-c0a768deba69&lt;/guid&gt;&lt;guid&gt;7e7f40d8-8d37-45ee-9724-a8bf02ad8fcf&lt;/guid&gt;&lt;/SlideGuids&gt;&lt;/NativeSection&gt;&lt;NativeSection&gt;&lt;Name&gt;Introduction to Commands - Command Termination and Line Continuation&lt;/Name&gt;&lt;FirstSlideIndex&gt;79&lt;/FirstSlideIndex&gt;&lt;SlidesCount&gt;8&lt;/SlidesCount&gt;&lt;SlideGuids&gt;&lt;guid&gt;1a25d4e7-21ea-4c9d-82ca-1c4d40b802e6&lt;/guid&gt;&lt;guid&gt;d4fc2cfb-1f4c-4284-9a90-8a9dfac87a51&lt;/guid&gt;&lt;guid&gt;00691e86-e96c-4ad2-9f74-ef4b3fa2693f&lt;/guid&gt;&lt;guid&gt;24f45a39-5d68-4f45-9666-28a431578cb4&lt;/guid&gt;&lt;guid&gt;cda6b029-eec0-4e35-9554-8139afb73cdf&lt;/guid&gt;&lt;guid&gt;ed0db01f-b035-4031-8354-c833afab6954&lt;/guid&gt;&lt;guid&gt;ae2f9860-d0e5-45d9-aeb9-b8c30276d763&lt;/guid&gt;&lt;guid&gt;7e7f40d8-8d37-45ee-9724-a8bf02ad8fcf&lt;/guid&gt;&lt;/SlideGuids&gt;&lt;/NativeSection&gt;&lt;NativeSection&gt;&lt;Name&gt;Introduction to Commands - Built-in Aliases&lt;/Name&gt;&lt;FirstSlideIndex&gt;87&lt;/FirstSlideIndex&gt;&lt;SlidesCount&gt;5&lt;/SlidesCount&gt;&lt;SlideGuids&gt;&lt;guid&gt;daa0c646-4964-4677-b662-6d7b5bde0af7&lt;/guid&gt;&lt;guid&gt;4df4c6eb-d2a5-4e73-bc8d-d337ce32b5c8&lt;/guid&gt;&lt;guid&gt;c1f56b12-3707-4f35-8733-39b9c38473e9&lt;/guid&gt;&lt;guid&gt;a3c72e30-c9fd-41a2-81b7-774a592681f2&lt;/guid&gt;&lt;guid&gt;7e7f40d8-8d37-45ee-9724-a8bf02ad8fcf&lt;/guid&gt;&lt;/SlideGuids&gt;&lt;/NativeSection&gt;&lt;NativeSection&gt;&lt;Name&gt;Introduction to Commands - User-defined Aliases&lt;/Name&gt;&lt;FirstSlideIndex&gt;92&lt;/FirstSlideIndex&gt;&lt;SlidesCount&gt;5&lt;/SlidesCount&gt;&lt;SlideGuids&gt;&lt;guid&gt;a7c2d5d0-e482-48f2-9014-d873da40f698&lt;/guid&gt;&lt;guid&gt;aa04ec43-c604-4a73-b2eb-0ef0ee77f79c&lt;/guid&gt;&lt;guid&gt;7209000d-aa96-4e20-a91c-501ebc107778&lt;/guid&gt;&lt;guid&gt;20c1946b-9a3c-4b0a-ba7c-74353ae716f5&lt;/guid&gt;&lt;guid&gt;7e7f40d8-8d37-45ee-9724-a8bf02ad8fcf&lt;/guid&gt;&lt;/SlideGuids&gt;&lt;/NativeSection&gt;&lt;NativeSection&gt;&lt;Name&gt;Introduction to Commands - Lab: Introduction to Commands&lt;/Name&gt;&lt;FirstSlideIndex&gt;97&lt;/FirstSlideIndex&gt;&lt;SlidesCount&gt;2&lt;/SlidesCount&gt;&lt;SlideGuids&gt;&lt;guid&gt;e5936d9c-b546-443b-afcc-e10e11a5dae6&lt;/guid&gt;&lt;guid&gt;1e5e1ebb-e8bf-4fba-87f5-5fca36bd0235&lt;/guid&gt;&lt;/SlideGuids&gt;&lt;/NativeSection&gt;&lt;/ArrayOfNativeSection&gt;"/>
  <p:tag name="MIO_EKGUID" val="602ca75f-b92d-4d33-a8d7-07e8571bebc5"/>
  <p:tag name="MIO_UPDATE" val="True"/>
  <p:tag name="MIO_VERSION" val="30.03.2020 15:44:06"/>
  <p:tag name="MIO_DBID" val="12B0C59E-2253-4124-A5E9-470ADF4CB168"/>
  <p:tag name="MIO_LASTDOWNLOADED" val="30.03.2020 17:44:54"/>
  <p:tag name="MIO_OBJECTNAME" val="Module Dark Grey"/>
  <p:tag name="MIO_LASTEDITORNAME" val="Devid Treuling"/>
</p:tagLst>
</file>

<file path=ppt/tags/tag2.xml><?xml version="1.0" encoding="utf-8"?>
<p:tagLst xmlns:a="http://schemas.openxmlformats.org/drawingml/2006/main" xmlns:r="http://schemas.openxmlformats.org/officeDocument/2006/relationships" xmlns:p="http://schemas.openxmlformats.org/presentationml/2006/main">
  <p:tag name="MIO_GUID" val="77499e9a-31aa-40e0-aa71-ba32caef6098"/>
  <p:tag name="MIO_EKGUID" val="dadf7f33-1b3b-444f-82e3-91528bb138ab"/>
  <p:tag name="MIO_UPDATE" val="True"/>
  <p:tag name="MIO_VERSION" val="30.03.2020 15:44:05"/>
  <p:tag name="MIO_DBID" val="12b0c59e-2253-4124-a5e9-470adf4cb168"/>
  <p:tag name="MIO_LASTDOWNLOADED" val="30.03.2020 15:44:51"/>
  <p:tag name="MIO_OBJECTNAME" val="Title"/>
  <p:tag name="MIO_LASTEDITORNAME" val="Devid Treuling"/>
</p:tagLst>
</file>

<file path=ppt/tags/tag3.xml><?xml version="1.0" encoding="utf-8"?>
<p:tagLst xmlns:a="http://schemas.openxmlformats.org/drawingml/2006/main" xmlns:r="http://schemas.openxmlformats.org/officeDocument/2006/relationships" xmlns:p="http://schemas.openxmlformats.org/presentationml/2006/main">
  <p:tag name="MIO_GUID" val="55a10cb0-526b-427f-b329-564b9d813585"/>
  <p:tag name="MIO_EKGUID" val="16198fbd-a8ef-4b10-90b5-600ff933c912"/>
  <p:tag name="MIO_UPDATE" val="True"/>
  <p:tag name="MIO_VERSION" val="30.03.2020 15:44:05"/>
  <p:tag name="MIO_DBID" val="12b0c59e-2253-4124-a5e9-470adf4cb168"/>
  <p:tag name="MIO_LASTDOWNLOADED" val="30.03.2020 15:44:51"/>
  <p:tag name="MIO_OBJECTNAME" val="Disclaimer"/>
  <p:tag name="MIO_LASTEDITORNAME" val="Devid Treuling"/>
</p:tagLst>
</file>

<file path=ppt/tags/tag4.xml><?xml version="1.0" encoding="utf-8"?>
<p:tagLst xmlns:a="http://schemas.openxmlformats.org/drawingml/2006/main" xmlns:r="http://schemas.openxmlformats.org/officeDocument/2006/relationships" xmlns:p="http://schemas.openxmlformats.org/presentationml/2006/main">
  <p:tag name="MIO_GUID" val="3f15d768-aaeb-472a-a613-08046adda187"/>
  <p:tag name="MIO_EKGUID" val="66b2b442-327e-43dd-bd4d-df915862f5d3"/>
  <p:tag name="MIO_UPDATE" val="True"/>
  <p:tag name="MIO_VERSION" val="30.03.2020 15:44:05"/>
  <p:tag name="MIO_DBID" val="12b0c59e-2253-4124-a5e9-470adf4cb168"/>
  <p:tag name="MIO_LASTDOWNLOADED" val="30.03.2020 15:44:51"/>
  <p:tag name="MIO_OBJECTNAME" val="Learning Units covered in this Module"/>
  <p:tag name="MIO_LASTEDITORNAME" val="Devid Treuling"/>
</p:tagLst>
</file>

<file path=ppt/tags/tag5.xml><?xml version="1.0" encoding="utf-8"?>
<p:tagLst xmlns:a="http://schemas.openxmlformats.org/drawingml/2006/main" xmlns:r="http://schemas.openxmlformats.org/officeDocument/2006/relationships" xmlns:p="http://schemas.openxmlformats.org/presentationml/2006/main">
  <p:tag name="MIO_GUID" val="9d9e1da7-2723-4f69-b69f-21b1693715c5"/>
  <p:tag name="MIO_EKGUID" val="54ade1c1-5b04-4aab-863d-fd2e000d0565"/>
  <p:tag name="MIO_UPDATE" val="True"/>
  <p:tag name="MIO_VERSION" val="30.03.2020 15:44:05"/>
  <p:tag name="MIO_DBID" val="12b0c59e-2253-4124-a5e9-470adf4cb168"/>
  <p:tag name="MIO_LASTDOWNLOADED" val="30.03.2020 15:44:51"/>
  <p:tag name="MIO_OBJECTNAME" val="Learning 1"/>
  <p:tag name="MIO_LASTEDITORNAME" val="Devid Treuling"/>
</p:tagLst>
</file>

<file path=ppt/tags/tag6.xml><?xml version="1.0" encoding="utf-8"?>
<p:tagLst xmlns:a="http://schemas.openxmlformats.org/drawingml/2006/main" xmlns:r="http://schemas.openxmlformats.org/officeDocument/2006/relationships" xmlns:p="http://schemas.openxmlformats.org/presentationml/2006/main">
  <p:tag name="MIO_GUID" val="9d9e1da7-2723-4f69-b69f-21b1693715c5"/>
  <p:tag name="MIO_EKGUID" val="54ade1c1-5b04-4aab-863d-fd2e000d0565"/>
  <p:tag name="MIO_UPDATE" val="True"/>
  <p:tag name="MIO_VERSION" val="30.03.2020 15:44:05"/>
  <p:tag name="MIO_DBID" val="12b0c59e-2253-4124-a5e9-470adf4cb168"/>
  <p:tag name="MIO_LASTDOWNLOADED" val="30.03.2020 15:44:51"/>
  <p:tag name="MIO_OBJECTNAME" val="Learning 1"/>
  <p:tag name="MIO_LASTEDITORNAME" val="Devid Treuling"/>
</p:tagLst>
</file>

<file path=ppt/tags/tag7.xml><?xml version="1.0" encoding="utf-8"?>
<p:tagLst xmlns:a="http://schemas.openxmlformats.org/drawingml/2006/main" xmlns:r="http://schemas.openxmlformats.org/officeDocument/2006/relationships" xmlns:p="http://schemas.openxmlformats.org/presentationml/2006/main">
  <p:tag name="MIO_GUID" val="7e7f40d8-8d37-45ee-9724-a8bf02ad8fcf"/>
  <p:tag name="MIO_EKGUID" val="b0bc2a4e-b359-41fd-8d02-f26205a8e61a"/>
  <p:tag name="MIO_UPDATE" val="True"/>
  <p:tag name="MIO_VERSION" val="30.03.2020 15:44:05"/>
  <p:tag name="MIO_DBID" val="12b0c59e-2253-4124-a5e9-470adf4cb168"/>
  <p:tag name="MIO_LASTDOWNLOADED" val="30.03.2020 15:44:52"/>
  <p:tag name="MIO_OBJECTNAME" val="Questions?"/>
  <p:tag name="MIO_LASTEDITORNAME" val="Devid Treuling"/>
</p:tagLst>
</file>

<file path=ppt/tags/tag8.xml><?xml version="1.0" encoding="utf-8"?>
<p:tagLst xmlns:a="http://schemas.openxmlformats.org/drawingml/2006/main" xmlns:r="http://schemas.openxmlformats.org/officeDocument/2006/relationships" xmlns:p="http://schemas.openxmlformats.org/presentationml/2006/main">
  <p:tag name="MIO_GUID" val="e5936d9c-b546-443b-afcc-e10e11a5dae6"/>
  <p:tag name="MIO_EKGUID" val="49620678-51bf-43f9-9090-c87048a425b9"/>
  <p:tag name="MIO_UPDATE" val="True"/>
  <p:tag name="MIO_VERSION" val="30.03.2020 15:44:06"/>
  <p:tag name="MIO_DBID" val="12b0c59e-2253-4124-a5e9-470adf4cb168"/>
  <p:tag name="MIO_LASTDOWNLOADED" val="30.03.2020 15:44:52"/>
  <p:tag name="MIO_OBJECTNAME" val="Lab Name"/>
  <p:tag name="MIO_LASTEDITORNAME" val="Devid Treuling"/>
</p:tagLst>
</file>

<file path=ppt/theme/theme1.xml><?xml version="1.0" encoding="utf-8"?>
<a:theme xmlns:a="http://schemas.openxmlformats.org/drawingml/2006/main" name="White Template">
  <a:themeElements>
    <a:clrScheme name="Custom 2">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item1.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4.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5.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6.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7.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8.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9.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0.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1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MediaLengthInSeconds xmlns="fe7a4c3d-94ce-45db-961b-252eaa2a0914" xsi:nil="true"/>
  </documentManagement>
</p:properties>
</file>

<file path=customXml/item12.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3.xml><?xml version="1.0" encoding="utf-8"?>
<pd:PersonalizationDefinition xmlns:pd="Strauss.PersonalizationDefinition" name="">
  <pd:DataReferenceList>
    <pd:DataReference datasourceID="feebff45-792f-402d-b0b2-aef9b0ece030" dataFieldID="c025b050-8f9b-4a58-8690-6c2d0d1906cd" variableListUniqueId="d6c5d8a6-45b5-4a0e-b0e7-cf1e0e53bdd5"/>
  </pd:DataReferenceList>
  <pd:VariableReplacementDescriptor name="" desc="" uid="">
    <pd:DataReferenceList>
      <pd:DataReference datasourceID="feebff45-792f-402d-b0b2-aef9b0ece030" dataFieldID="c025b050-8f9b-4a58-8690-6c2d0d1906cd" variableListUniqueId="d6c5d8a6-45b5-4a0e-b0e7-cf1e0e53bdd5"/>
    </pd:DataReferenceList>
  </pd:VariableReplacementDescriptor>
</pd:PersonalizationDefinition>
</file>

<file path=customXml/item14.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15.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6.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7.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8.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9.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20.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21.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2.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3.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24.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5.xml><?xml version="1.0" encoding="utf-8"?>
<ct:contentTypeSchema xmlns:ct="http://schemas.microsoft.com/office/2006/metadata/contentType" xmlns:ma="http://schemas.microsoft.com/office/2006/metadata/properties/metaAttributes" ct:_="" ma:_="" ma:contentTypeName="Document" ma:contentTypeID="0x010100E69BC7A8EC74B74F8EB826872BF35821" ma:contentTypeVersion="11" ma:contentTypeDescription="Create a new document." ma:contentTypeScope="" ma:versionID="98f8333384bacb13134c50c15d5bcc22">
  <xsd:schema xmlns:xsd="http://www.w3.org/2001/XMLSchema" xmlns:xs="http://www.w3.org/2001/XMLSchema" xmlns:p="http://schemas.microsoft.com/office/2006/metadata/properties" xmlns:ns1="http://schemas.microsoft.com/sharepoint/v3" xmlns:ns2="fe7a4c3d-94ce-45db-961b-252eaa2a0914" targetNamespace="http://schemas.microsoft.com/office/2006/metadata/properties" ma:root="true" ma:fieldsID="760a6c141a50ce6b1373ff46f6810f2c" ns1:_="" ns2:_="">
    <xsd:import namespace="http://schemas.microsoft.com/sharepoint/v3"/>
    <xsd:import namespace="fe7a4c3d-94ce-45db-961b-252eaa2a091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MediaServiceDoc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1" nillable="true" ma:displayName="Unified Compliance Policy Properties" ma:hidden="true" ma:internalName="_ip_UnifiedCompliancePolicyProperties">
      <xsd:simpleType>
        <xsd:restriction base="dms:Note"/>
      </xsd:simpleType>
    </xsd:element>
    <xsd:element name="_ip_UnifiedCompliancePolicyUIAction" ma:index="1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e7a4c3d-94ce-45db-961b-252eaa2a091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3" nillable="true" ma:displayName="MediaServiceBillingMetadata" ma:hidden="true" ma:internalName="MediaServiceBillingMetadata"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DocTags" ma:index="18" nillable="true" ma:displayName="MediaServiceDocTags" ma:hidden="true" ma:internalName="MediaServiceDocTag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6.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27.xml><?xml version="1.0" encoding="utf-8"?>
<?mso-contentType ?>
<FormTemplates xmlns="http://schemas.microsoft.com/sharepoint/v3/contenttype/forms">
  <Display>DocumentLibraryForm</Display>
  <Edit>DocumentLibraryForm</Edit>
  <New>DocumentLibraryForm</New>
</FormTemplates>
</file>

<file path=customXml/item28.xml><?xml version="1.0" encoding="utf-8"?>
<pd:PersonalizationDefinition xmlns:pd="Strauss.PersonalizationDefinition" name="">
  <pd:DataReferenceList>
    <pd:DataReference datasourceID="feebff45-792f-402d-b0b2-aef9b0ece030" dataFieldID="0fc3de7b-ed55-4ec3-b286-0b42951918c3" variableListUniqueId="d6c5d8a6-45b5-4a0e-b0e7-cf1e0e53bdd5"/>
  </pd:DataReferenceList>
  <pd:VariableReplacementDescriptor name="" desc="" uid="">
    <pd:DataReferenceList>
      <pd:DataReference datasourceID="feebff45-792f-402d-b0b2-aef9b0ece030" dataFieldID="0fc3de7b-ed55-4ec3-b286-0b42951918c3" variableListUniqueId="d6c5d8a6-45b5-4a0e-b0e7-cf1e0e53bdd5"/>
    </pd:DataReferenceList>
  </pd:VariableReplacementDescriptor>
</pd:PersonalizationDefinition>
</file>

<file path=customXml/item29.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0.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1.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2.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33.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4.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35.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6.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37.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8.xml><?xml version="1.0" encoding="utf-8"?>
<pd:PersonalizationDefinition xmlns:pd="Strauss.PersonalizationDefinition" name="">
  <pd:DataReferenceList>
    <pd:DataReference datasourceID="feebff45-792f-402d-b0b2-aef9b0ece030" dataFieldID="0fc3de7b-ed55-4ec3-b286-0b42951918c3" variableListUniqueId="d6c5d8a6-45b5-4a0e-b0e7-cf1e0e53bdd5"/>
  </pd:DataReferenceList>
  <pd:VariableReplacementDescriptor name="" desc="" uid="">
    <pd:DataReferenceList>
      <pd:DataReference datasourceID="feebff45-792f-402d-b0b2-aef9b0ece030" dataFieldID="0fc3de7b-ed55-4ec3-b286-0b42951918c3" variableListUniqueId="d6c5d8a6-45b5-4a0e-b0e7-cf1e0e53bdd5"/>
    </pd:DataReferenceList>
  </pd:VariableReplacementDescriptor>
</pd:PersonalizationDefinition>
</file>

<file path=customXml/item39.xml><?xml version="1.0" encoding="utf-8"?>
<pd:PersonalizationDefinition xmlns:pd="Strauss.PersonalizationDefinition" name="">
  <pd:DataReferenceList>
    <pd:DataReference datasourceID="feebff45-792f-402d-b0b2-aef9b0ece030" dataFieldID="c025b050-8f9b-4a58-8690-6c2d0d1906cd" variableListUniqueId="d6c5d8a6-45b5-4a0e-b0e7-cf1e0e53bdd5"/>
  </pd:DataReferenceList>
  <pd:VariableReplacementDescriptor name="" desc="" uid="">
    <pd:DataReferenceList>
      <pd:DataReference datasourceID="feebff45-792f-402d-b0b2-aef9b0ece030" dataFieldID="c025b050-8f9b-4a58-8690-6c2d0d1906cd" variableListUniqueId="d6c5d8a6-45b5-4a0e-b0e7-cf1e0e53bdd5"/>
    </pd:DataReferenceList>
  </pd:VariableReplacementDescriptor>
</pd:PersonalizationDefinition>
</file>

<file path=customXml/item40.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41.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Props1.xml><?xml version="1.0" encoding="utf-8"?>
<ds:datastoreItem xmlns:ds="http://schemas.openxmlformats.org/officeDocument/2006/customXml" ds:itemID="{B228D3F7-8445-4CE7-92DC-AC7FE2D5A2AF}">
  <ds:schemaRefs>
    <ds:schemaRef ds:uri="Strauss.PersonalizationDefinition"/>
  </ds:schemaRefs>
</ds:datastoreItem>
</file>

<file path=customXml/itemProps2.xml><?xml version="1.0" encoding="utf-8"?>
<ds:datastoreItem xmlns:ds="http://schemas.openxmlformats.org/officeDocument/2006/customXml" ds:itemID="{5C919DC8-E31E-42F0-9621-B916C2E029BA}">
  <ds:schemaRefs>
    <ds:schemaRef ds:uri="Strauss.PersonalizationDefinition"/>
  </ds:schemaRefs>
</ds:datastoreItem>
</file>

<file path=customXml/itemProps3.xml><?xml version="1.0" encoding="utf-8"?>
<ds:datastoreItem xmlns:ds="http://schemas.openxmlformats.org/officeDocument/2006/customXml" ds:itemID="{734F6CED-B619-41E0-BEDE-58B64D5F5EB2}">
  <ds:schemaRefs>
    <ds:schemaRef ds:uri="Strauss.PersonalizationDefinition"/>
  </ds:schemaRefs>
</ds:datastoreItem>
</file>

<file path=customXml/itemProps4.xml><?xml version="1.0" encoding="utf-8"?>
<ds:datastoreItem xmlns:ds="http://schemas.openxmlformats.org/officeDocument/2006/customXml" ds:itemID="{7BE5F28F-50CA-40F1-A02E-E794FE33362D}">
  <ds:schemaRefs>
    <ds:schemaRef ds:uri="Strauss.PersonalizationDefinition"/>
  </ds:schemaRefs>
</ds:datastoreItem>
</file>

<file path=customXml/itemProps5.xml><?xml version="1.0" encoding="utf-8"?>
<ds:datastoreItem xmlns:ds="http://schemas.openxmlformats.org/officeDocument/2006/customXml" ds:itemID="{BC268A45-186B-46A3-937F-0E016CEA70C1}">
  <ds:schemaRefs>
    <ds:schemaRef ds:uri="Strauss.PersonalizationDefinition"/>
  </ds:schemaRefs>
</ds:datastoreItem>
</file>

<file path=customXml/itemProps6.xml><?xml version="1.0" encoding="utf-8"?>
<ds:datastoreItem xmlns:ds="http://schemas.openxmlformats.org/officeDocument/2006/customXml" ds:itemID="{EDFBA6C8-3A38-44F0-B645-B6B0034983DA}">
  <ds:schemaRefs>
    <ds:schemaRef ds:uri="Strauss.PersonalizationDefinition"/>
  </ds:schemaRefs>
</ds:datastoreItem>
</file>

<file path=customXml/itemProps7.xml><?xml version="1.0" encoding="utf-8"?>
<ds:datastoreItem xmlns:ds="http://schemas.openxmlformats.org/officeDocument/2006/customXml" ds:itemID="{D7FDC28F-4CBD-40ED-9D33-0A1360D5DEC4}">
  <ds:schemaRefs>
    <ds:schemaRef ds:uri="Strauss.PersonalizationDefinition"/>
  </ds:schemaRefs>
</ds:datastoreItem>
</file>

<file path=customXml/itemProps8.xml><?xml version="1.0" encoding="utf-8"?>
<ds:datastoreItem xmlns:ds="http://schemas.openxmlformats.org/officeDocument/2006/customXml" ds:itemID="{68BE9F8F-073F-46B7-B2D0-86DC8E2E9DCE}">
  <ds:schemaRefs>
    <ds:schemaRef ds:uri="Strauss.PersonalizationDefinition"/>
  </ds:schemaRefs>
</ds:datastoreItem>
</file>

<file path=customXml/itemProps9.xml><?xml version="1.0" encoding="utf-8"?>
<ds:datastoreItem xmlns:ds="http://schemas.openxmlformats.org/officeDocument/2006/customXml" ds:itemID="{B09E3EAE-66CA-4A91-A5FE-A34A70B099ED}">
  <ds:schemaRefs>
    <ds:schemaRef ds:uri="Strauss.PersonalizationDefinition"/>
  </ds:schemaRefs>
</ds:datastoreItem>
</file>

<file path=customXml/itemProps10.xml><?xml version="1.0" encoding="utf-8"?>
<ds:datastoreItem xmlns:ds="http://schemas.openxmlformats.org/officeDocument/2006/customXml" ds:itemID="{ECCE7DC3-F525-4E76-8812-56FCA2D21E50}">
  <ds:schemaRefs>
    <ds:schemaRef ds:uri="Strauss.PersonalizationDefinition"/>
  </ds:schemaRefs>
</ds:datastoreItem>
</file>

<file path=customXml/itemProps11.xml><?xml version="1.0" encoding="utf-8"?>
<ds:datastoreItem xmlns:ds="http://schemas.openxmlformats.org/officeDocument/2006/customXml" ds:itemID="{AC7687D8-5695-4F99-A8BA-1D247B418C22}">
  <ds:schemaRefs>
    <ds:schemaRef ds:uri="http://www.w3.org/XML/1998/namespace"/>
    <ds:schemaRef ds:uri="fb9ea31f-0ab8-44ff-80d1-5777f6d9d945"/>
    <ds:schemaRef ds:uri="http://schemas.microsoft.com/sharepoint/v3"/>
    <ds:schemaRef ds:uri="http://schemas.microsoft.com/office/2006/metadata/properties"/>
    <ds:schemaRef ds:uri="http://purl.org/dc/terms/"/>
    <ds:schemaRef ds:uri="cea7764e-6bf9-427d-be15-e74097e0a61c"/>
    <ds:schemaRef ds:uri="http://purl.org/dc/dcmitype/"/>
    <ds:schemaRef ds:uri="http://schemas.microsoft.com/office/2006/documentManagement/types"/>
    <ds:schemaRef ds:uri="http://schemas.microsoft.com/office/infopath/2007/PartnerControls"/>
    <ds:schemaRef ds:uri="http://schemas.openxmlformats.org/package/2006/metadata/core-properties"/>
    <ds:schemaRef ds:uri="230e9df3-be65-4c73-a93b-d1236ebd677e"/>
    <ds:schemaRef ds:uri="http://purl.org/dc/elements/1.1/"/>
  </ds:schemaRefs>
</ds:datastoreItem>
</file>

<file path=customXml/itemProps12.xml><?xml version="1.0" encoding="utf-8"?>
<ds:datastoreItem xmlns:ds="http://schemas.openxmlformats.org/officeDocument/2006/customXml" ds:itemID="{FBC13881-F2DC-4AA3-88C8-97C40CA1EBC7}">
  <ds:schemaRefs>
    <ds:schemaRef ds:uri="Strauss.PersonalizationDefinition"/>
  </ds:schemaRefs>
</ds:datastoreItem>
</file>

<file path=customXml/itemProps13.xml><?xml version="1.0" encoding="utf-8"?>
<ds:datastoreItem xmlns:ds="http://schemas.openxmlformats.org/officeDocument/2006/customXml" ds:itemID="{541D4602-AC17-4CBD-B95E-D5B3D757BC54}">
  <ds:schemaRefs>
    <ds:schemaRef ds:uri="Strauss.PersonalizationDefinition"/>
  </ds:schemaRefs>
</ds:datastoreItem>
</file>

<file path=customXml/itemProps14.xml><?xml version="1.0" encoding="utf-8"?>
<ds:datastoreItem xmlns:ds="http://schemas.openxmlformats.org/officeDocument/2006/customXml" ds:itemID="{D55AC15F-0A03-4D96-AA43-65FC3DCE2717}">
  <ds:schemaRefs>
    <ds:schemaRef ds:uri="Strauss.PersonalizationDefinition"/>
  </ds:schemaRefs>
</ds:datastoreItem>
</file>

<file path=customXml/itemProps15.xml><?xml version="1.0" encoding="utf-8"?>
<ds:datastoreItem xmlns:ds="http://schemas.openxmlformats.org/officeDocument/2006/customXml" ds:itemID="{08068EAD-DA6C-4DC8-843E-9CB0982D15F3}">
  <ds:schemaRefs>
    <ds:schemaRef ds:uri="Strauss.PersonalizationDefinition"/>
  </ds:schemaRefs>
</ds:datastoreItem>
</file>

<file path=customXml/itemProps16.xml><?xml version="1.0" encoding="utf-8"?>
<ds:datastoreItem xmlns:ds="http://schemas.openxmlformats.org/officeDocument/2006/customXml" ds:itemID="{DE0DC7DC-A960-4E6E-BF1B-D3D906B081A2}">
  <ds:schemaRefs>
    <ds:schemaRef ds:uri="Strauss.PersonalizationDefinition"/>
  </ds:schemaRefs>
</ds:datastoreItem>
</file>

<file path=customXml/itemProps17.xml><?xml version="1.0" encoding="utf-8"?>
<ds:datastoreItem xmlns:ds="http://schemas.openxmlformats.org/officeDocument/2006/customXml" ds:itemID="{103AB8E4-C30A-4895-9606-8D77F2E70F19}">
  <ds:schemaRefs>
    <ds:schemaRef ds:uri="Strauss.PersonalizationDefinition"/>
  </ds:schemaRefs>
</ds:datastoreItem>
</file>

<file path=customXml/itemProps18.xml><?xml version="1.0" encoding="utf-8"?>
<ds:datastoreItem xmlns:ds="http://schemas.openxmlformats.org/officeDocument/2006/customXml" ds:itemID="{C1060A51-5976-4775-97EE-ABE1B1E4972A}">
  <ds:schemaRefs>
    <ds:schemaRef ds:uri="Strauss.PersonalizationDefinition"/>
  </ds:schemaRefs>
</ds:datastoreItem>
</file>

<file path=customXml/itemProps19.xml><?xml version="1.0" encoding="utf-8"?>
<ds:datastoreItem xmlns:ds="http://schemas.openxmlformats.org/officeDocument/2006/customXml" ds:itemID="{DF333A1B-0A9C-4DA8-ADAB-4378B69FDC48}">
  <ds:schemaRefs>
    <ds:schemaRef ds:uri="Strauss.PersonalizationDefinition"/>
  </ds:schemaRefs>
</ds:datastoreItem>
</file>

<file path=customXml/itemProps20.xml><?xml version="1.0" encoding="utf-8"?>
<ds:datastoreItem xmlns:ds="http://schemas.openxmlformats.org/officeDocument/2006/customXml" ds:itemID="{628127A0-F2C3-45C3-BB9F-5B29A6B848BE}">
  <ds:schemaRefs>
    <ds:schemaRef ds:uri="Strauss.PersonalizationDefinition"/>
  </ds:schemaRefs>
</ds:datastoreItem>
</file>

<file path=customXml/itemProps21.xml><?xml version="1.0" encoding="utf-8"?>
<ds:datastoreItem xmlns:ds="http://schemas.openxmlformats.org/officeDocument/2006/customXml" ds:itemID="{406127A5-B8F7-4F8A-95A9-8E20F72EA129}">
  <ds:schemaRefs>
    <ds:schemaRef ds:uri="Strauss.PersonalizationDefinition"/>
  </ds:schemaRefs>
</ds:datastoreItem>
</file>

<file path=customXml/itemProps22.xml><?xml version="1.0" encoding="utf-8"?>
<ds:datastoreItem xmlns:ds="http://schemas.openxmlformats.org/officeDocument/2006/customXml" ds:itemID="{82C716E8-B770-4139-99B0-F35B9C64B90F}">
  <ds:schemaRefs>
    <ds:schemaRef ds:uri="Strauss.PersonalizationDefinition"/>
  </ds:schemaRefs>
</ds:datastoreItem>
</file>

<file path=customXml/itemProps23.xml><?xml version="1.0" encoding="utf-8"?>
<ds:datastoreItem xmlns:ds="http://schemas.openxmlformats.org/officeDocument/2006/customXml" ds:itemID="{6F485757-9F3C-4A1E-9E86-E1C1551910BA}">
  <ds:schemaRefs>
    <ds:schemaRef ds:uri="Strauss.PersonalizationDefinition"/>
  </ds:schemaRefs>
</ds:datastoreItem>
</file>

<file path=customXml/itemProps24.xml><?xml version="1.0" encoding="utf-8"?>
<ds:datastoreItem xmlns:ds="http://schemas.openxmlformats.org/officeDocument/2006/customXml" ds:itemID="{6552B3D2-5F72-49FB-8B35-AFE12BF36804}">
  <ds:schemaRefs>
    <ds:schemaRef ds:uri="Strauss.PersonalizationDefinition"/>
  </ds:schemaRefs>
</ds:datastoreItem>
</file>

<file path=customXml/itemProps25.xml><?xml version="1.0" encoding="utf-8"?>
<ds:datastoreItem xmlns:ds="http://schemas.openxmlformats.org/officeDocument/2006/customXml" ds:itemID="{4C373FDA-8B3E-4512-A985-70CA0BA579D2}"/>
</file>

<file path=customXml/itemProps26.xml><?xml version="1.0" encoding="utf-8"?>
<ds:datastoreItem xmlns:ds="http://schemas.openxmlformats.org/officeDocument/2006/customXml" ds:itemID="{FC25CD5D-A9DA-407F-9106-47BDA14BCED9}">
  <ds:schemaRefs>
    <ds:schemaRef ds:uri="Strauss.PersonalizationDefinition"/>
  </ds:schemaRefs>
</ds:datastoreItem>
</file>

<file path=customXml/itemProps27.xml><?xml version="1.0" encoding="utf-8"?>
<ds:datastoreItem xmlns:ds="http://schemas.openxmlformats.org/officeDocument/2006/customXml" ds:itemID="{C18D3FE9-2C4E-470C-9B85-FEEE51F2FFFE}">
  <ds:schemaRefs>
    <ds:schemaRef ds:uri="http://schemas.microsoft.com/sharepoint/v3/contenttype/forms"/>
  </ds:schemaRefs>
</ds:datastoreItem>
</file>

<file path=customXml/itemProps28.xml><?xml version="1.0" encoding="utf-8"?>
<ds:datastoreItem xmlns:ds="http://schemas.openxmlformats.org/officeDocument/2006/customXml" ds:itemID="{13A5538B-5199-4900-941A-B01E377F2065}">
  <ds:schemaRefs>
    <ds:schemaRef ds:uri="Strauss.PersonalizationDefinition"/>
  </ds:schemaRefs>
</ds:datastoreItem>
</file>

<file path=customXml/itemProps29.xml><?xml version="1.0" encoding="utf-8"?>
<ds:datastoreItem xmlns:ds="http://schemas.openxmlformats.org/officeDocument/2006/customXml" ds:itemID="{4EA01338-72BB-48B6-B6A4-05B31FE21105}">
  <ds:schemaRefs>
    <ds:schemaRef ds:uri="Strauss.PersonalizationDefinition"/>
  </ds:schemaRefs>
</ds:datastoreItem>
</file>

<file path=customXml/itemProps30.xml><?xml version="1.0" encoding="utf-8"?>
<ds:datastoreItem xmlns:ds="http://schemas.openxmlformats.org/officeDocument/2006/customXml" ds:itemID="{F56EB5D8-3CD5-48EE-9536-13CF2B9AC25D}">
  <ds:schemaRefs>
    <ds:schemaRef ds:uri="Strauss.PersonalizationDefinition"/>
  </ds:schemaRefs>
</ds:datastoreItem>
</file>

<file path=customXml/itemProps31.xml><?xml version="1.0" encoding="utf-8"?>
<ds:datastoreItem xmlns:ds="http://schemas.openxmlformats.org/officeDocument/2006/customXml" ds:itemID="{2BCFCE7B-4A43-491B-887D-365E2A1C50B2}">
  <ds:schemaRefs>
    <ds:schemaRef ds:uri="Strauss.PersonalizationDefinition"/>
  </ds:schemaRefs>
</ds:datastoreItem>
</file>

<file path=customXml/itemProps32.xml><?xml version="1.0" encoding="utf-8"?>
<ds:datastoreItem xmlns:ds="http://schemas.openxmlformats.org/officeDocument/2006/customXml" ds:itemID="{4A3F169F-E27D-4A25-888C-4C5D83BAC082}">
  <ds:schemaRefs>
    <ds:schemaRef ds:uri="Strauss.PersonalizationDefinition"/>
  </ds:schemaRefs>
</ds:datastoreItem>
</file>

<file path=customXml/itemProps33.xml><?xml version="1.0" encoding="utf-8"?>
<ds:datastoreItem xmlns:ds="http://schemas.openxmlformats.org/officeDocument/2006/customXml" ds:itemID="{4C485A9E-99A8-4277-BE90-E837A967DB2E}">
  <ds:schemaRefs>
    <ds:schemaRef ds:uri="Strauss.PersonalizationDefinition"/>
  </ds:schemaRefs>
</ds:datastoreItem>
</file>

<file path=customXml/itemProps34.xml><?xml version="1.0" encoding="utf-8"?>
<ds:datastoreItem xmlns:ds="http://schemas.openxmlformats.org/officeDocument/2006/customXml" ds:itemID="{EF4AA5EB-A638-4D3A-B852-E71E18ED4953}">
  <ds:schemaRefs>
    <ds:schemaRef ds:uri="Strauss.PersonalizationDefinition"/>
  </ds:schemaRefs>
</ds:datastoreItem>
</file>

<file path=customXml/itemProps35.xml><?xml version="1.0" encoding="utf-8"?>
<ds:datastoreItem xmlns:ds="http://schemas.openxmlformats.org/officeDocument/2006/customXml" ds:itemID="{32920470-F086-4197-B6FE-12027DE25DCC}">
  <ds:schemaRefs>
    <ds:schemaRef ds:uri="Strauss.PersonalizationDefinition"/>
  </ds:schemaRefs>
</ds:datastoreItem>
</file>

<file path=customXml/itemProps36.xml><?xml version="1.0" encoding="utf-8"?>
<ds:datastoreItem xmlns:ds="http://schemas.openxmlformats.org/officeDocument/2006/customXml" ds:itemID="{A09B3D8F-A36C-4B6D-871D-C53F61DFD219}">
  <ds:schemaRefs>
    <ds:schemaRef ds:uri="Strauss.PersonalizationDefinition"/>
  </ds:schemaRefs>
</ds:datastoreItem>
</file>

<file path=customXml/itemProps37.xml><?xml version="1.0" encoding="utf-8"?>
<ds:datastoreItem xmlns:ds="http://schemas.openxmlformats.org/officeDocument/2006/customXml" ds:itemID="{712108F3-86F2-4B95-AF2D-FE4E45965FCC}">
  <ds:schemaRefs>
    <ds:schemaRef ds:uri="Strauss.PersonalizationDefinition"/>
  </ds:schemaRefs>
</ds:datastoreItem>
</file>

<file path=customXml/itemProps38.xml><?xml version="1.0" encoding="utf-8"?>
<ds:datastoreItem xmlns:ds="http://schemas.openxmlformats.org/officeDocument/2006/customXml" ds:itemID="{E7EBEF02-C69B-46E0-B38A-E51611CE5254}">
  <ds:schemaRefs>
    <ds:schemaRef ds:uri="Strauss.PersonalizationDefinition"/>
  </ds:schemaRefs>
</ds:datastoreItem>
</file>

<file path=customXml/itemProps39.xml><?xml version="1.0" encoding="utf-8"?>
<ds:datastoreItem xmlns:ds="http://schemas.openxmlformats.org/officeDocument/2006/customXml" ds:itemID="{11767EAE-0FC6-472D-9D35-EB3533243F22}">
  <ds:schemaRefs>
    <ds:schemaRef ds:uri="Strauss.PersonalizationDefinition"/>
  </ds:schemaRefs>
</ds:datastoreItem>
</file>

<file path=customXml/itemProps40.xml><?xml version="1.0" encoding="utf-8"?>
<ds:datastoreItem xmlns:ds="http://schemas.openxmlformats.org/officeDocument/2006/customXml" ds:itemID="{D76C1D54-C31A-41C7-8796-37E3A885C9B9}">
  <ds:schemaRefs>
    <ds:schemaRef ds:uri="Strauss.PersonalizationDefinition"/>
  </ds:schemaRefs>
</ds:datastoreItem>
</file>

<file path=customXml/itemProps41.xml><?xml version="1.0" encoding="utf-8"?>
<ds:datastoreItem xmlns:ds="http://schemas.openxmlformats.org/officeDocument/2006/customXml" ds:itemID="{74B2B3C6-F775-40F7-BD53-02161FA6EF9A}">
  <ds:schemaRefs>
    <ds:schemaRef ds:uri="Strauss.PersonalizationDefinition"/>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Module_Template</Template>
  <TotalTime>20590</TotalTime>
  <Words>2912</Words>
  <Application>Microsoft Office PowerPoint</Application>
  <PresentationFormat>Widescreen</PresentationFormat>
  <Paragraphs>349</Paragraphs>
  <Slides>34</Slides>
  <Notes>20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Arial</vt:lpstr>
      <vt:lpstr>Calibri</vt:lpstr>
      <vt:lpstr>Segoe Semibold</vt:lpstr>
      <vt:lpstr>Segoe UI</vt:lpstr>
      <vt:lpstr>Segoe UI Semibold</vt:lpstr>
      <vt:lpstr>Wingdings</vt:lpstr>
      <vt:lpstr>White Template</vt:lpstr>
      <vt:lpstr>Kubernetes Fundamentals – Part 2</vt:lpstr>
      <vt:lpstr>Conditions and terms of use</vt:lpstr>
      <vt:lpstr>Topics</vt:lpstr>
      <vt:lpstr>Managing Resource Utilization on Kubernetes</vt:lpstr>
      <vt:lpstr>Resource Request and Limits</vt:lpstr>
      <vt:lpstr>Resource Request and Limits</vt:lpstr>
      <vt:lpstr>Resource Guarantees</vt:lpstr>
      <vt:lpstr>Limit Ranges</vt:lpstr>
      <vt:lpstr>Namespace Resource Quota</vt:lpstr>
      <vt:lpstr>PowerPoint Presentation</vt:lpstr>
      <vt:lpstr>VPA (Vertical Pod Autoscaler)</vt:lpstr>
      <vt:lpstr>Horizontal Pod Autoscaler – Built-in</vt:lpstr>
      <vt:lpstr>Horizontal Pod Autoscaler – Built-in</vt:lpstr>
      <vt:lpstr>Kubernetes Event Driven Autoscaling (KEDA)</vt:lpstr>
      <vt:lpstr>Horizontal Pod Autoscaler – Built-in</vt:lpstr>
      <vt:lpstr>PowerPoint Presentation</vt:lpstr>
      <vt:lpstr>Workload Placement and Scaling</vt:lpstr>
      <vt:lpstr>Node Selectors</vt:lpstr>
      <vt:lpstr>Taints and Tolerations</vt:lpstr>
      <vt:lpstr>Taints and Tolerations with Node Selectors/Affinity</vt:lpstr>
      <vt:lpstr>Non-Technical Example</vt:lpstr>
      <vt:lpstr>PowerPoint Presentation</vt:lpstr>
      <vt:lpstr>Node Affinity</vt:lpstr>
      <vt:lpstr>Pod Affinity and Anti-Affinity</vt:lpstr>
      <vt:lpstr>Actions for Affinity</vt:lpstr>
      <vt:lpstr>PowerPoint Presentation</vt:lpstr>
      <vt:lpstr>Pod Disruption Budget (PDB)</vt:lpstr>
      <vt:lpstr>Pod Disruption Budget (PDB) Configurations</vt:lpstr>
      <vt:lpstr>Tools</vt:lpstr>
      <vt:lpstr>Helm Package Manager</vt:lpstr>
      <vt:lpstr>CLI Tooling</vt:lpstr>
      <vt:lpstr>IDEs and more</vt:lpstr>
      <vt:lpstr>Questions?</vt:lpstr>
      <vt:lpstr>Lab: Kubernetes Fundamentals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WorkshopPLUS - Windows PowerShell: Foundation Skills</dc:title>
  <dc:creator>Mike O'Neill</dc:creator>
  <cp:lastModifiedBy>Andrew Albers</cp:lastModifiedBy>
  <cp:revision>18</cp:revision>
  <dcterms:created xsi:type="dcterms:W3CDTF">2019-02-08T20:09:46Z</dcterms:created>
  <dcterms:modified xsi:type="dcterms:W3CDTF">2025-06-16T19:24:41Z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mconeill@microsoft.com</vt:lpwstr>
  </property>
  <property fmtid="{D5CDD505-2E9C-101B-9397-08002B2CF9AE}" pid="5" name="MSIP_Label_f42aa342-8706-4288-bd11-ebb85995028c_SetDate">
    <vt:lpwstr>2019-02-08T20:18:02.6502176Z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c97fa254-6a58-4427-a7a7-d6af83db1ac5</vt:lpwstr>
  </property>
  <property fmtid="{D5CDD505-2E9C-101B-9397-08002B2CF9AE}" pid="9" name="MSIP_Label_f42aa342-8706-4288-bd11-ebb85995028c_Extended_MSFT_Method">
    <vt:lpwstr>Automatic</vt:lpwstr>
  </property>
  <property fmtid="{D5CDD505-2E9C-101B-9397-08002B2CF9AE}" pid="10" name="ContentTypeId">
    <vt:lpwstr>0x010100E69BC7A8EC74B74F8EB826872BF35821</vt:lpwstr>
  </property>
  <property fmtid="{D5CDD505-2E9C-101B-9397-08002B2CF9AE}" pid="11" name="_dlc_DocIdItemGuid">
    <vt:lpwstr>faeaa986-2e78-4567-bd40-f1286550cf24</vt:lpwstr>
  </property>
  <property fmtid="{D5CDD505-2E9C-101B-9397-08002B2CF9AE}" pid="12" name="MediaServiceImageTags">
    <vt:lpwstr/>
  </property>
  <property fmtid="{D5CDD505-2E9C-101B-9397-08002B2CF9AE}" pid="13" name="MSIP_Label_8aa191f1-c555-4a9e-8b3e-85ef51701160_Enabled">
    <vt:lpwstr>true</vt:lpwstr>
  </property>
  <property fmtid="{D5CDD505-2E9C-101B-9397-08002B2CF9AE}" pid="14" name="MSIP_Label_8aa191f1-c555-4a9e-8b3e-85ef51701160_SetDate">
    <vt:lpwstr>2021-11-23T16:30:11Z</vt:lpwstr>
  </property>
  <property fmtid="{D5CDD505-2E9C-101B-9397-08002B2CF9AE}" pid="15" name="MSIP_Label_8aa191f1-c555-4a9e-8b3e-85ef51701160_Method">
    <vt:lpwstr>Standard</vt:lpwstr>
  </property>
  <property fmtid="{D5CDD505-2E9C-101B-9397-08002B2CF9AE}" pid="16" name="MSIP_Label_8aa191f1-c555-4a9e-8b3e-85ef51701160_Name">
    <vt:lpwstr>Confidential</vt:lpwstr>
  </property>
  <property fmtid="{D5CDD505-2E9C-101B-9397-08002B2CF9AE}" pid="17" name="MSIP_Label_8aa191f1-c555-4a9e-8b3e-85ef51701160_SiteId">
    <vt:lpwstr>a57507b2-d296-4dca-a9ae-67b1484e02a9</vt:lpwstr>
  </property>
  <property fmtid="{D5CDD505-2E9C-101B-9397-08002B2CF9AE}" pid="18" name="MSIP_Label_8aa191f1-c555-4a9e-8b3e-85ef51701160_ActionId">
    <vt:lpwstr>75c8a85a-1c6e-478a-ae68-029fd0558de5</vt:lpwstr>
  </property>
  <property fmtid="{D5CDD505-2E9C-101B-9397-08002B2CF9AE}" pid="19" name="MSIP_Label_8aa191f1-c555-4a9e-8b3e-85ef51701160_ContentBits">
    <vt:lpwstr>0</vt:lpwstr>
  </property>
  <property fmtid="{D5CDD505-2E9C-101B-9397-08002B2CF9AE}" pid="20" name="Order">
    <vt:r8>25242800</vt:r8>
  </property>
  <property fmtid="{D5CDD505-2E9C-101B-9397-08002B2CF9AE}" pid="21" name="Lead Signoff">
    <vt:bool>false</vt:bool>
  </property>
  <property fmtid="{D5CDD505-2E9C-101B-9397-08002B2CF9AE}" pid="22" name="Title URL">
    <vt:lpwstr>, </vt:lpwstr>
  </property>
  <property fmtid="{D5CDD505-2E9C-101B-9397-08002B2CF9AE}" pid="23" name="xd_Signature">
    <vt:bool>false</vt:bool>
  </property>
  <property fmtid="{D5CDD505-2E9C-101B-9397-08002B2CF9AE}" pid="24" name="xd_ProgID">
    <vt:lpwstr/>
  </property>
  <property fmtid="{D5CDD505-2E9C-101B-9397-08002B2CF9AE}" pid="25" name="_SourceUrl">
    <vt:lpwstr/>
  </property>
  <property fmtid="{D5CDD505-2E9C-101B-9397-08002B2CF9AE}" pid="26" name="_SharedFileIndex">
    <vt:lpwstr/>
  </property>
  <property fmtid="{D5CDD505-2E9C-101B-9397-08002B2CF9AE}" pid="27" name="ComplianceAssetId">
    <vt:lpwstr/>
  </property>
  <property fmtid="{D5CDD505-2E9C-101B-9397-08002B2CF9AE}" pid="28" name="TemplateUrl">
    <vt:lpwstr/>
  </property>
  <property fmtid="{D5CDD505-2E9C-101B-9397-08002B2CF9AE}" pid="29" name="State">
    <vt:lpwstr>Open</vt:lpwstr>
  </property>
  <property fmtid="{D5CDD505-2E9C-101B-9397-08002B2CF9AE}" pid="30" name="_ExtendedDescription">
    <vt:lpwstr/>
  </property>
  <property fmtid="{D5CDD505-2E9C-101B-9397-08002B2CF9AE}" pid="31" name="TriggerFlowInfo">
    <vt:lpwstr/>
  </property>
  <property fmtid="{D5CDD505-2E9C-101B-9397-08002B2CF9AE}" pid="32" name="Mail Sent">
    <vt:bool>false</vt:bool>
  </property>
</Properties>
</file>