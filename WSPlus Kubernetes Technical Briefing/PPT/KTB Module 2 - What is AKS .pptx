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6.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7.xml" ContentType="application/vnd.openxmlformats-officedocument.presentationml.tags+xml"/>
  <Override PartName="/ppt/notesSlides/notesSlide13.xml" ContentType="application/vnd.openxmlformats-officedocument.presentationml.notesSlide+xml"/>
  <Override PartName="/ppt/comments/modernComment_7FFFCA57_9169128F.xml" ContentType="application/vnd.ms-powerpoint.comments+xml"/>
  <Override PartName="/ppt/notesSlides/notesSlide14.xml" ContentType="application/vnd.openxmlformats-officedocument.presentationml.notesSlide+xml"/>
  <Override PartName="/ppt/tags/tag8.xml" ContentType="application/vnd.openxmlformats-officedocument.presentationml.tags+xml"/>
  <Override PartName="/ppt/notesSlides/notesSlide15.xml" ContentType="application/vnd.openxmlformats-officedocument.presentationml.notesSlide+xml"/>
  <Override PartName="/ppt/tags/tag9.xml" ContentType="application/vnd.openxmlformats-officedocument.presentationml.tags+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8" r:id="rId43"/>
  </p:sldMasterIdLst>
  <p:notesMasterIdLst>
    <p:notesMasterId r:id="rId63"/>
  </p:notesMasterIdLst>
  <p:sldIdLst>
    <p:sldId id="256" r:id="rId44"/>
    <p:sldId id="257" r:id="rId45"/>
    <p:sldId id="2147469889" r:id="rId46"/>
    <p:sldId id="259" r:id="rId47"/>
    <p:sldId id="2147469921" r:id="rId48"/>
    <p:sldId id="2147469922" r:id="rId49"/>
    <p:sldId id="2147469928" r:id="rId50"/>
    <p:sldId id="2147469925" r:id="rId51"/>
    <p:sldId id="2147469920" r:id="rId52"/>
    <p:sldId id="2147469926" r:id="rId53"/>
    <p:sldId id="2147469900" r:id="rId54"/>
    <p:sldId id="2147469924" r:id="rId55"/>
    <p:sldId id="2147469909" r:id="rId56"/>
    <p:sldId id="2147469911" r:id="rId57"/>
    <p:sldId id="2147469929" r:id="rId58"/>
    <p:sldId id="2147469930" r:id="rId59"/>
    <p:sldId id="2147469916" r:id="rId60"/>
    <p:sldId id="265" r:id="rId61"/>
    <p:sldId id="266" r:id="rId62"/>
  </p:sldIdLst>
  <p:sldSz cx="12192000" cy="6858000"/>
  <p:notesSz cx="6858000" cy="9144000"/>
  <p:custDataLst>
    <p:tags r:id="rId6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2690C-DAF2-FE5F-D13F-42FF3D10F374}" name="Brianna Farah" initials="BF" userId="S::brianna@audienz.com::f1856917-c2d4-49a7-94e9-7f0e47fabbfc" providerId="AD"/>
  <p188:author id="{EF32DA53-2C03-03EE-2EEA-AE2457C9B68C}" name="Tessa Berkley" initials="TB" userId="S::tessab@audienz.com::29198474-64f9-4b67-b7f5-57f0013c6244" providerId="AD"/>
  <p188:author id="{3C47699E-C057-66EC-848D-19B9ECA3E1B3}" name="Andrew Albers" initials="AA" userId="S::andrewalbers@microsoft.com::05a0db6f-a93d-4086-9310-e241c2ed23ed"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essa Berkley" initials="TB" lastIdx="18" clrIdx="0">
    <p:extLst>
      <p:ext uri="{19B8F6BF-5375-455C-9EA6-DF929625EA0E}">
        <p15:presenceInfo xmlns:p15="http://schemas.microsoft.com/office/powerpoint/2012/main" userId="S::TessaB@audienz.com::29198474-64f9-4b67-b7f5-57f0013c6244" providerId="AD"/>
      </p:ext>
    </p:extLst>
  </p:cmAuthor>
  <p:cmAuthor id="2" name="Brianna Farah" initials="BF" lastIdx="6" clrIdx="1">
    <p:extLst>
      <p:ext uri="{19B8F6BF-5375-455C-9EA6-DF929625EA0E}">
        <p15:presenceInfo xmlns:p15="http://schemas.microsoft.com/office/powerpoint/2012/main" userId="S::brianna@audienz.com::f1856917-c2d4-49a7-94e9-7f0e47fabbf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3D3"/>
    <a:srgbClr val="6089B4"/>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62FCC6-EE66-3FB5-80BD-10D8DE72F98D}" v="2" dt="2025-09-08T18:27:44.192"/>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107" autoAdjust="0"/>
    <p:restoredTop sz="76643" autoAdjust="0"/>
  </p:normalViewPr>
  <p:slideViewPr>
    <p:cSldViewPr snapToGrid="0">
      <p:cViewPr varScale="1">
        <p:scale>
          <a:sx n="71" d="100"/>
          <a:sy n="71" d="100"/>
        </p:scale>
        <p:origin x="56"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customXml" Target="../customXml/item26.xml"/><Relationship Id="rId21" Type="http://schemas.openxmlformats.org/officeDocument/2006/relationships/customXml" Target="../customXml/item21.xml"/><Relationship Id="rId42" Type="http://schemas.openxmlformats.org/officeDocument/2006/relationships/customXml" Target="../customXml/item42.xml"/><Relationship Id="rId47" Type="http://schemas.openxmlformats.org/officeDocument/2006/relationships/slide" Target="slides/slide4.xml"/><Relationship Id="rId63" Type="http://schemas.openxmlformats.org/officeDocument/2006/relationships/notesMaster" Target="notesMasters/notesMaster1.xml"/><Relationship Id="rId68" Type="http://schemas.openxmlformats.org/officeDocument/2006/relationships/theme" Target="theme/theme1.xml"/><Relationship Id="rId7" Type="http://schemas.openxmlformats.org/officeDocument/2006/relationships/customXml" Target="../customXml/item7.xml"/><Relationship Id="rId71"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customXml" Target="../customXml/item29.xml"/><Relationship Id="rId11" Type="http://schemas.openxmlformats.org/officeDocument/2006/relationships/customXml" Target="../customXml/item11.xml"/><Relationship Id="rId24" Type="http://schemas.openxmlformats.org/officeDocument/2006/relationships/customXml" Target="../customXml/item24.xml"/><Relationship Id="rId32" Type="http://schemas.openxmlformats.org/officeDocument/2006/relationships/customXml" Target="../customXml/item32.xml"/><Relationship Id="rId37" Type="http://schemas.openxmlformats.org/officeDocument/2006/relationships/customXml" Target="../customXml/item37.xml"/><Relationship Id="rId40" Type="http://schemas.openxmlformats.org/officeDocument/2006/relationships/customXml" Target="../customXml/item40.xml"/><Relationship Id="rId45" Type="http://schemas.openxmlformats.org/officeDocument/2006/relationships/slide" Target="slides/slide2.xml"/><Relationship Id="rId53" Type="http://schemas.openxmlformats.org/officeDocument/2006/relationships/slide" Target="slides/slide10.xml"/><Relationship Id="rId58" Type="http://schemas.openxmlformats.org/officeDocument/2006/relationships/slide" Target="slides/slide15.xml"/><Relationship Id="rId66" Type="http://schemas.openxmlformats.org/officeDocument/2006/relationships/presProps" Target="presProps.xml"/><Relationship Id="rId5" Type="http://schemas.openxmlformats.org/officeDocument/2006/relationships/customXml" Target="../customXml/item5.xml"/><Relationship Id="rId61" Type="http://schemas.openxmlformats.org/officeDocument/2006/relationships/slide" Target="slides/slide18.xml"/><Relationship Id="rId19" Type="http://schemas.openxmlformats.org/officeDocument/2006/relationships/customXml" Target="../customXml/item1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customXml" Target="../customXml/item35.xml"/><Relationship Id="rId43" Type="http://schemas.openxmlformats.org/officeDocument/2006/relationships/slideMaster" Target="slideMasters/slideMaster1.xml"/><Relationship Id="rId48" Type="http://schemas.openxmlformats.org/officeDocument/2006/relationships/slide" Target="slides/slide5.xml"/><Relationship Id="rId56" Type="http://schemas.openxmlformats.org/officeDocument/2006/relationships/slide" Target="slides/slide13.xml"/><Relationship Id="rId64" Type="http://schemas.openxmlformats.org/officeDocument/2006/relationships/tags" Target="tags/tag1.xml"/><Relationship Id="rId69" Type="http://schemas.openxmlformats.org/officeDocument/2006/relationships/tableStyles" Target="tableStyles.xml"/><Relationship Id="rId8" Type="http://schemas.openxmlformats.org/officeDocument/2006/relationships/customXml" Target="../customXml/item8.xml"/><Relationship Id="rId51" Type="http://schemas.openxmlformats.org/officeDocument/2006/relationships/slide" Target="slides/slide8.xml"/><Relationship Id="rId72" Type="http://schemas.microsoft.com/office/2018/10/relationships/authors" Target="authors.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customXml" Target="../customXml/item33.xml"/><Relationship Id="rId38" Type="http://schemas.openxmlformats.org/officeDocument/2006/relationships/customXml" Target="../customXml/item38.xml"/><Relationship Id="rId46" Type="http://schemas.openxmlformats.org/officeDocument/2006/relationships/slide" Target="slides/slide3.xml"/><Relationship Id="rId59" Type="http://schemas.openxmlformats.org/officeDocument/2006/relationships/slide" Target="slides/slide16.xml"/><Relationship Id="rId67" Type="http://schemas.openxmlformats.org/officeDocument/2006/relationships/viewProps" Target="viewProps.xml"/><Relationship Id="rId20" Type="http://schemas.openxmlformats.org/officeDocument/2006/relationships/customXml" Target="../customXml/item20.xml"/><Relationship Id="rId41" Type="http://schemas.openxmlformats.org/officeDocument/2006/relationships/customXml" Target="../customXml/item41.xml"/><Relationship Id="rId54" Type="http://schemas.openxmlformats.org/officeDocument/2006/relationships/slide" Target="slides/slide11.xml"/><Relationship Id="rId62" Type="http://schemas.openxmlformats.org/officeDocument/2006/relationships/slide" Target="slides/slide19.xml"/><Relationship Id="rId7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slide" Target="slides/slide6.xml"/><Relationship Id="rId57" Type="http://schemas.openxmlformats.org/officeDocument/2006/relationships/slide" Target="slides/slide14.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slide" Target="slides/slide1.xml"/><Relationship Id="rId52" Type="http://schemas.openxmlformats.org/officeDocument/2006/relationships/slide" Target="slides/slide9.xml"/><Relationship Id="rId60" Type="http://schemas.openxmlformats.org/officeDocument/2006/relationships/slide" Target="slides/slide17.xml"/><Relationship Id="rId65" Type="http://schemas.openxmlformats.org/officeDocument/2006/relationships/commentAuthors" Target="commentAuthors.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34" Type="http://schemas.openxmlformats.org/officeDocument/2006/relationships/customXml" Target="../customXml/item34.xml"/><Relationship Id="rId50" Type="http://schemas.openxmlformats.org/officeDocument/2006/relationships/slide" Target="slides/slide7.xml"/><Relationship Id="rId55"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Albers" userId="05a0db6f-a93d-4086-9310-e241c2ed23ed" providerId="ADAL" clId="{2676AFB2-4A5A-44E4-A31D-5022E82A47A1}"/>
    <pc:docChg chg="undo custSel addSld delSld modSld sldOrd">
      <pc:chgData name="Andrew Albers" userId="05a0db6f-a93d-4086-9310-e241c2ed23ed" providerId="ADAL" clId="{2676AFB2-4A5A-44E4-A31D-5022E82A47A1}" dt="2025-05-05T19:03:33.048" v="2245" actId="20577"/>
      <pc:docMkLst>
        <pc:docMk/>
      </pc:docMkLst>
      <pc:sldChg chg="modSp mod">
        <pc:chgData name="Andrew Albers" userId="05a0db6f-a93d-4086-9310-e241c2ed23ed" providerId="ADAL" clId="{2676AFB2-4A5A-44E4-A31D-5022E82A47A1}" dt="2025-05-05T19:03:33.048" v="2245" actId="20577"/>
        <pc:sldMkLst>
          <pc:docMk/>
          <pc:sldMk cId="2181956486" sldId="256"/>
        </pc:sldMkLst>
      </pc:sldChg>
      <pc:sldChg chg="modSp mod">
        <pc:chgData name="Andrew Albers" userId="05a0db6f-a93d-4086-9310-e241c2ed23ed" providerId="ADAL" clId="{2676AFB2-4A5A-44E4-A31D-5022E82A47A1}" dt="2025-04-17T18:07:55.499" v="219" actId="20577"/>
        <pc:sldMkLst>
          <pc:docMk/>
          <pc:sldMk cId="1635881331" sldId="259"/>
        </pc:sldMkLst>
      </pc:sldChg>
      <pc:sldChg chg="del">
        <pc:chgData name="Andrew Albers" userId="05a0db6f-a93d-4086-9310-e241c2ed23ed" providerId="ADAL" clId="{2676AFB2-4A5A-44E4-A31D-5022E82A47A1}" dt="2025-04-17T16:45:24.393" v="180" actId="47"/>
        <pc:sldMkLst>
          <pc:docMk/>
          <pc:sldMk cId="2379444036" sldId="262"/>
        </pc:sldMkLst>
      </pc:sldChg>
      <pc:sldChg chg="add del">
        <pc:chgData name="Andrew Albers" userId="05a0db6f-a93d-4086-9310-e241c2ed23ed" providerId="ADAL" clId="{2676AFB2-4A5A-44E4-A31D-5022E82A47A1}" dt="2025-04-17T19:26:41.513" v="2177" actId="47"/>
        <pc:sldMkLst>
          <pc:docMk/>
          <pc:sldMk cId="1385431110" sldId="263"/>
        </pc:sldMkLst>
      </pc:sldChg>
      <pc:sldChg chg="del">
        <pc:chgData name="Andrew Albers" userId="05a0db6f-a93d-4086-9310-e241c2ed23ed" providerId="ADAL" clId="{2676AFB2-4A5A-44E4-A31D-5022E82A47A1}" dt="2025-04-17T19:26:43.270" v="2178" actId="47"/>
        <pc:sldMkLst>
          <pc:docMk/>
          <pc:sldMk cId="3996308554" sldId="264"/>
        </pc:sldMkLst>
      </pc:sldChg>
      <pc:sldChg chg="add del">
        <pc:chgData name="Andrew Albers" userId="05a0db6f-a93d-4086-9310-e241c2ed23ed" providerId="ADAL" clId="{2676AFB2-4A5A-44E4-A31D-5022E82A47A1}" dt="2025-04-17T19:26:39.243" v="2175" actId="47"/>
        <pc:sldMkLst>
          <pc:docMk/>
          <pc:sldMk cId="1660683684" sldId="272"/>
        </pc:sldMkLst>
      </pc:sldChg>
      <pc:sldChg chg="del">
        <pc:chgData name="Andrew Albers" userId="05a0db6f-a93d-4086-9310-e241c2ed23ed" providerId="ADAL" clId="{2676AFB2-4A5A-44E4-A31D-5022E82A47A1}" dt="2025-04-17T16:41:44.554" v="153" actId="47"/>
        <pc:sldMkLst>
          <pc:docMk/>
          <pc:sldMk cId="2901160637" sldId="274"/>
        </pc:sldMkLst>
      </pc:sldChg>
      <pc:sldChg chg="add del">
        <pc:chgData name="Andrew Albers" userId="05a0db6f-a93d-4086-9310-e241c2ed23ed" providerId="ADAL" clId="{2676AFB2-4A5A-44E4-A31D-5022E82A47A1}" dt="2025-04-17T19:26:40.467" v="2176" actId="47"/>
        <pc:sldMkLst>
          <pc:docMk/>
          <pc:sldMk cId="2658098196" sldId="277"/>
        </pc:sldMkLst>
      </pc:sldChg>
      <pc:sldChg chg="del">
        <pc:chgData name="Andrew Albers" userId="05a0db6f-a93d-4086-9310-e241c2ed23ed" providerId="ADAL" clId="{2676AFB2-4A5A-44E4-A31D-5022E82A47A1}" dt="2025-04-17T16:45:25.581" v="181" actId="47"/>
        <pc:sldMkLst>
          <pc:docMk/>
          <pc:sldMk cId="1116137402" sldId="278"/>
        </pc:sldMkLst>
      </pc:sldChg>
      <pc:sldChg chg="add del">
        <pc:chgData name="Andrew Albers" userId="05a0db6f-a93d-4086-9310-e241c2ed23ed" providerId="ADAL" clId="{2676AFB2-4A5A-44E4-A31D-5022E82A47A1}" dt="2025-04-17T19:26:37.844" v="2174" actId="47"/>
        <pc:sldMkLst>
          <pc:docMk/>
          <pc:sldMk cId="2079012354" sldId="279"/>
        </pc:sldMkLst>
      </pc:sldChg>
      <pc:sldChg chg="del">
        <pc:chgData name="Andrew Albers" userId="05a0db6f-a93d-4086-9310-e241c2ed23ed" providerId="ADAL" clId="{2676AFB2-4A5A-44E4-A31D-5022E82A47A1}" dt="2025-04-17T19:26:44.692" v="2179" actId="47"/>
        <pc:sldMkLst>
          <pc:docMk/>
          <pc:sldMk cId="984083080" sldId="280"/>
        </pc:sldMkLst>
      </pc:sldChg>
      <pc:sldChg chg="del">
        <pc:chgData name="Andrew Albers" userId="05a0db6f-a93d-4086-9310-e241c2ed23ed" providerId="ADAL" clId="{2676AFB2-4A5A-44E4-A31D-5022E82A47A1}" dt="2025-04-17T19:28:18.186" v="2185" actId="47"/>
        <pc:sldMkLst>
          <pc:docMk/>
          <pc:sldMk cId="3906565222" sldId="2147469849"/>
        </pc:sldMkLst>
      </pc:sldChg>
      <pc:sldChg chg="del">
        <pc:chgData name="Andrew Albers" userId="05a0db6f-a93d-4086-9310-e241c2ed23ed" providerId="ADAL" clId="{2676AFB2-4A5A-44E4-A31D-5022E82A47A1}" dt="2025-04-17T19:27:02.267" v="2183" actId="47"/>
        <pc:sldMkLst>
          <pc:docMk/>
          <pc:sldMk cId="3833674747" sldId="2147469853"/>
        </pc:sldMkLst>
      </pc:sldChg>
      <pc:sldChg chg="del">
        <pc:chgData name="Andrew Albers" userId="05a0db6f-a93d-4086-9310-e241c2ed23ed" providerId="ADAL" clId="{2676AFB2-4A5A-44E4-A31D-5022E82A47A1}" dt="2025-04-17T19:27:03.320" v="2184" actId="47"/>
        <pc:sldMkLst>
          <pc:docMk/>
          <pc:sldMk cId="3096303819" sldId="2147469859"/>
        </pc:sldMkLst>
      </pc:sldChg>
      <pc:sldChg chg="del">
        <pc:chgData name="Andrew Albers" userId="05a0db6f-a93d-4086-9310-e241c2ed23ed" providerId="ADAL" clId="{2676AFB2-4A5A-44E4-A31D-5022E82A47A1}" dt="2025-04-17T19:28:26.122" v="2187" actId="47"/>
        <pc:sldMkLst>
          <pc:docMk/>
          <pc:sldMk cId="4015218864" sldId="2147469872"/>
        </pc:sldMkLst>
      </pc:sldChg>
      <pc:sldChg chg="del">
        <pc:chgData name="Andrew Albers" userId="05a0db6f-a93d-4086-9310-e241c2ed23ed" providerId="ADAL" clId="{2676AFB2-4A5A-44E4-A31D-5022E82A47A1}" dt="2025-04-17T19:28:27.973" v="2188" actId="47"/>
        <pc:sldMkLst>
          <pc:docMk/>
          <pc:sldMk cId="2635820762" sldId="2147469873"/>
        </pc:sldMkLst>
      </pc:sldChg>
      <pc:sldChg chg="del">
        <pc:chgData name="Andrew Albers" userId="05a0db6f-a93d-4086-9310-e241c2ed23ed" providerId="ADAL" clId="{2676AFB2-4A5A-44E4-A31D-5022E82A47A1}" dt="2025-04-17T19:28:21.068" v="2186" actId="47"/>
        <pc:sldMkLst>
          <pc:docMk/>
          <pc:sldMk cId="2235235484" sldId="2147469875"/>
        </pc:sldMkLst>
      </pc:sldChg>
      <pc:sldChg chg="del">
        <pc:chgData name="Andrew Albers" userId="05a0db6f-a93d-4086-9310-e241c2ed23ed" providerId="ADAL" clId="{2676AFB2-4A5A-44E4-A31D-5022E82A47A1}" dt="2025-04-17T19:26:59.019" v="2181" actId="47"/>
        <pc:sldMkLst>
          <pc:docMk/>
          <pc:sldMk cId="522795473" sldId="2147469885"/>
        </pc:sldMkLst>
      </pc:sldChg>
      <pc:sldChg chg="del">
        <pc:chgData name="Andrew Albers" userId="05a0db6f-a93d-4086-9310-e241c2ed23ed" providerId="ADAL" clId="{2676AFB2-4A5A-44E4-A31D-5022E82A47A1}" dt="2025-04-17T19:27:00.836" v="2182" actId="47"/>
        <pc:sldMkLst>
          <pc:docMk/>
          <pc:sldMk cId="1952507436" sldId="2147469886"/>
        </pc:sldMkLst>
      </pc:sldChg>
      <pc:sldChg chg="del">
        <pc:chgData name="Andrew Albers" userId="05a0db6f-a93d-4086-9310-e241c2ed23ed" providerId="ADAL" clId="{2676AFB2-4A5A-44E4-A31D-5022E82A47A1}" dt="2025-04-17T19:28:29.029" v="2189" actId="47"/>
        <pc:sldMkLst>
          <pc:docMk/>
          <pc:sldMk cId="3592306970" sldId="2147469887"/>
        </pc:sldMkLst>
      </pc:sldChg>
      <pc:sldChg chg="del">
        <pc:chgData name="Andrew Albers" userId="05a0db6f-a93d-4086-9310-e241c2ed23ed" providerId="ADAL" clId="{2676AFB2-4A5A-44E4-A31D-5022E82A47A1}" dt="2025-04-17T19:26:57.421" v="2180" actId="47"/>
        <pc:sldMkLst>
          <pc:docMk/>
          <pc:sldMk cId="3486580683" sldId="2147469888"/>
        </pc:sldMkLst>
      </pc:sldChg>
      <pc:sldChg chg="delSp modSp mod">
        <pc:chgData name="Andrew Albers" userId="05a0db6f-a93d-4086-9310-e241c2ed23ed" providerId="ADAL" clId="{2676AFB2-4A5A-44E4-A31D-5022E82A47A1}" dt="2025-04-17T18:08:02.583" v="229" actId="20577"/>
        <pc:sldMkLst>
          <pc:docMk/>
          <pc:sldMk cId="3291269963" sldId="2147469889"/>
        </pc:sldMkLst>
      </pc:sldChg>
      <pc:sldChg chg="del">
        <pc:chgData name="Andrew Albers" userId="05a0db6f-a93d-4086-9310-e241c2ed23ed" providerId="ADAL" clId="{2676AFB2-4A5A-44E4-A31D-5022E82A47A1}" dt="2025-04-17T16:40:44.509" v="98" actId="47"/>
        <pc:sldMkLst>
          <pc:docMk/>
          <pc:sldMk cId="3573563435" sldId="2147469890"/>
        </pc:sldMkLst>
      </pc:sldChg>
      <pc:sldChg chg="del">
        <pc:chgData name="Andrew Albers" userId="05a0db6f-a93d-4086-9310-e241c2ed23ed" providerId="ADAL" clId="{2676AFB2-4A5A-44E4-A31D-5022E82A47A1}" dt="2025-04-17T16:40:40.639" v="96" actId="47"/>
        <pc:sldMkLst>
          <pc:docMk/>
          <pc:sldMk cId="3382956385" sldId="2147469891"/>
        </pc:sldMkLst>
      </pc:sldChg>
      <pc:sldChg chg="del">
        <pc:chgData name="Andrew Albers" userId="05a0db6f-a93d-4086-9310-e241c2ed23ed" providerId="ADAL" clId="{2676AFB2-4A5A-44E4-A31D-5022E82A47A1}" dt="2025-04-17T16:40:42.393" v="97" actId="47"/>
        <pc:sldMkLst>
          <pc:docMk/>
          <pc:sldMk cId="3162923012" sldId="2147469892"/>
        </pc:sldMkLst>
      </pc:sldChg>
      <pc:sldChg chg="modSp add del mod ord">
        <pc:chgData name="Andrew Albers" userId="05a0db6f-a93d-4086-9310-e241c2ed23ed" providerId="ADAL" clId="{2676AFB2-4A5A-44E4-A31D-5022E82A47A1}" dt="2025-04-17T18:09:54.177" v="288" actId="20577"/>
        <pc:sldMkLst>
          <pc:docMk/>
          <pc:sldMk cId="272191530" sldId="2147469900"/>
        </pc:sldMkLst>
      </pc:sldChg>
      <pc:sldChg chg="del">
        <pc:chgData name="Andrew Albers" userId="05a0db6f-a93d-4086-9310-e241c2ed23ed" providerId="ADAL" clId="{2676AFB2-4A5A-44E4-A31D-5022E82A47A1}" dt="2025-04-17T16:41:41.824" v="152" actId="47"/>
        <pc:sldMkLst>
          <pc:docMk/>
          <pc:sldMk cId="641711193" sldId="2147469902"/>
        </pc:sldMkLst>
      </pc:sldChg>
      <pc:sldChg chg="modSp add mod">
        <pc:chgData name="Andrew Albers" userId="05a0db6f-a93d-4086-9310-e241c2ed23ed" providerId="ADAL" clId="{2676AFB2-4A5A-44E4-A31D-5022E82A47A1}" dt="2025-04-17T16:41:32.138" v="151" actId="20577"/>
        <pc:sldMkLst>
          <pc:docMk/>
          <pc:sldMk cId="213056789" sldId="2147469909"/>
        </pc:sldMkLst>
      </pc:sldChg>
      <pc:sldChg chg="modSp add mod">
        <pc:chgData name="Andrew Albers" userId="05a0db6f-a93d-4086-9310-e241c2ed23ed" providerId="ADAL" clId="{2676AFB2-4A5A-44E4-A31D-5022E82A47A1}" dt="2025-04-17T16:45:20.407" v="179" actId="20577"/>
        <pc:sldMkLst>
          <pc:docMk/>
          <pc:sldMk cId="824158616" sldId="2147469910"/>
        </pc:sldMkLst>
      </pc:sldChg>
      <pc:sldChg chg="delSp modSp add mod ord">
        <pc:chgData name="Andrew Albers" userId="05a0db6f-a93d-4086-9310-e241c2ed23ed" providerId="ADAL" clId="{2676AFB2-4A5A-44E4-A31D-5022E82A47A1}" dt="2025-04-17T18:31:36.348" v="1210" actId="478"/>
        <pc:sldMkLst>
          <pc:docMk/>
          <pc:sldMk cId="2439582351" sldId="2147469911"/>
        </pc:sldMkLst>
      </pc:sldChg>
      <pc:sldChg chg="delSp modSp add mod ord">
        <pc:chgData name="Andrew Albers" userId="05a0db6f-a93d-4086-9310-e241c2ed23ed" providerId="ADAL" clId="{2676AFB2-4A5A-44E4-A31D-5022E82A47A1}" dt="2025-04-17T19:21:08.927" v="2173" actId="313"/>
        <pc:sldMkLst>
          <pc:docMk/>
          <pc:sldMk cId="1146671792" sldId="2147469912"/>
        </pc:sldMkLst>
      </pc:sldChg>
      <pc:sldChg chg="modSp add mod">
        <pc:chgData name="Andrew Albers" userId="05a0db6f-a93d-4086-9310-e241c2ed23ed" providerId="ADAL" clId="{2676AFB2-4A5A-44E4-A31D-5022E82A47A1}" dt="2025-04-17T18:09:40.973" v="269" actId="20577"/>
        <pc:sldMkLst>
          <pc:docMk/>
          <pc:sldMk cId="203859818" sldId="2147469913"/>
        </pc:sldMkLst>
      </pc:sldChg>
      <pc:sldChg chg="modSp add mod">
        <pc:chgData name="Andrew Albers" userId="05a0db6f-a93d-4086-9310-e241c2ed23ed" providerId="ADAL" clId="{2676AFB2-4A5A-44E4-A31D-5022E82A47A1}" dt="2025-04-17T18:09:48.825" v="282" actId="20577"/>
        <pc:sldMkLst>
          <pc:docMk/>
          <pc:sldMk cId="1471249835" sldId="2147469914"/>
        </pc:sldMkLst>
      </pc:sldChg>
      <pc:sldChg chg="addSp delSp modSp add mod modNotesTx">
        <pc:chgData name="Andrew Albers" userId="05a0db6f-a93d-4086-9310-e241c2ed23ed" providerId="ADAL" clId="{2676AFB2-4A5A-44E4-A31D-5022E82A47A1}" dt="2025-04-17T18:33:57.291" v="1396"/>
        <pc:sldMkLst>
          <pc:docMk/>
          <pc:sldMk cId="1165046288" sldId="2147469915"/>
        </pc:sldMkLst>
      </pc:sldChg>
      <pc:sldChg chg="addSp delSp modSp new mod modTransition modMedia modClrScheme delAnim chgLayout modNotesTx">
        <pc:chgData name="Andrew Albers" userId="05a0db6f-a93d-4086-9310-e241c2ed23ed" providerId="ADAL" clId="{2676AFB2-4A5A-44E4-A31D-5022E82A47A1}" dt="2025-04-17T19:12:32.809" v="1946" actId="20577"/>
        <pc:sldMkLst>
          <pc:docMk/>
          <pc:sldMk cId="54957035" sldId="2147469916"/>
        </pc:sldMkLst>
      </pc:sldChg>
      <pc:sldChg chg="addSp delSp modSp add mod">
        <pc:chgData name="Andrew Albers" userId="05a0db6f-a93d-4086-9310-e241c2ed23ed" providerId="ADAL" clId="{2676AFB2-4A5A-44E4-A31D-5022E82A47A1}" dt="2025-04-17T19:21:00.058" v="2172" actId="478"/>
        <pc:sldMkLst>
          <pc:docMk/>
          <pc:sldMk cId="349524020" sldId="2147469917"/>
        </pc:sldMkLst>
      </pc:sldChg>
      <pc:sldChg chg="modSp mod">
        <pc:chgData name="Andrew Albers" userId="05a0db6f-a93d-4086-9310-e241c2ed23ed" providerId="ADAL" clId="{2676AFB2-4A5A-44E4-A31D-5022E82A47A1}" dt="2025-04-22T16:00:34.452" v="2240" actId="20577"/>
        <pc:sldMkLst>
          <pc:docMk/>
          <pc:sldMk cId="2593775031" sldId="2147469919"/>
        </pc:sldMkLst>
      </pc:sldChg>
    </pc:docChg>
  </pc:docChgLst>
  <pc:docChgLst>
    <pc:chgData name="Andrew Albers" userId="S::andrewalbers@microsoft.com::05a0db6f-a93d-4086-9310-e241c2ed23ed" providerId="AD" clId="Web-{4762FCC6-EE66-3FB5-80BD-10D8DE72F98D}"/>
    <pc:docChg chg="delSld">
      <pc:chgData name="Andrew Albers" userId="S::andrewalbers@microsoft.com::05a0db6f-a93d-4086-9310-e241c2ed23ed" providerId="AD" clId="Web-{4762FCC6-EE66-3FB5-80BD-10D8DE72F98D}" dt="2025-09-08T18:27:44.192" v="1"/>
      <pc:docMkLst>
        <pc:docMk/>
      </pc:docMkLst>
      <pc:sldChg chg="del">
        <pc:chgData name="Andrew Albers" userId="S::andrewalbers@microsoft.com::05a0db6f-a93d-4086-9310-e241c2ed23ed" providerId="AD" clId="Web-{4762FCC6-EE66-3FB5-80BD-10D8DE72F98D}" dt="2025-09-08T18:27:44.192" v="1"/>
        <pc:sldMkLst>
          <pc:docMk/>
          <pc:sldMk cId="1590938168" sldId="2147469867"/>
        </pc:sldMkLst>
      </pc:sldChg>
      <pc:sldChg chg="del">
        <pc:chgData name="Andrew Albers" userId="S::andrewalbers@microsoft.com::05a0db6f-a93d-4086-9310-e241c2ed23ed" providerId="AD" clId="Web-{4762FCC6-EE66-3FB5-80BD-10D8DE72F98D}" dt="2025-09-08T18:27:40.692" v="0"/>
        <pc:sldMkLst>
          <pc:docMk/>
          <pc:sldMk cId="1497532563" sldId="2147469876"/>
        </pc:sldMkLst>
      </pc:sldChg>
    </pc:docChg>
  </pc:docChgLst>
  <pc:docChgLst>
    <pc:chgData name="Andrew Albers" userId="05a0db6f-a93d-4086-9310-e241c2ed23ed" providerId="ADAL" clId="{718673AE-47B9-2345-A002-76E135B6C788}"/>
    <pc:docChg chg="undo custSel addSld delSld modSld">
      <pc:chgData name="Andrew Albers" userId="05a0db6f-a93d-4086-9310-e241c2ed23ed" providerId="ADAL" clId="{718673AE-47B9-2345-A002-76E135B6C788}" dt="2025-04-18T16:26:28.970" v="2968" actId="20577"/>
      <pc:docMkLst>
        <pc:docMk/>
      </pc:docMkLst>
      <pc:sldChg chg="modSp mod">
        <pc:chgData name="Andrew Albers" userId="05a0db6f-a93d-4086-9310-e241c2ed23ed" providerId="ADAL" clId="{718673AE-47B9-2345-A002-76E135B6C788}" dt="2025-04-18T15:53:49.520" v="1389" actId="20577"/>
        <pc:sldMkLst>
          <pc:docMk/>
          <pc:sldMk cId="2181956486" sldId="256"/>
        </pc:sldMkLst>
      </pc:sldChg>
      <pc:sldChg chg="modSp mod">
        <pc:chgData name="Andrew Albers" userId="05a0db6f-a93d-4086-9310-e241c2ed23ed" providerId="ADAL" clId="{718673AE-47B9-2345-A002-76E135B6C788}" dt="2025-04-18T15:53:37.895" v="1388" actId="14100"/>
        <pc:sldMkLst>
          <pc:docMk/>
          <pc:sldMk cId="1635881331" sldId="259"/>
        </pc:sldMkLst>
      </pc:sldChg>
      <pc:sldChg chg="modSp mod">
        <pc:chgData name="Andrew Albers" userId="05a0db6f-a93d-4086-9310-e241c2ed23ed" providerId="ADAL" clId="{718673AE-47B9-2345-A002-76E135B6C788}" dt="2025-04-18T15:39:40.774" v="990" actId="20577"/>
        <pc:sldMkLst>
          <pc:docMk/>
          <pc:sldMk cId="3977638465" sldId="266"/>
        </pc:sldMkLst>
      </pc:sldChg>
      <pc:sldChg chg="del">
        <pc:chgData name="Andrew Albers" userId="05a0db6f-a93d-4086-9310-e241c2ed23ed" providerId="ADAL" clId="{718673AE-47B9-2345-A002-76E135B6C788}" dt="2025-04-18T15:13:49.170" v="194" actId="2696"/>
        <pc:sldMkLst>
          <pc:docMk/>
          <pc:sldMk cId="596524640" sldId="2065"/>
        </pc:sldMkLst>
      </pc:sldChg>
      <pc:sldChg chg="del">
        <pc:chgData name="Andrew Albers" userId="05a0db6f-a93d-4086-9310-e241c2ed23ed" providerId="ADAL" clId="{718673AE-47B9-2345-A002-76E135B6C788}" dt="2025-04-18T16:11:46.152" v="1701" actId="2696"/>
        <pc:sldMkLst>
          <pc:docMk/>
          <pc:sldMk cId="1398734143" sldId="2066"/>
        </pc:sldMkLst>
      </pc:sldChg>
      <pc:sldChg chg="del">
        <pc:chgData name="Andrew Albers" userId="05a0db6f-a93d-4086-9310-e241c2ed23ed" providerId="ADAL" clId="{718673AE-47B9-2345-A002-76E135B6C788}" dt="2025-04-18T15:13:41.104" v="191" actId="2696"/>
        <pc:sldMkLst>
          <pc:docMk/>
          <pc:sldMk cId="2382552501" sldId="4478"/>
        </pc:sldMkLst>
      </pc:sldChg>
      <pc:sldChg chg="del">
        <pc:chgData name="Andrew Albers" userId="05a0db6f-a93d-4086-9310-e241c2ed23ed" providerId="ADAL" clId="{718673AE-47B9-2345-A002-76E135B6C788}" dt="2025-04-18T15:13:40.528" v="190" actId="2696"/>
        <pc:sldMkLst>
          <pc:docMk/>
          <pc:sldMk cId="1168219790" sldId="4479"/>
        </pc:sldMkLst>
      </pc:sldChg>
      <pc:sldChg chg="del">
        <pc:chgData name="Andrew Albers" userId="05a0db6f-a93d-4086-9310-e241c2ed23ed" providerId="ADAL" clId="{718673AE-47B9-2345-A002-76E135B6C788}" dt="2025-04-18T15:13:39.874" v="189" actId="2696"/>
        <pc:sldMkLst>
          <pc:docMk/>
          <pc:sldMk cId="2297312889" sldId="4480"/>
        </pc:sldMkLst>
      </pc:sldChg>
      <pc:sldChg chg="del">
        <pc:chgData name="Andrew Albers" userId="05a0db6f-a93d-4086-9310-e241c2ed23ed" providerId="ADAL" clId="{718673AE-47B9-2345-A002-76E135B6C788}" dt="2025-04-18T15:13:39.145" v="188" actId="2696"/>
        <pc:sldMkLst>
          <pc:docMk/>
          <pc:sldMk cId="695900476" sldId="4481"/>
        </pc:sldMkLst>
      </pc:sldChg>
      <pc:sldChg chg="del">
        <pc:chgData name="Andrew Albers" userId="05a0db6f-a93d-4086-9310-e241c2ed23ed" providerId="ADAL" clId="{718673AE-47B9-2345-A002-76E135B6C788}" dt="2025-04-18T15:13:38.539" v="187" actId="2696"/>
        <pc:sldMkLst>
          <pc:docMk/>
          <pc:sldMk cId="1028115571" sldId="4482"/>
        </pc:sldMkLst>
      </pc:sldChg>
      <pc:sldChg chg="del">
        <pc:chgData name="Andrew Albers" userId="05a0db6f-a93d-4086-9310-e241c2ed23ed" providerId="ADAL" clId="{718673AE-47B9-2345-A002-76E135B6C788}" dt="2025-04-18T15:13:37.733" v="186" actId="2696"/>
        <pc:sldMkLst>
          <pc:docMk/>
          <pc:sldMk cId="644073378" sldId="4483"/>
        </pc:sldMkLst>
      </pc:sldChg>
      <pc:sldChg chg="del">
        <pc:chgData name="Andrew Albers" userId="05a0db6f-a93d-4086-9310-e241c2ed23ed" providerId="ADAL" clId="{718673AE-47B9-2345-A002-76E135B6C788}" dt="2025-04-18T15:13:36.907" v="185" actId="2696"/>
        <pc:sldMkLst>
          <pc:docMk/>
          <pc:sldMk cId="239421901" sldId="4484"/>
        </pc:sldMkLst>
      </pc:sldChg>
      <pc:sldChg chg="del">
        <pc:chgData name="Andrew Albers" userId="05a0db6f-a93d-4086-9310-e241c2ed23ed" providerId="ADAL" clId="{718673AE-47B9-2345-A002-76E135B6C788}" dt="2025-04-18T15:13:35.580" v="184" actId="2696"/>
        <pc:sldMkLst>
          <pc:docMk/>
          <pc:sldMk cId="1500392918" sldId="4485"/>
        </pc:sldMkLst>
      </pc:sldChg>
      <pc:sldChg chg="del">
        <pc:chgData name="Andrew Albers" userId="05a0db6f-a93d-4086-9310-e241c2ed23ed" providerId="ADAL" clId="{718673AE-47B9-2345-A002-76E135B6C788}" dt="2025-04-18T15:13:33.288" v="183" actId="2696"/>
        <pc:sldMkLst>
          <pc:docMk/>
          <pc:sldMk cId="3907173977" sldId="4486"/>
        </pc:sldMkLst>
      </pc:sldChg>
      <pc:sldChg chg="del">
        <pc:chgData name="Andrew Albers" userId="05a0db6f-a93d-4086-9310-e241c2ed23ed" providerId="ADAL" clId="{718673AE-47B9-2345-A002-76E135B6C788}" dt="2025-04-18T15:13:20.885" v="182" actId="2696"/>
        <pc:sldMkLst>
          <pc:docMk/>
          <pc:sldMk cId="44891446" sldId="4490"/>
        </pc:sldMkLst>
      </pc:sldChg>
      <pc:sldChg chg="del">
        <pc:chgData name="Andrew Albers" userId="05a0db6f-a93d-4086-9310-e241c2ed23ed" providerId="ADAL" clId="{718673AE-47B9-2345-A002-76E135B6C788}" dt="2025-04-18T15:13:01.019" v="181" actId="2696"/>
        <pc:sldMkLst>
          <pc:docMk/>
          <pc:sldMk cId="61196204" sldId="2147469784"/>
        </pc:sldMkLst>
      </pc:sldChg>
      <pc:sldChg chg="del">
        <pc:chgData name="Andrew Albers" userId="05a0db6f-a93d-4086-9310-e241c2ed23ed" providerId="ADAL" clId="{718673AE-47B9-2345-A002-76E135B6C788}" dt="2025-04-18T15:13:56.078" v="197" actId="2696"/>
        <pc:sldMkLst>
          <pc:docMk/>
          <pc:sldMk cId="615209057" sldId="2147469785"/>
        </pc:sldMkLst>
      </pc:sldChg>
      <pc:sldChg chg="del">
        <pc:chgData name="Andrew Albers" userId="05a0db6f-a93d-4086-9310-e241c2ed23ed" providerId="ADAL" clId="{718673AE-47B9-2345-A002-76E135B6C788}" dt="2025-04-18T15:13:57.675" v="198" actId="2696"/>
        <pc:sldMkLst>
          <pc:docMk/>
          <pc:sldMk cId="3320859369" sldId="2147469786"/>
        </pc:sldMkLst>
      </pc:sldChg>
      <pc:sldChg chg="del">
        <pc:chgData name="Andrew Albers" userId="05a0db6f-a93d-4086-9310-e241c2ed23ed" providerId="ADAL" clId="{718673AE-47B9-2345-A002-76E135B6C788}" dt="2025-04-18T15:13:58.583" v="199" actId="2696"/>
        <pc:sldMkLst>
          <pc:docMk/>
          <pc:sldMk cId="793519299" sldId="2147469787"/>
        </pc:sldMkLst>
      </pc:sldChg>
      <pc:sldChg chg="del">
        <pc:chgData name="Andrew Albers" userId="05a0db6f-a93d-4086-9310-e241c2ed23ed" providerId="ADAL" clId="{718673AE-47B9-2345-A002-76E135B6C788}" dt="2025-04-18T15:14:00.409" v="200" actId="2696"/>
        <pc:sldMkLst>
          <pc:docMk/>
          <pc:sldMk cId="1750121600" sldId="2147469788"/>
        </pc:sldMkLst>
      </pc:sldChg>
      <pc:sldChg chg="del">
        <pc:chgData name="Andrew Albers" userId="05a0db6f-a93d-4086-9310-e241c2ed23ed" providerId="ADAL" clId="{718673AE-47B9-2345-A002-76E135B6C788}" dt="2025-04-18T15:13:48.213" v="193" actId="2696"/>
        <pc:sldMkLst>
          <pc:docMk/>
          <pc:sldMk cId="3457369424" sldId="2147469790"/>
        </pc:sldMkLst>
      </pc:sldChg>
      <pc:sldChg chg="del">
        <pc:chgData name="Andrew Albers" userId="05a0db6f-a93d-4086-9310-e241c2ed23ed" providerId="ADAL" clId="{718673AE-47B9-2345-A002-76E135B6C788}" dt="2025-04-18T15:14:01.467" v="201" actId="2696"/>
        <pc:sldMkLst>
          <pc:docMk/>
          <pc:sldMk cId="4064413298" sldId="2147469792"/>
        </pc:sldMkLst>
      </pc:sldChg>
      <pc:sldChg chg="del">
        <pc:chgData name="Andrew Albers" userId="05a0db6f-a93d-4086-9310-e241c2ed23ed" providerId="ADAL" clId="{718673AE-47B9-2345-A002-76E135B6C788}" dt="2025-04-18T15:14:02.468" v="202" actId="2696"/>
        <pc:sldMkLst>
          <pc:docMk/>
          <pc:sldMk cId="682416994" sldId="2147469794"/>
        </pc:sldMkLst>
      </pc:sldChg>
      <pc:sldChg chg="del">
        <pc:chgData name="Andrew Albers" userId="05a0db6f-a93d-4086-9310-e241c2ed23ed" providerId="ADAL" clId="{718673AE-47B9-2345-A002-76E135B6C788}" dt="2025-04-18T16:11:41.491" v="1700" actId="2696"/>
        <pc:sldMkLst>
          <pc:docMk/>
          <pc:sldMk cId="3788446741" sldId="2147469798"/>
        </pc:sldMkLst>
      </pc:sldChg>
      <pc:sldChg chg="del">
        <pc:chgData name="Andrew Albers" userId="05a0db6f-a93d-4086-9310-e241c2ed23ed" providerId="ADAL" clId="{718673AE-47B9-2345-A002-76E135B6C788}" dt="2025-04-18T15:14:03.518" v="203" actId="2696"/>
        <pc:sldMkLst>
          <pc:docMk/>
          <pc:sldMk cId="859227491" sldId="2147469835"/>
        </pc:sldMkLst>
      </pc:sldChg>
      <pc:sldChg chg="del">
        <pc:chgData name="Andrew Albers" userId="05a0db6f-a93d-4086-9310-e241c2ed23ed" providerId="ADAL" clId="{718673AE-47B9-2345-A002-76E135B6C788}" dt="2025-04-18T15:14:04.568" v="204" actId="2696"/>
        <pc:sldMkLst>
          <pc:docMk/>
          <pc:sldMk cId="3304016034" sldId="2147469836"/>
        </pc:sldMkLst>
      </pc:sldChg>
      <pc:sldChg chg="del">
        <pc:chgData name="Andrew Albers" userId="05a0db6f-a93d-4086-9310-e241c2ed23ed" providerId="ADAL" clId="{718673AE-47B9-2345-A002-76E135B6C788}" dt="2025-04-18T15:13:51.016" v="195" actId="2696"/>
        <pc:sldMkLst>
          <pc:docMk/>
          <pc:sldMk cId="3358395208" sldId="2147469864"/>
        </pc:sldMkLst>
      </pc:sldChg>
      <pc:sldChg chg="mod modShow">
        <pc:chgData name="Andrew Albers" userId="05a0db6f-a93d-4086-9310-e241c2ed23ed" providerId="ADAL" clId="{718673AE-47B9-2345-A002-76E135B6C788}" dt="2025-04-18T16:11:29.574" v="1699" actId="729"/>
        <pc:sldMkLst>
          <pc:docMk/>
          <pc:sldMk cId="1590938168" sldId="2147469867"/>
        </pc:sldMkLst>
      </pc:sldChg>
      <pc:sldChg chg="del">
        <pc:chgData name="Andrew Albers" userId="05a0db6f-a93d-4086-9310-e241c2ed23ed" providerId="ADAL" clId="{718673AE-47B9-2345-A002-76E135B6C788}" dt="2025-04-18T15:13:54.570" v="196" actId="2696"/>
        <pc:sldMkLst>
          <pc:docMk/>
          <pc:sldMk cId="591597269" sldId="2147469868"/>
        </pc:sldMkLst>
      </pc:sldChg>
      <pc:sldChg chg="mod modShow">
        <pc:chgData name="Andrew Albers" userId="05a0db6f-a93d-4086-9310-e241c2ed23ed" providerId="ADAL" clId="{718673AE-47B9-2345-A002-76E135B6C788}" dt="2025-04-18T16:11:26.455" v="1698" actId="729"/>
        <pc:sldMkLst>
          <pc:docMk/>
          <pc:sldMk cId="1497532563" sldId="2147469876"/>
        </pc:sldMkLst>
      </pc:sldChg>
      <pc:sldChg chg="addSp delSp modSp mod modNotesTx">
        <pc:chgData name="Andrew Albers" userId="05a0db6f-a93d-4086-9310-e241c2ed23ed" providerId="ADAL" clId="{718673AE-47B9-2345-A002-76E135B6C788}" dt="2025-04-18T16:04:19.437" v="1586" actId="20577"/>
        <pc:sldMkLst>
          <pc:docMk/>
          <pc:sldMk cId="272191530" sldId="2147469900"/>
        </pc:sldMkLst>
      </pc:sldChg>
      <pc:sldChg chg="del">
        <pc:chgData name="Andrew Albers" userId="05a0db6f-a93d-4086-9310-e241c2ed23ed" providerId="ADAL" clId="{718673AE-47B9-2345-A002-76E135B6C788}" dt="2025-04-18T15:13:41.917" v="192" actId="2696"/>
        <pc:sldMkLst>
          <pc:docMk/>
          <pc:sldMk cId="1440339225" sldId="2147469908"/>
        </pc:sldMkLst>
      </pc:sldChg>
      <pc:sldChg chg="modSp mod">
        <pc:chgData name="Andrew Albers" userId="05a0db6f-a93d-4086-9310-e241c2ed23ed" providerId="ADAL" clId="{718673AE-47B9-2345-A002-76E135B6C788}" dt="2025-04-18T15:38:42.145" v="862" actId="20577"/>
        <pc:sldMkLst>
          <pc:docMk/>
          <pc:sldMk cId="1146671792" sldId="2147469912"/>
        </pc:sldMkLst>
      </pc:sldChg>
      <pc:sldChg chg="delSp modSp mod modNotesTx">
        <pc:chgData name="Andrew Albers" userId="05a0db6f-a93d-4086-9310-e241c2ed23ed" providerId="ADAL" clId="{718673AE-47B9-2345-A002-76E135B6C788}" dt="2025-04-18T16:20:20.076" v="2379" actId="20577"/>
        <pc:sldMkLst>
          <pc:docMk/>
          <pc:sldMk cId="203859818" sldId="2147469913"/>
        </pc:sldMkLst>
      </pc:sldChg>
      <pc:sldChg chg="del">
        <pc:chgData name="Andrew Albers" userId="05a0db6f-a93d-4086-9310-e241c2ed23ed" providerId="ADAL" clId="{718673AE-47B9-2345-A002-76E135B6C788}" dt="2025-04-18T16:05:28.121" v="1695" actId="2696"/>
        <pc:sldMkLst>
          <pc:docMk/>
          <pc:sldMk cId="1471249835" sldId="2147469914"/>
        </pc:sldMkLst>
      </pc:sldChg>
      <pc:sldChg chg="addSp delSp modSp add mod modNotesTx">
        <pc:chgData name="Andrew Albers" userId="05a0db6f-a93d-4086-9310-e241c2ed23ed" providerId="ADAL" clId="{718673AE-47B9-2345-A002-76E135B6C788}" dt="2025-04-18T16:26:28.970" v="2968" actId="20577"/>
        <pc:sldMkLst>
          <pc:docMk/>
          <pc:sldMk cId="2846072718" sldId="2147469918"/>
        </pc:sldMkLst>
      </pc:sldChg>
      <pc:sldChg chg="delSp modSp add mod">
        <pc:chgData name="Andrew Albers" userId="05a0db6f-a93d-4086-9310-e241c2ed23ed" providerId="ADAL" clId="{718673AE-47B9-2345-A002-76E135B6C788}" dt="2025-04-18T16:12:45.795" v="1744" actId="255"/>
        <pc:sldMkLst>
          <pc:docMk/>
          <pc:sldMk cId="2593775031" sldId="2147469919"/>
        </pc:sldMkLst>
      </pc:sldChg>
    </pc:docChg>
  </pc:docChgLst>
  <pc:docChgLst>
    <pc:chgData name="Andrew Albers" userId="05a0db6f-a93d-4086-9310-e241c2ed23ed" providerId="ADAL" clId="{E4B44A0F-930D-49BB-A27B-4C2F3412FA25}"/>
    <pc:docChg chg="undo custSel addSld delSld modSld sldOrd">
      <pc:chgData name="Andrew Albers" userId="05a0db6f-a93d-4086-9310-e241c2ed23ed" providerId="ADAL" clId="{E4B44A0F-930D-49BB-A27B-4C2F3412FA25}" dt="2025-06-05T19:53:06.222" v="5610" actId="20577"/>
      <pc:docMkLst>
        <pc:docMk/>
      </pc:docMkLst>
      <pc:sldChg chg="modSp mod">
        <pc:chgData name="Andrew Albers" userId="05a0db6f-a93d-4086-9310-e241c2ed23ed" providerId="ADAL" clId="{E4B44A0F-930D-49BB-A27B-4C2F3412FA25}" dt="2025-05-30T16:18:42.370" v="11" actId="20577"/>
        <pc:sldMkLst>
          <pc:docMk/>
          <pc:sldMk cId="2181956486" sldId="256"/>
        </pc:sldMkLst>
      </pc:sldChg>
      <pc:sldChg chg="modSp mod">
        <pc:chgData name="Andrew Albers" userId="05a0db6f-a93d-4086-9310-e241c2ed23ed" providerId="ADAL" clId="{E4B44A0F-930D-49BB-A27B-4C2F3412FA25}" dt="2025-06-03T19:29:57.098" v="4186" actId="20577"/>
        <pc:sldMkLst>
          <pc:docMk/>
          <pc:sldMk cId="1635881331" sldId="259"/>
        </pc:sldMkLst>
      </pc:sldChg>
      <pc:sldChg chg="ord">
        <pc:chgData name="Andrew Albers" userId="05a0db6f-a93d-4086-9310-e241c2ed23ed" providerId="ADAL" clId="{E4B44A0F-930D-49BB-A27B-4C2F3412FA25}" dt="2025-06-04T16:49:20.938" v="4401"/>
        <pc:sldMkLst>
          <pc:docMk/>
          <pc:sldMk cId="4145703054" sldId="265"/>
        </pc:sldMkLst>
      </pc:sldChg>
      <pc:sldChg chg="modSp mod">
        <pc:chgData name="Andrew Albers" userId="05a0db6f-a93d-4086-9310-e241c2ed23ed" providerId="ADAL" clId="{E4B44A0F-930D-49BB-A27B-4C2F3412FA25}" dt="2025-06-05T19:53:06.222" v="5610" actId="20577"/>
        <pc:sldMkLst>
          <pc:docMk/>
          <pc:sldMk cId="3977638465" sldId="266"/>
        </pc:sldMkLst>
      </pc:sldChg>
      <pc:sldChg chg="modSp mod">
        <pc:chgData name="Andrew Albers" userId="05a0db6f-a93d-4086-9310-e241c2ed23ed" providerId="ADAL" clId="{E4B44A0F-930D-49BB-A27B-4C2F3412FA25}" dt="2025-06-03T19:29:18.339" v="4153"/>
        <pc:sldMkLst>
          <pc:docMk/>
          <pc:sldMk cId="3291269963" sldId="2147469889"/>
        </pc:sldMkLst>
      </pc:sldChg>
      <pc:sldChg chg="addSp delSp modSp mod modNotesTx">
        <pc:chgData name="Andrew Albers" userId="05a0db6f-a93d-4086-9310-e241c2ed23ed" providerId="ADAL" clId="{E4B44A0F-930D-49BB-A27B-4C2F3412FA25}" dt="2025-06-04T17:14:46.240" v="4402" actId="20577"/>
        <pc:sldMkLst>
          <pc:docMk/>
          <pc:sldMk cId="272191530" sldId="2147469900"/>
        </pc:sldMkLst>
      </pc:sldChg>
      <pc:sldChg chg="modSp mod">
        <pc:chgData name="Andrew Albers" userId="05a0db6f-a93d-4086-9310-e241c2ed23ed" providerId="ADAL" clId="{E4B44A0F-930D-49BB-A27B-4C2F3412FA25}" dt="2025-06-03T19:04:37.378" v="4116" actId="20577"/>
        <pc:sldMkLst>
          <pc:docMk/>
          <pc:sldMk cId="213056789" sldId="2147469909"/>
        </pc:sldMkLst>
      </pc:sldChg>
      <pc:sldChg chg="del">
        <pc:chgData name="Andrew Albers" userId="05a0db6f-a93d-4086-9310-e241c2ed23ed" providerId="ADAL" clId="{E4B44A0F-930D-49BB-A27B-4C2F3412FA25}" dt="2025-06-05T19:52:38.044" v="5562" actId="47"/>
        <pc:sldMkLst>
          <pc:docMk/>
          <pc:sldMk cId="824158616" sldId="2147469910"/>
        </pc:sldMkLst>
      </pc:sldChg>
      <pc:sldChg chg="addSp modSp mod">
        <pc:chgData name="Andrew Albers" userId="05a0db6f-a93d-4086-9310-e241c2ed23ed" providerId="ADAL" clId="{E4B44A0F-930D-49BB-A27B-4C2F3412FA25}" dt="2025-06-04T20:57:19.911" v="5359" actId="1076"/>
        <pc:sldMkLst>
          <pc:docMk/>
          <pc:sldMk cId="2439582351" sldId="2147469911"/>
        </pc:sldMkLst>
      </pc:sldChg>
      <pc:sldChg chg="del">
        <pc:chgData name="Andrew Albers" userId="05a0db6f-a93d-4086-9310-e241c2ed23ed" providerId="ADAL" clId="{E4B44A0F-930D-49BB-A27B-4C2F3412FA25}" dt="2025-06-05T19:52:32.412" v="5560" actId="47"/>
        <pc:sldMkLst>
          <pc:docMk/>
          <pc:sldMk cId="1146671792" sldId="2147469912"/>
        </pc:sldMkLst>
      </pc:sldChg>
      <pc:sldChg chg="del">
        <pc:chgData name="Andrew Albers" userId="05a0db6f-a93d-4086-9310-e241c2ed23ed" providerId="ADAL" clId="{E4B44A0F-930D-49BB-A27B-4C2F3412FA25}" dt="2025-05-30T17:44:08.190" v="209" actId="2696"/>
        <pc:sldMkLst>
          <pc:docMk/>
          <pc:sldMk cId="203859818" sldId="2147469913"/>
        </pc:sldMkLst>
      </pc:sldChg>
      <pc:sldChg chg="del">
        <pc:chgData name="Andrew Albers" userId="05a0db6f-a93d-4086-9310-e241c2ed23ed" providerId="ADAL" clId="{E4B44A0F-930D-49BB-A27B-4C2F3412FA25}" dt="2025-06-04T20:12:11.482" v="4764" actId="47"/>
        <pc:sldMkLst>
          <pc:docMk/>
          <pc:sldMk cId="1165046288" sldId="2147469915"/>
        </pc:sldMkLst>
      </pc:sldChg>
      <pc:sldChg chg="addSp delSp modSp mod modNotesTx">
        <pc:chgData name="Andrew Albers" userId="05a0db6f-a93d-4086-9310-e241c2ed23ed" providerId="ADAL" clId="{E4B44A0F-930D-49BB-A27B-4C2F3412FA25}" dt="2025-06-04T20:14:52.696" v="5204" actId="1076"/>
        <pc:sldMkLst>
          <pc:docMk/>
          <pc:sldMk cId="54957035" sldId="2147469916"/>
        </pc:sldMkLst>
      </pc:sldChg>
      <pc:sldChg chg="del">
        <pc:chgData name="Andrew Albers" userId="05a0db6f-a93d-4086-9310-e241c2ed23ed" providerId="ADAL" clId="{E4B44A0F-930D-49BB-A27B-4C2F3412FA25}" dt="2025-06-05T19:52:34.581" v="5561" actId="47"/>
        <pc:sldMkLst>
          <pc:docMk/>
          <pc:sldMk cId="349524020" sldId="2147469917"/>
        </pc:sldMkLst>
      </pc:sldChg>
      <pc:sldChg chg="del">
        <pc:chgData name="Andrew Albers" userId="05a0db6f-a93d-4086-9310-e241c2ed23ed" providerId="ADAL" clId="{E4B44A0F-930D-49BB-A27B-4C2F3412FA25}" dt="2025-05-30T17:44:04.740" v="208" actId="2696"/>
        <pc:sldMkLst>
          <pc:docMk/>
          <pc:sldMk cId="2846072718" sldId="2147469918"/>
        </pc:sldMkLst>
      </pc:sldChg>
      <pc:sldChg chg="del">
        <pc:chgData name="Andrew Albers" userId="05a0db6f-a93d-4086-9310-e241c2ed23ed" providerId="ADAL" clId="{E4B44A0F-930D-49BB-A27B-4C2F3412FA25}" dt="2025-06-05T19:52:40.535" v="5563" actId="47"/>
        <pc:sldMkLst>
          <pc:docMk/>
          <pc:sldMk cId="2593775031" sldId="2147469919"/>
        </pc:sldMkLst>
      </pc:sldChg>
      <pc:sldChg chg="modSp add mod">
        <pc:chgData name="Andrew Albers" userId="05a0db6f-a93d-4086-9310-e241c2ed23ed" providerId="ADAL" clId="{E4B44A0F-930D-49BB-A27B-4C2F3412FA25}" dt="2025-05-30T17:36:51.681" v="169" actId="20577"/>
        <pc:sldMkLst>
          <pc:docMk/>
          <pc:sldMk cId="1898429168" sldId="2147469920"/>
        </pc:sldMkLst>
      </pc:sldChg>
      <pc:sldChg chg="addSp delSp modSp add mod modNotesTx">
        <pc:chgData name="Andrew Albers" userId="05a0db6f-a93d-4086-9310-e241c2ed23ed" providerId="ADAL" clId="{E4B44A0F-930D-49BB-A27B-4C2F3412FA25}" dt="2025-06-03T19:28:44.151" v="4149" actId="478"/>
        <pc:sldMkLst>
          <pc:docMk/>
          <pc:sldMk cId="3278578492" sldId="2147469921"/>
        </pc:sldMkLst>
      </pc:sldChg>
      <pc:sldChg chg="addSp delSp modSp add mod">
        <pc:chgData name="Andrew Albers" userId="05a0db6f-a93d-4086-9310-e241c2ed23ed" providerId="ADAL" clId="{E4B44A0F-930D-49BB-A27B-4C2F3412FA25}" dt="2025-05-30T17:54:41.103" v="877" actId="20577"/>
        <pc:sldMkLst>
          <pc:docMk/>
          <pc:sldMk cId="967810659" sldId="2147469922"/>
        </pc:sldMkLst>
      </pc:sldChg>
      <pc:sldChg chg="delSp modSp add del mod modShow modNotesTx">
        <pc:chgData name="Andrew Albers" userId="05a0db6f-a93d-4086-9310-e241c2ed23ed" providerId="ADAL" clId="{E4B44A0F-930D-49BB-A27B-4C2F3412FA25}" dt="2025-06-04T16:48:49.194" v="4385" actId="2696"/>
        <pc:sldMkLst>
          <pc:docMk/>
          <pc:sldMk cId="651165675" sldId="2147469923"/>
        </pc:sldMkLst>
      </pc:sldChg>
      <pc:sldChg chg="delSp modSp add mod modNotesTx">
        <pc:chgData name="Andrew Albers" userId="05a0db6f-a93d-4086-9310-e241c2ed23ed" providerId="ADAL" clId="{E4B44A0F-930D-49BB-A27B-4C2F3412FA25}" dt="2025-06-03T19:04:43.678" v="4117" actId="20577"/>
        <pc:sldMkLst>
          <pc:docMk/>
          <pc:sldMk cId="3272012829" sldId="2147469924"/>
        </pc:sldMkLst>
      </pc:sldChg>
      <pc:sldChg chg="addSp modSp new mod modNotesTx">
        <pc:chgData name="Andrew Albers" userId="05a0db6f-a93d-4086-9310-e241c2ed23ed" providerId="ADAL" clId="{E4B44A0F-930D-49BB-A27B-4C2F3412FA25}" dt="2025-05-30T18:13:58.810" v="1125" actId="20577"/>
        <pc:sldMkLst>
          <pc:docMk/>
          <pc:sldMk cId="3918092923" sldId="2147469925"/>
        </pc:sldMkLst>
      </pc:sldChg>
      <pc:sldChg chg="addSp modSp new mod ord modNotesTx">
        <pc:chgData name="Andrew Albers" userId="05a0db6f-a93d-4086-9310-e241c2ed23ed" providerId="ADAL" clId="{E4B44A0F-930D-49BB-A27B-4C2F3412FA25}" dt="2025-06-04T16:48:43.987" v="4384" actId="20577"/>
        <pc:sldMkLst>
          <pc:docMk/>
          <pc:sldMk cId="3476956165" sldId="2147469926"/>
        </pc:sldMkLst>
      </pc:sldChg>
      <pc:sldChg chg="modSp new del mod ord">
        <pc:chgData name="Andrew Albers" userId="05a0db6f-a93d-4086-9310-e241c2ed23ed" providerId="ADAL" clId="{E4B44A0F-930D-49BB-A27B-4C2F3412FA25}" dt="2025-06-03T19:30:04.637" v="4187" actId="47"/>
        <pc:sldMkLst>
          <pc:docMk/>
          <pc:sldMk cId="4219362446" sldId="2147469927"/>
        </pc:sldMkLst>
      </pc:sldChg>
      <pc:sldChg chg="addSp modSp new mod ord modNotesTx">
        <pc:chgData name="Andrew Albers" userId="05a0db6f-a93d-4086-9310-e241c2ed23ed" providerId="ADAL" clId="{E4B44A0F-930D-49BB-A27B-4C2F3412FA25}" dt="2025-06-03T19:31:21.808" v="4368" actId="20577"/>
        <pc:sldMkLst>
          <pc:docMk/>
          <pc:sldMk cId="221840815" sldId="2147469928"/>
        </pc:sldMkLst>
      </pc:sldChg>
      <pc:sldChg chg="new del">
        <pc:chgData name="Andrew Albers" userId="05a0db6f-a93d-4086-9310-e241c2ed23ed" providerId="ADAL" clId="{E4B44A0F-930D-49BB-A27B-4C2F3412FA25}" dt="2025-06-03T19:05:09.358" v="4120" actId="2696"/>
        <pc:sldMkLst>
          <pc:docMk/>
          <pc:sldMk cId="1254147975" sldId="2147469928"/>
        </pc:sldMkLst>
      </pc:sldChg>
      <pc:sldChg chg="modSp new del mod ord">
        <pc:chgData name="Andrew Albers" userId="05a0db6f-a93d-4086-9310-e241c2ed23ed" providerId="ADAL" clId="{E4B44A0F-930D-49BB-A27B-4C2F3412FA25}" dt="2025-06-03T19:30:26.581" v="4190" actId="47"/>
        <pc:sldMkLst>
          <pc:docMk/>
          <pc:sldMk cId="786706553" sldId="2147469929"/>
        </pc:sldMkLst>
      </pc:sldChg>
      <pc:sldChg chg="addSp delSp modSp new mod">
        <pc:chgData name="Andrew Albers" userId="05a0db6f-a93d-4086-9310-e241c2ed23ed" providerId="ADAL" clId="{E4B44A0F-930D-49BB-A27B-4C2F3412FA25}" dt="2025-06-05T19:49:25.871" v="5529" actId="1076"/>
        <pc:sldMkLst>
          <pc:docMk/>
          <pc:sldMk cId="2423896776" sldId="2147469929"/>
        </pc:sldMkLst>
      </pc:sldChg>
      <pc:sldChg chg="addSp delSp modSp new mod">
        <pc:chgData name="Andrew Albers" userId="05a0db6f-a93d-4086-9310-e241c2ed23ed" providerId="ADAL" clId="{E4B44A0F-930D-49BB-A27B-4C2F3412FA25}" dt="2025-06-05T19:52:20.125" v="5559" actId="1076"/>
        <pc:sldMkLst>
          <pc:docMk/>
          <pc:sldMk cId="4229477419" sldId="2147469930"/>
        </pc:sldMkLst>
      </pc:sldChg>
    </pc:docChg>
  </pc:docChgLst>
  <pc:docChgLst>
    <pc:chgData name="Andrew Albers" userId="05a0db6f-a93d-4086-9310-e241c2ed23ed" providerId="ADAL" clId="{EFCCDD8C-4D72-48FC-929E-3219D06AF32C}"/>
    <pc:docChg chg="custSel modSld">
      <pc:chgData name="Andrew Albers" userId="05a0db6f-a93d-4086-9310-e241c2ed23ed" providerId="ADAL" clId="{EFCCDD8C-4D72-48FC-929E-3219D06AF32C}" dt="2025-06-30T18:31:12.212" v="319" actId="20577"/>
      <pc:docMkLst>
        <pc:docMk/>
      </pc:docMkLst>
      <pc:sldChg chg="modSp">
        <pc:chgData name="Andrew Albers" userId="05a0db6f-a93d-4086-9310-e241c2ed23ed" providerId="ADAL" clId="{EFCCDD8C-4D72-48FC-929E-3219D06AF32C}" dt="2025-06-27T19:10:20.030" v="0" actId="1076"/>
        <pc:sldMkLst>
          <pc:docMk/>
          <pc:sldMk cId="54957035" sldId="2147469916"/>
        </pc:sldMkLst>
      </pc:sldChg>
      <pc:sldChg chg="addSp modSp mod">
        <pc:chgData name="Andrew Albers" userId="05a0db6f-a93d-4086-9310-e241c2ed23ed" providerId="ADAL" clId="{EFCCDD8C-4D72-48FC-929E-3219D06AF32C}" dt="2025-06-30T18:31:12.212" v="319" actId="20577"/>
        <pc:sldMkLst>
          <pc:docMk/>
          <pc:sldMk cId="3278578492" sldId="2147469921"/>
        </pc:sldMkLst>
      </pc:sldChg>
    </pc:docChg>
  </pc:docChgLst>
</pc:chgInfo>
</file>

<file path=ppt/comments/modernComment_7FFFCA57_9169128F.xml><?xml version="1.0" encoding="utf-8"?>
<p188:cmLst xmlns:a="http://schemas.openxmlformats.org/drawingml/2006/main" xmlns:r="http://schemas.openxmlformats.org/officeDocument/2006/relationships" xmlns:p188="http://schemas.microsoft.com/office/powerpoint/2018/8/main">
  <p188:cm id="{14F80925-FAE3-437D-8A0B-18E342DDE6B5}" authorId="{3C47699E-C057-66EC-848D-19B9ECA3E1B3}" created="2025-06-23T15:52:29.750">
    <pc:sldMkLst xmlns:pc="http://schemas.microsoft.com/office/powerpoint/2013/main/command">
      <pc:docMk/>
      <pc:sldMk cId="2439582351" sldId="2147469911"/>
    </pc:sldMkLst>
    <p188:txBody>
      <a:bodyPr/>
      <a:lstStyle/>
      <a:p>
        <a:r>
          <a:rPr lang="en-US"/>
          <a:t>Istio addon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4A134-D1E1-48C7-8D52-300A0775AF83}" type="datetimeFigureOut">
              <a:rPr lang="en-US"/>
              <a:t>7/30/2026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09229F-6F41-4CC3-A51C-EB832A3392C5}" type="slidenum">
              <a:rPr lang="en-US"/>
              <a:t>‹#›</a:t>
            </a:fld>
            <a:endParaRPr lang="en-US"/>
          </a:p>
        </p:txBody>
      </p:sp>
    </p:spTree>
    <p:extLst>
      <p:ext uri="{BB962C8B-B14F-4D97-AF65-F5344CB8AC3E}">
        <p14:creationId xmlns:p14="http://schemas.microsoft.com/office/powerpoint/2010/main" val="4223892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8" Type="http://schemas.openxmlformats.org/officeDocument/2006/relationships/hyperlink" Target="https://learn.microsoft.com/en-us/azure/aks/windows-aks-customer-stories" TargetMode="External"/><Relationship Id="rId3" Type="http://schemas.openxmlformats.org/officeDocument/2006/relationships/hyperlink" Target="https://learn.microsoft.com/en-us/azure/cloud-adoption-framework/migrate/" TargetMode="External"/><Relationship Id="rId7" Type="http://schemas.openxmlformats.org/officeDocument/2006/relationships/hyperlink" Target="https://learn.microsoft.com/en-us/azure/architecture/solution-ideas/articles/data-streaming-scenario"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learn.microsoft.com/en-us/azure/architecture/ai-ml/idea/machine-learning-model-deployment-aks" TargetMode="External"/><Relationship Id="rId5" Type="http://schemas.openxmlformats.org/officeDocument/2006/relationships/hyperlink" Target="https://learn.microsoft.com/en-us/azure/architecture/reference-architectures/containers/aks-start-here" TargetMode="External"/><Relationship Id="rId4" Type="http://schemas.openxmlformats.org/officeDocument/2006/relationships/hyperlink" Target="https://learn.microsoft.com/en-us/azure/architecture/guide/aks/aks-cicd-azure-pipelines"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8" Type="http://schemas.openxmlformats.org/officeDocument/2006/relationships/hyperlink" Target="https://learn.microsoft.com/en-us/azure/aks/quotas-skus-regions#cluster-configuration-presets-in-the-azure-portal" TargetMode="External"/><Relationship Id="rId13" Type="http://schemas.openxmlformats.org/officeDocument/2006/relationships/hyperlink" Target="https://learn.microsoft.com/en-us/azure/confidential-computing/confidential-nodes-aks-overview" TargetMode="External"/><Relationship Id="rId18" Type="http://schemas.openxmlformats.org/officeDocument/2006/relationships/hyperlink" Target="https://learn.microsoft.com/en-us/azure/aks/concepts-network-cni-overview" TargetMode="External"/><Relationship Id="rId3" Type="http://schemas.openxmlformats.org/officeDocument/2006/relationships/hyperlink" Target="https://learn.microsoft.com/en-us/azure/aks/security-controls-policy" TargetMode="External"/><Relationship Id="rId21" Type="http://schemas.openxmlformats.org/officeDocument/2006/relationships/hyperlink" Target="https://learn.microsoft.com/en-us/azure/aks/quickstart-helm" TargetMode="External"/><Relationship Id="rId7" Type="http://schemas.openxmlformats.org/officeDocument/2006/relationships/hyperlink" Target="https://learn.microsoft.com/en-us/azure/aks/advanced-container-networking-services-overview" TargetMode="External"/><Relationship Id="rId12" Type="http://schemas.openxmlformats.org/officeDocument/2006/relationships/hyperlink" Target="https://learn.microsoft.com/en-us/azure/aks/tutorial-kubernetes-scale#autoscale-pods" TargetMode="External"/><Relationship Id="rId17" Type="http://schemas.openxmlformats.org/officeDocument/2006/relationships/hyperlink" Target="https://learn.microsoft.com/en-us/azure/aks/azure-netapp-files" TargetMode="External"/><Relationship Id="rId2" Type="http://schemas.openxmlformats.org/officeDocument/2006/relationships/slide" Target="../slides/slide8.xml"/><Relationship Id="rId16" Type="http://schemas.openxmlformats.org/officeDocument/2006/relationships/hyperlink" Target="https://learn.microsoft.com/en-us/azure/aks/azure-files-csi" TargetMode="External"/><Relationship Id="rId20" Type="http://schemas.openxmlformats.org/officeDocument/2006/relationships/hyperlink" Target="https://learn.microsoft.com/en-us/azure/aks/app-routing" TargetMode="External"/><Relationship Id="rId1" Type="http://schemas.openxmlformats.org/officeDocument/2006/relationships/notesMaster" Target="../notesMasters/notesMaster1.xml"/><Relationship Id="rId6" Type="http://schemas.openxmlformats.org/officeDocument/2006/relationships/hyperlink" Target="https://learn.microsoft.com/en-us/azure/azure-monitor/containers/kubernetes-monitoring-enable" TargetMode="External"/><Relationship Id="rId11" Type="http://schemas.openxmlformats.org/officeDocument/2006/relationships/hyperlink" Target="https://learn.microsoft.com/en-us/azure/aks/cluster-autoscaler" TargetMode="External"/><Relationship Id="rId5" Type="http://schemas.openxmlformats.org/officeDocument/2006/relationships/hyperlink" Target="https://learn.microsoft.com/en-us/azure/aks/enable-authentication-microsoft-entra-id" TargetMode="External"/><Relationship Id="rId15" Type="http://schemas.openxmlformats.org/officeDocument/2006/relationships/hyperlink" Target="https://learn.microsoft.com/en-us/azure/aks/azure-disk-csi" TargetMode="External"/><Relationship Id="rId23" Type="http://schemas.openxmlformats.org/officeDocument/2006/relationships/hyperlink" Target="https://learn.microsoft.com/en-us/azure/aks/istio-about" TargetMode="External"/><Relationship Id="rId10" Type="http://schemas.openxmlformats.org/officeDocument/2006/relationships/hyperlink" Target="https://learn.microsoft.com/en-us/azure/aks/draft" TargetMode="External"/><Relationship Id="rId19" Type="http://schemas.openxmlformats.org/officeDocument/2006/relationships/hyperlink" Target="https://learn.microsoft.com/en-us/azure/aks/use-byo-cni" TargetMode="External"/><Relationship Id="rId4" Type="http://schemas.openxmlformats.org/officeDocument/2006/relationships/hyperlink" Target="https://learn.microsoft.com/en-us/azure/aks/azure-ad-rbac" TargetMode="External"/><Relationship Id="rId9" Type="http://schemas.openxmlformats.org/officeDocument/2006/relationships/hyperlink" Target="https://learn.microsoft.com/en-us/azure/aks/keda-about" TargetMode="External"/><Relationship Id="rId14" Type="http://schemas.openxmlformats.org/officeDocument/2006/relationships/hyperlink" Target="https://learn.microsoft.com/en-us/azure/storage/container-storage/container-storage-introduction" TargetMode="External"/><Relationship Id="rId22" Type="http://schemas.openxmlformats.org/officeDocument/2006/relationships/hyperlink" Target="https://marketplace.visualstudio.com/items?itemName=ms-kubernetes-tools.vscode-kubernetes-tools"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learn.microsoft.com/en-us/azure/aks/intro-aks-automatic#aks-automatic-and-standard-feature-comparison"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a:t>
            </a:fld>
            <a:endParaRPr lang="en-US"/>
          </a:p>
        </p:txBody>
      </p:sp>
      <p:sp>
        <p:nvSpPr>
          <p:cNvPr id="3" name="Date Placeholder 2">
            <a:extLst>
              <a:ext uri="{FF2B5EF4-FFF2-40B4-BE49-F238E27FC236}">
                <a16:creationId xmlns:a16="http://schemas.microsoft.com/office/drawing/2014/main" id="{82C0C817-6383-40C6-A619-A7F43126961B}"/>
              </a:ext>
            </a:extLst>
          </p:cNvPr>
          <p:cNvSpPr>
            <a:spLocks noGrp="1"/>
          </p:cNvSpPr>
          <p:nvPr>
            <p:ph type="dt" idx="12"/>
          </p:nvPr>
        </p:nvSpPr>
        <p:spPr/>
        <p:txBody>
          <a:bodyPr/>
          <a:lstStyle/>
          <a:p>
            <a:fld id="{93F0BA74-B6B0-4726-B93D-848B68F9209C}" type="datetime1">
              <a:rPr lang="en-US"/>
              <a:t>7/30/2026</a:t>
            </a:fld>
            <a:endParaRPr lang="en-US"/>
          </a:p>
        </p:txBody>
      </p:sp>
      <p:sp>
        <p:nvSpPr>
          <p:cNvPr id="8" name="Slide Image Placeholder 7">
            <a:extLst>
              <a:ext uri="{FF2B5EF4-FFF2-40B4-BE49-F238E27FC236}">
                <a16:creationId xmlns:a16="http://schemas.microsoft.com/office/drawing/2014/main" id="{F98C1305-7F63-4C5E-9604-A0FF494BE45D}"/>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9BFE94D2-9DA0-437E-8011-0DB757A5E8DD}"/>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A24C5275-F675-4BEB-AAB5-B95AC3507DD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090206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67087899-B757-42DD-BFAC-FD8FB9602085}"/>
              </a:ext>
            </a:extLst>
          </p:cNvPr>
          <p:cNvSpPr>
            <a:spLocks noGrp="1"/>
          </p:cNvSpPr>
          <p:nvPr>
            <p:ph type="sldNum" sz="quarter" idx="10"/>
          </p:nvPr>
        </p:nvSpPr>
        <p:spPr/>
        <p:txBody>
          <a:bodyPr/>
          <a:lstStyle/>
          <a:p>
            <a:fld id="{F475C4C8-7DEA-455A-9336-A4C7DB3AE516}" type="slidenum">
              <a:rPr lang="en-US"/>
              <a:pPr/>
              <a:t>2</a:t>
            </a:fld>
            <a:endParaRPr lang="en-US"/>
          </a:p>
        </p:txBody>
      </p:sp>
      <p:sp>
        <p:nvSpPr>
          <p:cNvPr id="3" name="Date Placeholder 2">
            <a:extLst>
              <a:ext uri="{FF2B5EF4-FFF2-40B4-BE49-F238E27FC236}">
                <a16:creationId xmlns:a16="http://schemas.microsoft.com/office/drawing/2014/main" id="{2A3279EF-EF08-4E77-A509-F922EC61A8AC}"/>
              </a:ext>
            </a:extLst>
          </p:cNvPr>
          <p:cNvSpPr>
            <a:spLocks noGrp="1"/>
          </p:cNvSpPr>
          <p:nvPr>
            <p:ph type="dt" idx="12"/>
          </p:nvPr>
        </p:nvSpPr>
        <p:spPr/>
        <p:txBody>
          <a:bodyPr/>
          <a:lstStyle/>
          <a:p>
            <a:fld id="{DB0F5A79-03C7-4F04-B936-1D8348BF7B8D}" type="datetime1">
              <a:rPr lang="en-US"/>
              <a:t>7/30/2026</a:t>
            </a:fld>
            <a:endParaRPr lang="en-US"/>
          </a:p>
        </p:txBody>
      </p:sp>
      <p:sp>
        <p:nvSpPr>
          <p:cNvPr id="10" name="Slide Image Placeholder 9">
            <a:extLst>
              <a:ext uri="{FF2B5EF4-FFF2-40B4-BE49-F238E27FC236}">
                <a16:creationId xmlns:a16="http://schemas.microsoft.com/office/drawing/2014/main" id="{71623331-4C35-4EFF-9868-F85DF8DB4AA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D4BB9EA6-88F5-449F-9E36-08AD1C866DB2}"/>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Header Placeholder 3">
            <a:extLst>
              <a:ext uri="{FF2B5EF4-FFF2-40B4-BE49-F238E27FC236}">
                <a16:creationId xmlns:a16="http://schemas.microsoft.com/office/drawing/2014/main" id="{1B5D50AE-A09E-4DDD-9B13-A2619C0E3244}"/>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161302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a:t>
            </a:fld>
            <a:endParaRPr lang="en-US"/>
          </a:p>
        </p:txBody>
      </p:sp>
      <p:sp>
        <p:nvSpPr>
          <p:cNvPr id="6" name="Date Placeholder 5">
            <a:extLst>
              <a:ext uri="{FF2B5EF4-FFF2-40B4-BE49-F238E27FC236}">
                <a16:creationId xmlns:a16="http://schemas.microsoft.com/office/drawing/2014/main" id="{B5F0A125-1411-481C-8C57-BA8508D6EF94}"/>
              </a:ext>
            </a:extLst>
          </p:cNvPr>
          <p:cNvSpPr>
            <a:spLocks noGrp="1"/>
          </p:cNvSpPr>
          <p:nvPr>
            <p:ph type="dt" idx="12"/>
          </p:nvPr>
        </p:nvSpPr>
        <p:spPr/>
        <p:txBody>
          <a:bodyPr/>
          <a:lstStyle/>
          <a:p>
            <a:fld id="{520EDEF9-34DC-43EF-A96E-E4BC67A143AE}" type="datetime1">
              <a:rPr lang="en-US"/>
              <a:t>7/30/2026</a:t>
            </a:fld>
            <a:endParaRPr lang="en-US"/>
          </a:p>
        </p:txBody>
      </p:sp>
      <p:sp>
        <p:nvSpPr>
          <p:cNvPr id="10" name="Slide Image Placeholder 9">
            <a:extLst>
              <a:ext uri="{FF2B5EF4-FFF2-40B4-BE49-F238E27FC236}">
                <a16:creationId xmlns:a16="http://schemas.microsoft.com/office/drawing/2014/main" id="{E2E78E2F-5A11-492B-863A-333FCB8BF99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F562AF71-297A-4E14-905B-9BC87AF9311A}"/>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2" name="Header Placeholder 1">
            <a:extLst>
              <a:ext uri="{FF2B5EF4-FFF2-40B4-BE49-F238E27FC236}">
                <a16:creationId xmlns:a16="http://schemas.microsoft.com/office/drawing/2014/main" id="{EE816882-27D1-47C1-B2DF-390182831B42}"/>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4031476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4</a:t>
            </a:fld>
            <a:endParaRPr lang="en-US"/>
          </a:p>
        </p:txBody>
      </p:sp>
      <p:sp>
        <p:nvSpPr>
          <p:cNvPr id="3" name="Date Placeholder 2">
            <a:extLst>
              <a:ext uri="{FF2B5EF4-FFF2-40B4-BE49-F238E27FC236}">
                <a16:creationId xmlns:a16="http://schemas.microsoft.com/office/drawing/2014/main" id="{253F21FE-6D90-469E-9047-D9E85B68DF6B}"/>
              </a:ext>
            </a:extLst>
          </p:cNvPr>
          <p:cNvSpPr>
            <a:spLocks noGrp="1"/>
          </p:cNvSpPr>
          <p:nvPr>
            <p:ph type="dt" idx="12"/>
          </p:nvPr>
        </p:nvSpPr>
        <p:spPr/>
        <p:txBody>
          <a:bodyPr/>
          <a:lstStyle/>
          <a:p>
            <a:fld id="{E57E3D00-9D4C-429E-9A61-DDFE4F2097D5}" type="datetime1">
              <a:rPr lang="en-US"/>
              <a:t>7/30/2026</a:t>
            </a:fld>
            <a:endParaRPr lang="en-US"/>
          </a:p>
        </p:txBody>
      </p:sp>
      <p:sp>
        <p:nvSpPr>
          <p:cNvPr id="8" name="Slide Image Placeholder 7">
            <a:extLst>
              <a:ext uri="{FF2B5EF4-FFF2-40B4-BE49-F238E27FC236}">
                <a16:creationId xmlns:a16="http://schemas.microsoft.com/office/drawing/2014/main" id="{C7B11183-186A-4BBC-B2F8-7884666DA151}"/>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F5BB2EB-6EC5-46BF-B848-AF78DF3313FB}"/>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D2DE8FA8-BD65-4569-8095-2AAA0C0CEA0A}"/>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17387535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what AKS automates for the Kubernetes piece and how it make is simpler to manage vs open source k8s. </a:t>
            </a:r>
          </a:p>
          <a:p>
            <a:r>
              <a:rPr lang="en-US" dirty="0"/>
              <a:t>Also a good point to compare against other Azure container offerings like:</a:t>
            </a:r>
          </a:p>
          <a:p>
            <a:pPr marL="171450" indent="-171450">
              <a:buFont typeface="Arial" panose="020B0604020202020204" pitchFamily="34" charset="0"/>
              <a:buChar char="•"/>
            </a:pPr>
            <a:r>
              <a:rPr lang="en-US" dirty="0"/>
              <a:t>Azure Red Hat </a:t>
            </a:r>
            <a:r>
              <a:rPr lang="en-US" dirty="0" err="1"/>
              <a:t>Openshift</a:t>
            </a:r>
            <a:endParaRPr lang="en-US" dirty="0"/>
          </a:p>
          <a:p>
            <a:pPr marL="171450" indent="-171450">
              <a:buFont typeface="Arial" panose="020B0604020202020204" pitchFamily="34" charset="0"/>
              <a:buChar char="•"/>
            </a:pPr>
            <a:r>
              <a:rPr lang="en-US" dirty="0"/>
              <a:t>Azure Container Instances</a:t>
            </a:r>
          </a:p>
          <a:p>
            <a:pPr marL="171450" indent="-171450">
              <a:buFont typeface="Arial" panose="020B0604020202020204" pitchFamily="34" charset="0"/>
              <a:buChar char="•"/>
            </a:pPr>
            <a:r>
              <a:rPr lang="en-US" dirty="0"/>
              <a:t>Azure Container Apps</a:t>
            </a:r>
          </a:p>
          <a:p>
            <a:pPr marL="171450" indent="-171450">
              <a:buFont typeface="Arial" panose="020B0604020202020204" pitchFamily="34" charset="0"/>
              <a:buChar char="•"/>
            </a:pPr>
            <a:r>
              <a:rPr lang="en-US" dirty="0"/>
              <a:t>App Service</a:t>
            </a:r>
          </a:p>
        </p:txBody>
      </p:sp>
      <p:sp>
        <p:nvSpPr>
          <p:cNvPr id="4" name="Slide Number Placeholder 3"/>
          <p:cNvSpPr>
            <a:spLocks noGrp="1"/>
          </p:cNvSpPr>
          <p:nvPr>
            <p:ph type="sldNum" sz="quarter" idx="5"/>
          </p:nvPr>
        </p:nvSpPr>
        <p:spPr/>
        <p:txBody>
          <a:bodyPr/>
          <a:lstStyle/>
          <a:p>
            <a:fld id="{1D09229F-6F41-4CC3-A51C-EB832A3392C5}" type="slidenum">
              <a:rPr lang="en-US" smtClean="0"/>
              <a:t>5</a:t>
            </a:fld>
            <a:endParaRPr lang="en-US"/>
          </a:p>
        </p:txBody>
      </p:sp>
    </p:spTree>
    <p:extLst>
      <p:ext uri="{BB962C8B-B14F-4D97-AF65-F5344CB8AC3E}">
        <p14:creationId xmlns:p14="http://schemas.microsoft.com/office/powerpoint/2010/main" val="36504629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25C8F-1410-62B4-4B49-7D4234B8F2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C0F021-F8A4-5E24-DD34-CA97550AF6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03F623-51B9-B031-3DF8-B69AC4955F9D}"/>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The following list describes some common use cases for AKS:</a:t>
            </a:r>
          </a:p>
          <a:p>
            <a:r>
              <a:rPr lang="en-US" sz="1200" b="1" i="0" u="none" strike="noStrike" kern="1200" dirty="0">
                <a:solidFill>
                  <a:schemeClr val="tx1"/>
                </a:solidFill>
                <a:effectLst/>
                <a:latin typeface="+mn-lt"/>
                <a:ea typeface="+mn-ea"/>
                <a:cs typeface="+mn-cs"/>
                <a:hlinkClick r:id="rId3"/>
              </a:rPr>
              <a:t>Lift and shift to containers with AKS</a:t>
            </a:r>
            <a:r>
              <a:rPr lang="en-US" sz="1200" b="0" i="0" kern="1200" dirty="0">
                <a:solidFill>
                  <a:schemeClr val="tx1"/>
                </a:solidFill>
                <a:effectLst/>
                <a:latin typeface="+mn-lt"/>
                <a:ea typeface="+mn-ea"/>
                <a:cs typeface="+mn-cs"/>
              </a:rPr>
              <a:t>: Migrate existing applications to containers and run them in a fully managed Kubernetes environment.</a:t>
            </a:r>
          </a:p>
          <a:p>
            <a:r>
              <a:rPr lang="en-US" sz="1200" b="1" i="0" u="none" strike="noStrike" kern="1200" dirty="0">
                <a:solidFill>
                  <a:schemeClr val="tx1"/>
                </a:solidFill>
                <a:effectLst/>
                <a:latin typeface="+mn-lt"/>
                <a:ea typeface="+mn-ea"/>
                <a:cs typeface="+mn-cs"/>
                <a:hlinkClick r:id="rId4"/>
              </a:rPr>
              <a:t>Microservices with AKS</a:t>
            </a:r>
            <a:r>
              <a:rPr lang="en-US" sz="1200" b="0" i="0" kern="1200" dirty="0">
                <a:solidFill>
                  <a:schemeClr val="tx1"/>
                </a:solidFill>
                <a:effectLst/>
                <a:latin typeface="+mn-lt"/>
                <a:ea typeface="+mn-ea"/>
                <a:cs typeface="+mn-cs"/>
              </a:rPr>
              <a:t>: Simplify the deployment and management of microservices-based applications with streamlined horizontal scaling, self-healing, load balancing, and secret management.</a:t>
            </a:r>
          </a:p>
          <a:p>
            <a:r>
              <a:rPr lang="en-US" sz="1200" b="1" i="0" u="none" strike="noStrike" kern="1200" dirty="0">
                <a:solidFill>
                  <a:schemeClr val="tx1"/>
                </a:solidFill>
                <a:effectLst/>
                <a:latin typeface="+mn-lt"/>
                <a:ea typeface="+mn-ea"/>
                <a:cs typeface="+mn-cs"/>
                <a:hlinkClick r:id="rId5"/>
              </a:rPr>
              <a:t>Secure DevOps for AKS</a:t>
            </a:r>
            <a:r>
              <a:rPr lang="en-US" sz="1200" b="0" i="0" kern="1200" dirty="0">
                <a:solidFill>
                  <a:schemeClr val="tx1"/>
                </a:solidFill>
                <a:effectLst/>
                <a:latin typeface="+mn-lt"/>
                <a:ea typeface="+mn-ea"/>
                <a:cs typeface="+mn-cs"/>
              </a:rPr>
              <a:t>: Efficiently balance speed and security by implementing secure DevOps with Kubernetes.</a:t>
            </a:r>
          </a:p>
          <a:p>
            <a:r>
              <a:rPr lang="en-US" sz="1200" b="1" i="0" u="none" strike="noStrike" kern="1200" dirty="0">
                <a:solidFill>
                  <a:schemeClr val="tx1"/>
                </a:solidFill>
                <a:effectLst/>
                <a:latin typeface="+mn-lt"/>
                <a:ea typeface="+mn-ea"/>
                <a:cs typeface="+mn-cs"/>
                <a:hlinkClick r:id="rId5"/>
              </a:rPr>
              <a:t>Bursting from AKS with ACI</a:t>
            </a:r>
            <a:r>
              <a:rPr lang="en-US" sz="1200" b="0" i="0" kern="1200" dirty="0">
                <a:solidFill>
                  <a:schemeClr val="tx1"/>
                </a:solidFill>
                <a:effectLst/>
                <a:latin typeface="+mn-lt"/>
                <a:ea typeface="+mn-ea"/>
                <a:cs typeface="+mn-cs"/>
              </a:rPr>
              <a:t>: Use virtual nodes to provision pods inside ACI that start in seconds and scale to meet demand.</a:t>
            </a:r>
          </a:p>
          <a:p>
            <a:r>
              <a:rPr lang="en-US" sz="1200" b="1" i="0" u="none" strike="noStrike" kern="1200" dirty="0">
                <a:solidFill>
                  <a:schemeClr val="tx1"/>
                </a:solidFill>
                <a:effectLst/>
                <a:latin typeface="+mn-lt"/>
                <a:ea typeface="+mn-ea"/>
                <a:cs typeface="+mn-cs"/>
                <a:hlinkClick r:id="rId6"/>
              </a:rPr>
              <a:t>Machine learning model training with AKS</a:t>
            </a:r>
            <a:r>
              <a:rPr lang="en-US" sz="1200" b="0" i="0" kern="1200" dirty="0">
                <a:solidFill>
                  <a:schemeClr val="tx1"/>
                </a:solidFill>
                <a:effectLst/>
                <a:latin typeface="+mn-lt"/>
                <a:ea typeface="+mn-ea"/>
                <a:cs typeface="+mn-cs"/>
              </a:rPr>
              <a:t>: Train models using large datasets with familiar tools, such as TensorFlow and Kubeflow.</a:t>
            </a:r>
          </a:p>
          <a:p>
            <a:r>
              <a:rPr lang="en-US" sz="1200" b="1" i="0" u="none" strike="noStrike" kern="1200" dirty="0">
                <a:solidFill>
                  <a:schemeClr val="tx1"/>
                </a:solidFill>
                <a:effectLst/>
                <a:latin typeface="+mn-lt"/>
                <a:ea typeface="+mn-ea"/>
                <a:cs typeface="+mn-cs"/>
                <a:hlinkClick r:id="rId7"/>
              </a:rPr>
              <a:t>Data streaming with AKS</a:t>
            </a:r>
            <a:r>
              <a:rPr lang="en-US" sz="1200" b="0" i="0" kern="1200" dirty="0">
                <a:solidFill>
                  <a:schemeClr val="tx1"/>
                </a:solidFill>
                <a:effectLst/>
                <a:latin typeface="+mn-lt"/>
                <a:ea typeface="+mn-ea"/>
                <a:cs typeface="+mn-cs"/>
              </a:rPr>
              <a:t>: Ingest and process real-time data streams with millions of data points collected via sensors, and perform fast analyses and computations to develop insights into complex scenarios.</a:t>
            </a:r>
          </a:p>
          <a:p>
            <a:r>
              <a:rPr lang="en-US" sz="1200" b="1" i="0" u="none" strike="noStrike" kern="1200" dirty="0">
                <a:solidFill>
                  <a:schemeClr val="tx1"/>
                </a:solidFill>
                <a:effectLst/>
                <a:latin typeface="+mn-lt"/>
                <a:ea typeface="+mn-ea"/>
                <a:cs typeface="+mn-cs"/>
                <a:hlinkClick r:id="rId8"/>
              </a:rPr>
              <a:t>Using Windows containers on AKS</a:t>
            </a:r>
            <a:r>
              <a:rPr lang="en-US" sz="1200" b="0" i="0" kern="1200" dirty="0">
                <a:solidFill>
                  <a:schemeClr val="tx1"/>
                </a:solidFill>
                <a:effectLst/>
                <a:latin typeface="+mn-lt"/>
                <a:ea typeface="+mn-ea"/>
                <a:cs typeface="+mn-cs"/>
              </a:rPr>
              <a:t>: Run Windows Server containers on AKS to modernize your Windows applications and infrastructure.</a:t>
            </a:r>
          </a:p>
        </p:txBody>
      </p:sp>
      <p:sp>
        <p:nvSpPr>
          <p:cNvPr id="4" name="Slide Number Placeholder 3">
            <a:extLst>
              <a:ext uri="{FF2B5EF4-FFF2-40B4-BE49-F238E27FC236}">
                <a16:creationId xmlns:a16="http://schemas.microsoft.com/office/drawing/2014/main" id="{DBC6D3F4-D3B5-115F-41D3-9950B5AB9490}"/>
              </a:ext>
            </a:extLst>
          </p:cNvPr>
          <p:cNvSpPr>
            <a:spLocks noGrp="1"/>
          </p:cNvSpPr>
          <p:nvPr>
            <p:ph type="sldNum" sz="quarter" idx="5"/>
          </p:nvPr>
        </p:nvSpPr>
        <p:spPr/>
        <p:txBody>
          <a:bodyPr/>
          <a:lstStyle/>
          <a:p>
            <a:fld id="{1D09229F-6F41-4CC3-A51C-EB832A3392C5}" type="slidenum">
              <a:rPr lang="en-US" smtClean="0"/>
              <a:t>6</a:t>
            </a:fld>
            <a:endParaRPr lang="en-US"/>
          </a:p>
        </p:txBody>
      </p:sp>
    </p:spTree>
    <p:extLst>
      <p:ext uri="{BB962C8B-B14F-4D97-AF65-F5344CB8AC3E}">
        <p14:creationId xmlns:p14="http://schemas.microsoft.com/office/powerpoint/2010/main" val="36971852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the different AKS components like the Control plane, worker nodes and how they work in AKS vs Standard Kubernetes</a:t>
            </a:r>
          </a:p>
          <a:p>
            <a:endParaRPr lang="en-US" dirty="0"/>
          </a:p>
          <a:p>
            <a:r>
              <a:rPr lang="en-US" dirty="0"/>
              <a:t>What AKS does to make it easier to use </a:t>
            </a:r>
          </a:p>
        </p:txBody>
      </p:sp>
      <p:sp>
        <p:nvSpPr>
          <p:cNvPr id="4" name="Slide Number Placeholder 3"/>
          <p:cNvSpPr>
            <a:spLocks noGrp="1"/>
          </p:cNvSpPr>
          <p:nvPr>
            <p:ph type="sldNum" sz="quarter" idx="5"/>
          </p:nvPr>
        </p:nvSpPr>
        <p:spPr/>
        <p:txBody>
          <a:bodyPr/>
          <a:lstStyle/>
          <a:p>
            <a:fld id="{1D09229F-6F41-4CC3-A51C-EB832A3392C5}" type="slidenum">
              <a:rPr lang="en-US" smtClean="0"/>
              <a:t>7</a:t>
            </a:fld>
            <a:endParaRPr lang="en-US"/>
          </a:p>
        </p:txBody>
      </p:sp>
    </p:spTree>
    <p:extLst>
      <p:ext uri="{BB962C8B-B14F-4D97-AF65-F5344CB8AC3E}">
        <p14:creationId xmlns:p14="http://schemas.microsoft.com/office/powerpoint/2010/main" val="20404915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Identity and security management</a:t>
            </a:r>
            <a:r>
              <a:rPr lang="en-US" dirty="0">
                <a:effectLst/>
              </a:rPr>
              <a:t>• Enforce </a:t>
            </a:r>
            <a:r>
              <a:rPr lang="en-US" sz="1200" u="none" strike="noStrike" kern="1200" dirty="0">
                <a:solidFill>
                  <a:schemeClr val="tx1"/>
                </a:solidFill>
                <a:effectLst/>
                <a:latin typeface="+mn-lt"/>
                <a:ea typeface="+mn-ea"/>
                <a:cs typeface="+mn-cs"/>
                <a:hlinkClick r:id="rId3"/>
              </a:rPr>
              <a:t>regulatory compliance controls using Azure Policy</a:t>
            </a:r>
            <a:r>
              <a:rPr lang="en-US" dirty="0">
                <a:effectLst/>
              </a:rPr>
              <a:t> with built-in guardrails and internet security benchmarks.</a:t>
            </a:r>
            <a:br>
              <a:rPr lang="en-US" dirty="0">
                <a:effectLst/>
              </a:rPr>
            </a:br>
            <a:r>
              <a:rPr lang="en-US" dirty="0">
                <a:effectLst/>
              </a:rPr>
              <a:t>• Integrate with </a:t>
            </a:r>
            <a:r>
              <a:rPr lang="en-US" sz="1200" u="none" strike="noStrike" kern="1200" dirty="0">
                <a:solidFill>
                  <a:schemeClr val="tx1"/>
                </a:solidFill>
                <a:effectLst/>
                <a:latin typeface="+mn-lt"/>
                <a:ea typeface="+mn-ea"/>
                <a:cs typeface="+mn-cs"/>
                <a:hlinkClick r:id="rId4"/>
              </a:rPr>
              <a:t>Kubernetes RBAC</a:t>
            </a:r>
            <a:r>
              <a:rPr lang="en-US" dirty="0">
                <a:effectLst/>
              </a:rPr>
              <a:t> to limit access to cluster resources.</a:t>
            </a:r>
            <a:br>
              <a:rPr lang="en-US" dirty="0">
                <a:effectLst/>
              </a:rPr>
            </a:br>
            <a:r>
              <a:rPr lang="en-US" dirty="0">
                <a:effectLst/>
              </a:rPr>
              <a:t>• Use </a:t>
            </a:r>
            <a:r>
              <a:rPr lang="en-US" sz="1200" u="none" strike="noStrike" kern="1200" dirty="0">
                <a:solidFill>
                  <a:schemeClr val="tx1"/>
                </a:solidFill>
                <a:effectLst/>
                <a:latin typeface="+mn-lt"/>
                <a:ea typeface="+mn-ea"/>
                <a:cs typeface="+mn-cs"/>
                <a:hlinkClick r:id="rId5"/>
              </a:rPr>
              <a:t>Microsoft Entra ID</a:t>
            </a:r>
            <a:r>
              <a:rPr lang="en-US" dirty="0">
                <a:effectLst/>
              </a:rPr>
              <a:t> to set up Kubernetes access based on existing identity and group membership.</a:t>
            </a:r>
          </a:p>
          <a:p>
            <a:endParaRPr lang="en-US" b="1" dirty="0">
              <a:effectLst/>
            </a:endParaRPr>
          </a:p>
          <a:p>
            <a:r>
              <a:rPr lang="en-US" b="1" dirty="0">
                <a:effectLst/>
              </a:rPr>
              <a:t>Logging and monitoring</a:t>
            </a:r>
            <a:r>
              <a:rPr lang="en-US" dirty="0">
                <a:effectLst/>
              </a:rPr>
              <a:t>• Integrate with </a:t>
            </a:r>
            <a:r>
              <a:rPr lang="en-US" sz="1200" u="none" strike="noStrike" kern="1200" dirty="0">
                <a:solidFill>
                  <a:schemeClr val="tx1"/>
                </a:solidFill>
                <a:effectLst/>
                <a:latin typeface="+mn-lt"/>
                <a:ea typeface="+mn-ea"/>
                <a:cs typeface="+mn-cs"/>
                <a:hlinkClick r:id="rId6"/>
              </a:rPr>
              <a:t>Container Insights</a:t>
            </a:r>
            <a:r>
              <a:rPr lang="en-US" dirty="0">
                <a:effectLst/>
              </a:rPr>
              <a:t>, a feature in Azure Monitor, to monitor the health and performance of your clusters and containerized applications.</a:t>
            </a:r>
            <a:br>
              <a:rPr lang="en-US" dirty="0">
                <a:effectLst/>
              </a:rPr>
            </a:br>
            <a:r>
              <a:rPr lang="en-US" dirty="0">
                <a:effectLst/>
              </a:rPr>
              <a:t>• Set up </a:t>
            </a:r>
            <a:r>
              <a:rPr lang="en-US" sz="1200" u="none" strike="noStrike" kern="1200" dirty="0">
                <a:solidFill>
                  <a:schemeClr val="tx1"/>
                </a:solidFill>
                <a:effectLst/>
                <a:latin typeface="+mn-lt"/>
                <a:ea typeface="+mn-ea"/>
                <a:cs typeface="+mn-cs"/>
                <a:hlinkClick r:id="rId7"/>
              </a:rPr>
              <a:t>Advanced Container Networking Services</a:t>
            </a:r>
            <a:r>
              <a:rPr lang="en-US" dirty="0">
                <a:effectLst/>
              </a:rPr>
              <a:t> to collect and visualize network traffic data from your clusters.</a:t>
            </a:r>
          </a:p>
          <a:p>
            <a:endParaRPr lang="en-US" b="1" dirty="0">
              <a:effectLst/>
            </a:endParaRPr>
          </a:p>
          <a:p>
            <a:r>
              <a:rPr lang="en-US" b="1" dirty="0">
                <a:effectLst/>
              </a:rPr>
              <a:t>Streamlined deployments</a:t>
            </a:r>
            <a:r>
              <a:rPr lang="en-US" dirty="0">
                <a:effectLst/>
              </a:rPr>
              <a:t>• Use prebuilt cluster configurations for Kubernetes with </a:t>
            </a:r>
            <a:r>
              <a:rPr lang="en-US" sz="1200" u="none" strike="noStrike" kern="1200" dirty="0">
                <a:solidFill>
                  <a:schemeClr val="tx1"/>
                </a:solidFill>
                <a:effectLst/>
                <a:latin typeface="+mn-lt"/>
                <a:ea typeface="+mn-ea"/>
                <a:cs typeface="+mn-cs"/>
                <a:hlinkClick r:id="rId8"/>
              </a:rPr>
              <a:t>smart defaults</a:t>
            </a:r>
            <a:r>
              <a:rPr lang="en-US" dirty="0">
                <a:effectLst/>
              </a:rPr>
              <a:t>.</a:t>
            </a:r>
            <a:br>
              <a:rPr lang="en-US" dirty="0">
                <a:effectLst/>
              </a:rPr>
            </a:br>
            <a:r>
              <a:rPr lang="en-US" dirty="0">
                <a:effectLst/>
              </a:rPr>
              <a:t>• </a:t>
            </a:r>
            <a:r>
              <a:rPr lang="en-US" dirty="0" err="1">
                <a:effectLst/>
              </a:rPr>
              <a:t>Autoscale</a:t>
            </a:r>
            <a:r>
              <a:rPr lang="en-US" dirty="0">
                <a:effectLst/>
              </a:rPr>
              <a:t> your applications using the </a:t>
            </a:r>
            <a:r>
              <a:rPr lang="en-US" sz="1200" u="none" strike="noStrike" kern="1200" dirty="0">
                <a:solidFill>
                  <a:schemeClr val="tx1"/>
                </a:solidFill>
                <a:effectLst/>
                <a:latin typeface="+mn-lt"/>
                <a:ea typeface="+mn-ea"/>
                <a:cs typeface="+mn-cs"/>
                <a:hlinkClick r:id="rId9"/>
              </a:rPr>
              <a:t>Kubernetes Event Driven </a:t>
            </a:r>
            <a:r>
              <a:rPr lang="en-US" sz="1200" u="none" strike="noStrike" kern="1200" dirty="0" err="1">
                <a:solidFill>
                  <a:schemeClr val="tx1"/>
                </a:solidFill>
                <a:effectLst/>
                <a:latin typeface="+mn-lt"/>
                <a:ea typeface="+mn-ea"/>
                <a:cs typeface="+mn-cs"/>
                <a:hlinkClick r:id="rId9"/>
              </a:rPr>
              <a:t>Autoscaler</a:t>
            </a:r>
            <a:r>
              <a:rPr lang="en-US" sz="1200" u="none" strike="noStrike" kern="1200" dirty="0">
                <a:solidFill>
                  <a:schemeClr val="tx1"/>
                </a:solidFill>
                <a:effectLst/>
                <a:latin typeface="+mn-lt"/>
                <a:ea typeface="+mn-ea"/>
                <a:cs typeface="+mn-cs"/>
                <a:hlinkClick r:id="rId9"/>
              </a:rPr>
              <a:t> (KEDA)</a:t>
            </a:r>
            <a:r>
              <a:rPr lang="en-US" dirty="0">
                <a:effectLst/>
              </a:rPr>
              <a:t>.</a:t>
            </a:r>
            <a:br>
              <a:rPr lang="en-US" dirty="0">
                <a:effectLst/>
              </a:rPr>
            </a:br>
            <a:r>
              <a:rPr lang="en-US" dirty="0">
                <a:effectLst/>
              </a:rPr>
              <a:t>• Use </a:t>
            </a:r>
            <a:r>
              <a:rPr lang="en-US" sz="1200" u="none" strike="noStrike" kern="1200" dirty="0">
                <a:solidFill>
                  <a:schemeClr val="tx1"/>
                </a:solidFill>
                <a:effectLst/>
                <a:latin typeface="+mn-lt"/>
                <a:ea typeface="+mn-ea"/>
                <a:cs typeface="+mn-cs"/>
                <a:hlinkClick r:id="rId10"/>
              </a:rPr>
              <a:t>Draft for AKS</a:t>
            </a:r>
            <a:r>
              <a:rPr lang="en-US" dirty="0">
                <a:effectLst/>
              </a:rPr>
              <a:t> to ready source code and prepare your applications for production.</a:t>
            </a:r>
          </a:p>
          <a:p>
            <a:endParaRPr lang="en-US" b="1" dirty="0">
              <a:effectLst/>
            </a:endParaRPr>
          </a:p>
          <a:p>
            <a:r>
              <a:rPr lang="en-US" b="1" dirty="0">
                <a:effectLst/>
              </a:rPr>
              <a:t>Clusters and nodes</a:t>
            </a:r>
            <a:r>
              <a:rPr lang="en-US" dirty="0">
                <a:effectLst/>
              </a:rPr>
              <a:t>• Connect storage to nodes and pods, upgrade cluster components, and use GPUs.</a:t>
            </a:r>
            <a:br>
              <a:rPr lang="en-US" dirty="0">
                <a:effectLst/>
              </a:rPr>
            </a:br>
            <a:r>
              <a:rPr lang="en-US" dirty="0">
                <a:effectLst/>
              </a:rPr>
              <a:t>• Create clusters that run multiple node pools to support mixed operating systems and Windows Server containers.</a:t>
            </a:r>
            <a:br>
              <a:rPr lang="en-US" dirty="0">
                <a:effectLst/>
              </a:rPr>
            </a:br>
            <a:r>
              <a:rPr lang="en-US" dirty="0">
                <a:effectLst/>
              </a:rPr>
              <a:t>• Configure automatic scaling using the </a:t>
            </a:r>
            <a:r>
              <a:rPr lang="en-US" sz="1200" u="none" strike="noStrike" kern="1200" dirty="0">
                <a:solidFill>
                  <a:schemeClr val="tx1"/>
                </a:solidFill>
                <a:effectLst/>
                <a:latin typeface="+mn-lt"/>
                <a:ea typeface="+mn-ea"/>
                <a:cs typeface="+mn-cs"/>
                <a:hlinkClick r:id="rId11"/>
              </a:rPr>
              <a:t>cluster </a:t>
            </a:r>
            <a:r>
              <a:rPr lang="en-US" sz="1200" u="none" strike="noStrike" kern="1200" dirty="0" err="1">
                <a:solidFill>
                  <a:schemeClr val="tx1"/>
                </a:solidFill>
                <a:effectLst/>
                <a:latin typeface="+mn-lt"/>
                <a:ea typeface="+mn-ea"/>
                <a:cs typeface="+mn-cs"/>
                <a:hlinkClick r:id="rId11"/>
              </a:rPr>
              <a:t>autoscaler</a:t>
            </a:r>
            <a:r>
              <a:rPr lang="en-US" dirty="0">
                <a:effectLst/>
              </a:rPr>
              <a:t> and </a:t>
            </a:r>
            <a:r>
              <a:rPr lang="en-US" sz="1200" u="none" strike="noStrike" kern="1200" dirty="0">
                <a:solidFill>
                  <a:schemeClr val="tx1"/>
                </a:solidFill>
                <a:effectLst/>
                <a:latin typeface="+mn-lt"/>
                <a:ea typeface="+mn-ea"/>
                <a:cs typeface="+mn-cs"/>
                <a:hlinkClick r:id="rId12"/>
              </a:rPr>
              <a:t>horizontal pod </a:t>
            </a:r>
            <a:r>
              <a:rPr lang="en-US" sz="1200" u="none" strike="noStrike" kern="1200" dirty="0" err="1">
                <a:solidFill>
                  <a:schemeClr val="tx1"/>
                </a:solidFill>
                <a:effectLst/>
                <a:latin typeface="+mn-lt"/>
                <a:ea typeface="+mn-ea"/>
                <a:cs typeface="+mn-cs"/>
                <a:hlinkClick r:id="rId12"/>
              </a:rPr>
              <a:t>autoscaler</a:t>
            </a:r>
            <a:r>
              <a:rPr lang="en-US" dirty="0">
                <a:effectLst/>
              </a:rPr>
              <a:t>.</a:t>
            </a:r>
            <a:br>
              <a:rPr lang="en-US" dirty="0">
                <a:effectLst/>
              </a:rPr>
            </a:br>
            <a:r>
              <a:rPr lang="en-US" dirty="0">
                <a:effectLst/>
              </a:rPr>
              <a:t>• Deploy clusters with </a:t>
            </a:r>
            <a:r>
              <a:rPr lang="en-US" sz="1200" u="none" strike="noStrike" kern="1200" dirty="0">
                <a:solidFill>
                  <a:schemeClr val="tx1"/>
                </a:solidFill>
                <a:effectLst/>
                <a:latin typeface="+mn-lt"/>
                <a:ea typeface="+mn-ea"/>
                <a:cs typeface="+mn-cs"/>
                <a:hlinkClick r:id="rId13"/>
              </a:rPr>
              <a:t>confidential computing nodes</a:t>
            </a:r>
            <a:r>
              <a:rPr lang="en-US" dirty="0">
                <a:effectLst/>
              </a:rPr>
              <a:t> to allow containers to run in a hardware-based trusted execution environment.</a:t>
            </a:r>
          </a:p>
          <a:p>
            <a:endParaRPr lang="en-US" b="1" dirty="0">
              <a:effectLst/>
            </a:endParaRPr>
          </a:p>
          <a:p>
            <a:r>
              <a:rPr lang="en-US" b="1" dirty="0">
                <a:effectLst/>
              </a:rPr>
              <a:t>Storage volume support</a:t>
            </a:r>
            <a:r>
              <a:rPr lang="en-US" dirty="0">
                <a:effectLst/>
              </a:rPr>
              <a:t>• Mount static or dynamic storage volumes for persistent data.</a:t>
            </a:r>
            <a:br>
              <a:rPr lang="en-US" dirty="0">
                <a:effectLst/>
              </a:rPr>
            </a:br>
            <a:r>
              <a:rPr lang="en-US" dirty="0">
                <a:effectLst/>
              </a:rPr>
              <a:t>• Use </a:t>
            </a:r>
            <a:r>
              <a:rPr lang="en-US" sz="1200" u="none" strike="noStrike" kern="1200" dirty="0">
                <a:solidFill>
                  <a:schemeClr val="tx1"/>
                </a:solidFill>
                <a:effectLst/>
                <a:latin typeface="+mn-lt"/>
                <a:ea typeface="+mn-ea"/>
                <a:cs typeface="+mn-cs"/>
                <a:hlinkClick r:id="rId14"/>
              </a:rPr>
              <a:t>Azure Container Storage</a:t>
            </a:r>
            <a:r>
              <a:rPr lang="en-US" dirty="0">
                <a:effectLst/>
              </a:rPr>
              <a:t> for fully managed, cloud-based volume management and orchestration of block storage. Azure Container Storage integrates with Kubernetes, allowing dynamic and automatic provisioning of persistent volumes.</a:t>
            </a:r>
            <a:br>
              <a:rPr lang="en-US" dirty="0">
                <a:effectLst/>
              </a:rPr>
            </a:br>
            <a:r>
              <a:rPr lang="en-US" dirty="0">
                <a:effectLst/>
              </a:rPr>
              <a:t>• Use </a:t>
            </a:r>
            <a:r>
              <a:rPr lang="en-US" sz="1200" u="none" strike="noStrike" kern="1200" dirty="0">
                <a:solidFill>
                  <a:schemeClr val="tx1"/>
                </a:solidFill>
                <a:effectLst/>
                <a:latin typeface="+mn-lt"/>
                <a:ea typeface="+mn-ea"/>
                <a:cs typeface="+mn-cs"/>
                <a:hlinkClick r:id="rId15"/>
              </a:rPr>
              <a:t>Azure Disks</a:t>
            </a:r>
            <a:r>
              <a:rPr lang="en-US" dirty="0">
                <a:effectLst/>
              </a:rPr>
              <a:t> CSI driver for single pod access and </a:t>
            </a:r>
            <a:r>
              <a:rPr lang="en-US" sz="1200" u="none" strike="noStrike" kern="1200" dirty="0">
                <a:solidFill>
                  <a:schemeClr val="tx1"/>
                </a:solidFill>
                <a:effectLst/>
                <a:latin typeface="+mn-lt"/>
                <a:ea typeface="+mn-ea"/>
                <a:cs typeface="+mn-cs"/>
                <a:hlinkClick r:id="rId16"/>
              </a:rPr>
              <a:t>Azure Files</a:t>
            </a:r>
            <a:r>
              <a:rPr lang="en-US" dirty="0">
                <a:effectLst/>
              </a:rPr>
              <a:t> CSI driver for multiple, concurrent pod access.</a:t>
            </a:r>
            <a:br>
              <a:rPr lang="en-US" dirty="0">
                <a:effectLst/>
              </a:rPr>
            </a:br>
            <a:r>
              <a:rPr lang="en-US" dirty="0">
                <a:effectLst/>
              </a:rPr>
              <a:t>• Use </a:t>
            </a:r>
            <a:r>
              <a:rPr lang="en-US" sz="1200" u="none" strike="noStrike" kern="1200" dirty="0">
                <a:solidFill>
                  <a:schemeClr val="tx1"/>
                </a:solidFill>
                <a:effectLst/>
                <a:latin typeface="+mn-lt"/>
                <a:ea typeface="+mn-ea"/>
                <a:cs typeface="+mn-cs"/>
                <a:hlinkClick r:id="rId17"/>
              </a:rPr>
              <a:t>Azure NetApp Files</a:t>
            </a:r>
            <a:r>
              <a:rPr lang="en-US" dirty="0">
                <a:effectLst/>
              </a:rPr>
              <a:t> for high-performance, high-throughput, and low-latency file shares.</a:t>
            </a:r>
          </a:p>
          <a:p>
            <a:endParaRPr lang="en-US" b="1" dirty="0">
              <a:effectLst/>
            </a:endParaRPr>
          </a:p>
          <a:p>
            <a:r>
              <a:rPr lang="en-US" b="1" dirty="0">
                <a:effectLst/>
              </a:rPr>
              <a:t>Networking</a:t>
            </a:r>
            <a:r>
              <a:rPr lang="en-US" dirty="0">
                <a:effectLst/>
              </a:rPr>
              <a:t>• Leverage our </a:t>
            </a:r>
            <a:r>
              <a:rPr lang="en-US" sz="1200" u="none" strike="noStrike" kern="1200" dirty="0">
                <a:solidFill>
                  <a:schemeClr val="tx1"/>
                </a:solidFill>
                <a:effectLst/>
                <a:latin typeface="+mn-lt"/>
                <a:ea typeface="+mn-ea"/>
                <a:cs typeface="+mn-cs"/>
                <a:hlinkClick r:id="rId18"/>
              </a:rPr>
              <a:t>networking options</a:t>
            </a:r>
            <a:r>
              <a:rPr lang="en-US" dirty="0">
                <a:effectLst/>
              </a:rPr>
              <a:t> for your needs.</a:t>
            </a:r>
            <a:br>
              <a:rPr lang="en-US" dirty="0">
                <a:effectLst/>
              </a:rPr>
            </a:br>
            <a:r>
              <a:rPr lang="en-US" dirty="0">
                <a:effectLst/>
              </a:rPr>
              <a:t>• </a:t>
            </a:r>
            <a:r>
              <a:rPr lang="en-US" sz="1200" u="none" strike="noStrike" kern="1200" dirty="0">
                <a:solidFill>
                  <a:schemeClr val="tx1"/>
                </a:solidFill>
                <a:effectLst/>
                <a:latin typeface="+mn-lt"/>
                <a:ea typeface="+mn-ea"/>
                <a:cs typeface="+mn-cs"/>
                <a:hlinkClick r:id="rId19"/>
              </a:rPr>
              <a:t>Bring your own Container Network Interface (CNI)</a:t>
            </a:r>
            <a:r>
              <a:rPr lang="en-US" dirty="0">
                <a:effectLst/>
              </a:rPr>
              <a:t> to use a third-party CNI plugin.</a:t>
            </a:r>
            <a:br>
              <a:rPr lang="en-US" dirty="0">
                <a:effectLst/>
              </a:rPr>
            </a:br>
            <a:r>
              <a:rPr lang="en-US" dirty="0">
                <a:effectLst/>
              </a:rPr>
              <a:t>• Easily access applications deployed to your clusters using the </a:t>
            </a:r>
            <a:r>
              <a:rPr lang="en-US" sz="1200" u="none" strike="noStrike" kern="1200" dirty="0">
                <a:solidFill>
                  <a:schemeClr val="tx1"/>
                </a:solidFill>
                <a:effectLst/>
                <a:latin typeface="+mn-lt"/>
                <a:ea typeface="+mn-ea"/>
                <a:cs typeface="+mn-cs"/>
                <a:hlinkClick r:id="rId20"/>
              </a:rPr>
              <a:t>application routing add-on with nginx</a:t>
            </a:r>
            <a:r>
              <a:rPr lang="en-US" dirty="0">
                <a:effectLst/>
              </a:rPr>
              <a:t>.</a:t>
            </a:r>
          </a:p>
          <a:p>
            <a:endParaRPr lang="en-US" b="1" dirty="0">
              <a:effectLst/>
            </a:endParaRPr>
          </a:p>
          <a:p>
            <a:r>
              <a:rPr lang="en-US" b="1" dirty="0">
                <a:effectLst/>
              </a:rPr>
              <a:t>Development tooling integration</a:t>
            </a:r>
            <a:r>
              <a:rPr lang="en-US" dirty="0">
                <a:effectLst/>
              </a:rPr>
              <a:t>• Develop on AKS with </a:t>
            </a:r>
            <a:r>
              <a:rPr lang="en-US" sz="1200" u="none" strike="noStrike" kern="1200" dirty="0">
                <a:solidFill>
                  <a:schemeClr val="tx1"/>
                </a:solidFill>
                <a:effectLst/>
                <a:latin typeface="+mn-lt"/>
                <a:ea typeface="+mn-ea"/>
                <a:cs typeface="+mn-cs"/>
                <a:hlinkClick r:id="rId21"/>
              </a:rPr>
              <a:t>Helm</a:t>
            </a:r>
            <a:r>
              <a:rPr lang="en-US" dirty="0">
                <a:effectLst/>
              </a:rPr>
              <a:t>.</a:t>
            </a:r>
            <a:br>
              <a:rPr lang="en-US" dirty="0">
                <a:effectLst/>
              </a:rPr>
            </a:br>
            <a:r>
              <a:rPr lang="en-US" dirty="0">
                <a:effectLst/>
              </a:rPr>
              <a:t>• Install the </a:t>
            </a:r>
            <a:r>
              <a:rPr lang="en-US" sz="1200" u="none" strike="noStrike" kern="1200" dirty="0">
                <a:solidFill>
                  <a:schemeClr val="tx1"/>
                </a:solidFill>
                <a:effectLst/>
                <a:latin typeface="+mn-lt"/>
                <a:ea typeface="+mn-ea"/>
                <a:cs typeface="+mn-cs"/>
                <a:hlinkClick r:id="rId22"/>
              </a:rPr>
              <a:t>Kubernetes extension for Visual Studio Code</a:t>
            </a:r>
            <a:r>
              <a:rPr lang="en-US" dirty="0">
                <a:effectLst/>
              </a:rPr>
              <a:t> to manage your workloads.</a:t>
            </a:r>
            <a:br>
              <a:rPr lang="en-US" dirty="0">
                <a:effectLst/>
              </a:rPr>
            </a:br>
            <a:r>
              <a:rPr lang="en-US" dirty="0">
                <a:effectLst/>
              </a:rPr>
              <a:t>• Leverage the features of Istio with the </a:t>
            </a:r>
            <a:r>
              <a:rPr lang="en-US" sz="1200" u="none" strike="noStrike" kern="1200" dirty="0">
                <a:solidFill>
                  <a:schemeClr val="tx1"/>
                </a:solidFill>
                <a:effectLst/>
                <a:latin typeface="+mn-lt"/>
                <a:ea typeface="+mn-ea"/>
                <a:cs typeface="+mn-cs"/>
                <a:hlinkClick r:id="rId23"/>
              </a:rPr>
              <a:t>Istio-based service mesh add-on</a:t>
            </a:r>
            <a:r>
              <a:rPr lang="en-US" dirty="0">
                <a:effectLst/>
              </a:rPr>
              <a:t>.</a:t>
            </a:r>
            <a:endParaRPr lang="en-US" dirty="0"/>
          </a:p>
        </p:txBody>
      </p:sp>
      <p:sp>
        <p:nvSpPr>
          <p:cNvPr id="4" name="Slide Number Placeholder 3"/>
          <p:cNvSpPr>
            <a:spLocks noGrp="1"/>
          </p:cNvSpPr>
          <p:nvPr>
            <p:ph type="sldNum" sz="quarter" idx="5"/>
          </p:nvPr>
        </p:nvSpPr>
        <p:spPr/>
        <p:txBody>
          <a:bodyPr/>
          <a:lstStyle/>
          <a:p>
            <a:fld id="{1D09229F-6F41-4CC3-A51C-EB832A3392C5}" type="slidenum">
              <a:rPr lang="en-US" smtClean="0"/>
              <a:t>8</a:t>
            </a:fld>
            <a:endParaRPr lang="en-US"/>
          </a:p>
        </p:txBody>
      </p:sp>
    </p:spTree>
    <p:extLst>
      <p:ext uri="{BB962C8B-B14F-4D97-AF65-F5344CB8AC3E}">
        <p14:creationId xmlns:p14="http://schemas.microsoft.com/office/powerpoint/2010/main" val="41163877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2C0CB-E1EA-51E9-237F-5F965F1DD3D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3078E93-4F89-4075-DFD5-F82EE05B6BE1}"/>
              </a:ext>
            </a:extLst>
          </p:cNvPr>
          <p:cNvSpPr>
            <a:spLocks noGrp="1"/>
          </p:cNvSpPr>
          <p:nvPr>
            <p:ph type="sldNum" sz="quarter" idx="10"/>
          </p:nvPr>
        </p:nvSpPr>
        <p:spPr/>
        <p:txBody>
          <a:bodyPr/>
          <a:lstStyle/>
          <a:p>
            <a:fld id="{F475C4C8-7DEA-455A-9336-A4C7DB3AE516}" type="slidenum">
              <a:rPr lang="en-US"/>
              <a:pPr/>
              <a:t>9</a:t>
            </a:fld>
            <a:endParaRPr lang="en-US"/>
          </a:p>
        </p:txBody>
      </p:sp>
      <p:sp>
        <p:nvSpPr>
          <p:cNvPr id="3" name="Date Placeholder 2">
            <a:extLst>
              <a:ext uri="{FF2B5EF4-FFF2-40B4-BE49-F238E27FC236}">
                <a16:creationId xmlns:a16="http://schemas.microsoft.com/office/drawing/2014/main" id="{CFE2C507-B61D-D0B4-F193-CB3AAFAD3D63}"/>
              </a:ext>
            </a:extLst>
          </p:cNvPr>
          <p:cNvSpPr>
            <a:spLocks noGrp="1"/>
          </p:cNvSpPr>
          <p:nvPr>
            <p:ph type="dt" idx="12"/>
          </p:nvPr>
        </p:nvSpPr>
        <p:spPr/>
        <p:txBody>
          <a:bodyPr/>
          <a:lstStyle/>
          <a:p>
            <a:fld id="{E57E3D00-9D4C-429E-9A61-DDFE4F2097D5}" type="datetime1">
              <a:rPr lang="en-US"/>
              <a:t>7/30/2026</a:t>
            </a:fld>
            <a:endParaRPr lang="en-US"/>
          </a:p>
        </p:txBody>
      </p:sp>
      <p:sp>
        <p:nvSpPr>
          <p:cNvPr id="8" name="Slide Image Placeholder 7">
            <a:extLst>
              <a:ext uri="{FF2B5EF4-FFF2-40B4-BE49-F238E27FC236}">
                <a16:creationId xmlns:a16="http://schemas.microsoft.com/office/drawing/2014/main" id="{5D32D97F-A12A-6B15-76BB-ABD3060B4690}"/>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21AA7DAF-17C4-70FE-4615-3131592AA84E}"/>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6A36E95D-B282-2305-2B71-131B2212BD8F}"/>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8780513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a:p>
            <a:pPr marL="0" indent="0" defTabSz="932563">
              <a:spcBef>
                <a:spcPts val="300"/>
              </a:spcBef>
              <a:spcAft>
                <a:spcPts val="200"/>
              </a:spcAft>
              <a:buFont typeface="Arial" panose="020B0604020202020204" pitchFamily="34" charset="0"/>
              <a:buNone/>
            </a:pPr>
            <a:r>
              <a:rPr lang="en-GB" dirty="0">
                <a:solidFill>
                  <a:schemeClr val="accent6"/>
                </a:solidFill>
                <a:cs typeface="Segoe UI Semibold" panose="020B0702040204020203" pitchFamily="34" charset="0"/>
              </a:rPr>
              <a:t>AKS Automatic</a:t>
            </a: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Fully managed version of AKS designed to tackle a lot of the complexities around managing AKS</a:t>
            </a: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Less Customization compared to Standard AKS</a:t>
            </a: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Deploys with best practices enabled by default</a:t>
            </a:r>
          </a:p>
          <a:p>
            <a:pPr marL="1200150" lvl="2"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Automated Cluster management</a:t>
            </a:r>
          </a:p>
          <a:p>
            <a:pPr marL="1200150" lvl="2"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Built-in Monitoring and Logging</a:t>
            </a:r>
          </a:p>
          <a:p>
            <a:pPr marL="1200150" lvl="2"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Lower Operation Overhead </a:t>
            </a: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hlinkClick r:id="rId3"/>
              </a:rPr>
              <a:t>AKS Feature Comparison </a:t>
            </a:r>
            <a:r>
              <a:rPr lang="en-GB" dirty="0">
                <a:solidFill>
                  <a:schemeClr val="accent6"/>
                </a:solidFill>
                <a:cs typeface="Segoe UI Semibold" panose="020B0702040204020203" pitchFamily="34" charset="0"/>
              </a:rPr>
              <a:t>(Standard vs Automatic)</a:t>
            </a:r>
          </a:p>
          <a:p>
            <a:endParaRPr lang="en-US" dirty="0"/>
          </a:p>
        </p:txBody>
      </p:sp>
      <p:sp>
        <p:nvSpPr>
          <p:cNvPr id="4" name="Slide Number Placeholder 3"/>
          <p:cNvSpPr>
            <a:spLocks noGrp="1"/>
          </p:cNvSpPr>
          <p:nvPr>
            <p:ph type="sldNum" sz="quarter" idx="5"/>
          </p:nvPr>
        </p:nvSpPr>
        <p:spPr/>
        <p:txBody>
          <a:bodyPr/>
          <a:lstStyle/>
          <a:p>
            <a:fld id="{1D09229F-6F41-4CC3-A51C-EB832A3392C5}" type="slidenum">
              <a:rPr lang="en-US" smtClean="0"/>
              <a:t>10</a:t>
            </a:fld>
            <a:endParaRPr lang="en-US"/>
          </a:p>
        </p:txBody>
      </p:sp>
    </p:spTree>
    <p:extLst>
      <p:ext uri="{BB962C8B-B14F-4D97-AF65-F5344CB8AC3E}">
        <p14:creationId xmlns:p14="http://schemas.microsoft.com/office/powerpoint/2010/main" val="33534358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09229F-6F41-4CC3-A51C-EB832A3392C5}" type="slidenum">
              <a:rPr lang="en-US" smtClean="0"/>
              <a:t>11</a:t>
            </a:fld>
            <a:endParaRPr lang="en-US"/>
          </a:p>
        </p:txBody>
      </p:sp>
    </p:spTree>
    <p:extLst>
      <p:ext uri="{BB962C8B-B14F-4D97-AF65-F5344CB8AC3E}">
        <p14:creationId xmlns:p14="http://schemas.microsoft.com/office/powerpoint/2010/main" val="17456475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31F4A-5CBC-5668-7F7D-91A574B5F7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AC08B5-2621-1CA5-B6A0-F304A97639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756843-C094-241A-23B7-25A93C6621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97C4C8-CD32-6DD3-E594-ACA8869997EC}"/>
              </a:ext>
            </a:extLst>
          </p:cNvPr>
          <p:cNvSpPr>
            <a:spLocks noGrp="1"/>
          </p:cNvSpPr>
          <p:nvPr>
            <p:ph type="sldNum" sz="quarter" idx="5"/>
          </p:nvPr>
        </p:nvSpPr>
        <p:spPr/>
        <p:txBody>
          <a:bodyPr/>
          <a:lstStyle/>
          <a:p>
            <a:fld id="{1D09229F-6F41-4CC3-A51C-EB832A3392C5}" type="slidenum">
              <a:rPr lang="en-US" smtClean="0"/>
              <a:t>12</a:t>
            </a:fld>
            <a:endParaRPr lang="en-US"/>
          </a:p>
        </p:txBody>
      </p:sp>
    </p:spTree>
    <p:extLst>
      <p:ext uri="{BB962C8B-B14F-4D97-AF65-F5344CB8AC3E}">
        <p14:creationId xmlns:p14="http://schemas.microsoft.com/office/powerpoint/2010/main" val="28117162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583B6-5B1E-3A09-1B22-468D2DF4335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BE32DE5-39EE-B4EE-DCBE-BE870DCFE529}"/>
              </a:ext>
            </a:extLst>
          </p:cNvPr>
          <p:cNvSpPr>
            <a:spLocks noGrp="1"/>
          </p:cNvSpPr>
          <p:nvPr>
            <p:ph type="sldNum" sz="quarter" idx="10"/>
          </p:nvPr>
        </p:nvSpPr>
        <p:spPr/>
        <p:txBody>
          <a:bodyPr/>
          <a:lstStyle/>
          <a:p>
            <a:fld id="{F475C4C8-7DEA-455A-9336-A4C7DB3AE516}" type="slidenum">
              <a:rPr lang="en-US"/>
              <a:pPr/>
              <a:t>13</a:t>
            </a:fld>
            <a:endParaRPr lang="en-US"/>
          </a:p>
        </p:txBody>
      </p:sp>
      <p:sp>
        <p:nvSpPr>
          <p:cNvPr id="3" name="Date Placeholder 2">
            <a:extLst>
              <a:ext uri="{FF2B5EF4-FFF2-40B4-BE49-F238E27FC236}">
                <a16:creationId xmlns:a16="http://schemas.microsoft.com/office/drawing/2014/main" id="{72DF36F5-EC5E-FA56-6EB6-7725DBA24739}"/>
              </a:ext>
            </a:extLst>
          </p:cNvPr>
          <p:cNvSpPr>
            <a:spLocks noGrp="1"/>
          </p:cNvSpPr>
          <p:nvPr>
            <p:ph type="dt" idx="12"/>
          </p:nvPr>
        </p:nvSpPr>
        <p:spPr/>
        <p:txBody>
          <a:bodyPr/>
          <a:lstStyle/>
          <a:p>
            <a:fld id="{E57E3D00-9D4C-429E-9A61-DDFE4F2097D5}" type="datetime1">
              <a:rPr lang="en-US"/>
              <a:t>7/30/2026</a:t>
            </a:fld>
            <a:endParaRPr lang="en-US"/>
          </a:p>
        </p:txBody>
      </p:sp>
      <p:sp>
        <p:nvSpPr>
          <p:cNvPr id="8" name="Slide Image Placeholder 7">
            <a:extLst>
              <a:ext uri="{FF2B5EF4-FFF2-40B4-BE49-F238E27FC236}">
                <a16:creationId xmlns:a16="http://schemas.microsoft.com/office/drawing/2014/main" id="{BBD854ED-DD0C-A12C-57F1-AAC44C63EB95}"/>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259F3739-66CB-D8F1-56B0-0EF6406D3764}"/>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97DBEB96-505C-DC3A-5923-21E7ADD2570B}"/>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7946087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what a standard delivered cluster comes with out of the box and the </a:t>
            </a:r>
            <a:r>
              <a:rPr lang="en-US" dirty="0" err="1"/>
              <a:t>configarations</a:t>
            </a:r>
            <a:r>
              <a:rPr lang="en-US" dirty="0"/>
              <a:t> that need to be done to make it secure. Talk about the AKS LZA private baseline cluster that is linked in the earlier slides</a:t>
            </a:r>
          </a:p>
          <a:p>
            <a:endParaRPr lang="en-US" dirty="0"/>
          </a:p>
          <a:p>
            <a:r>
              <a:rPr lang="en-US" dirty="0"/>
              <a:t>Demo what AKS automatic is and what problems it solves and how it makes AKS simple compared to the fully customizable solution</a:t>
            </a:r>
          </a:p>
        </p:txBody>
      </p:sp>
      <p:sp>
        <p:nvSpPr>
          <p:cNvPr id="4" name="Slide Number Placeholder 3"/>
          <p:cNvSpPr>
            <a:spLocks noGrp="1"/>
          </p:cNvSpPr>
          <p:nvPr>
            <p:ph type="sldNum" sz="quarter" idx="5"/>
          </p:nvPr>
        </p:nvSpPr>
        <p:spPr/>
        <p:txBody>
          <a:bodyPr/>
          <a:lstStyle/>
          <a:p>
            <a:fld id="{1D09229F-6F41-4CC3-A51C-EB832A3392C5}" type="slidenum">
              <a:rPr lang="en-US" smtClean="0"/>
              <a:t>17</a:t>
            </a:fld>
            <a:endParaRPr lang="en-US"/>
          </a:p>
        </p:txBody>
      </p:sp>
    </p:spTree>
    <p:extLst>
      <p:ext uri="{BB962C8B-B14F-4D97-AF65-F5344CB8AC3E}">
        <p14:creationId xmlns:p14="http://schemas.microsoft.com/office/powerpoint/2010/main" val="28610819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smtClean="0"/>
              <a:pPr/>
              <a:t>18</a:t>
            </a:fld>
            <a:endParaRPr lang="en-US"/>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smtClean="0"/>
              <a:t>7/30/2026</a:t>
            </a:fld>
            <a:endParaRPr lang="en-US"/>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8936056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Link to lab: https://labondemand.com/LabProfile/</a:t>
            </a:r>
          </a:p>
          <a:p>
            <a:endParaRPr lang="en-US"/>
          </a:p>
          <a:p>
            <a:r>
              <a:rPr lang="en-US"/>
              <a:t>##########</a:t>
            </a:r>
          </a:p>
        </p:txBody>
      </p:sp>
      <p:sp>
        <p:nvSpPr>
          <p:cNvPr id="4" name="Slide Number Placeholder 3"/>
          <p:cNvSpPr>
            <a:spLocks noGrp="1"/>
          </p:cNvSpPr>
          <p:nvPr>
            <p:ph type="sldNum" sz="quarter" idx="10"/>
          </p:nvPr>
        </p:nvSpPr>
        <p:spPr/>
        <p:txBody>
          <a:bodyPr/>
          <a:lstStyle/>
          <a:p>
            <a:fld id="{B4008EB6-D09E-4580-8CD6-DDB14511944F}" type="slidenum">
              <a:rPr lang="en-US" smtClean="0"/>
              <a:pPr/>
              <a:t>19</a:t>
            </a:fld>
            <a:endParaRPr lang="en-US"/>
          </a:p>
        </p:txBody>
      </p:sp>
      <p:sp>
        <p:nvSpPr>
          <p:cNvPr id="5" name="Footer Placeholder 4"/>
          <p:cNvSpPr>
            <a:spLocks noGrp="1"/>
          </p:cNvSpPr>
          <p:nvPr>
            <p:ph type="ftr" sz="quarter" idx="11"/>
          </p:nvPr>
        </p:nvSpPr>
        <p:spPr/>
        <p:txBody>
          <a:bodyPr/>
          <a:lstStyle/>
          <a:p>
            <a:endParaRPr lang="en-US"/>
          </a:p>
        </p:txBody>
      </p:sp>
      <p:sp>
        <p:nvSpPr>
          <p:cNvPr id="13" name="Slide Image Placeholder 12">
            <a:extLst>
              <a:ext uri="{FF2B5EF4-FFF2-40B4-BE49-F238E27FC236}">
                <a16:creationId xmlns:a16="http://schemas.microsoft.com/office/drawing/2014/main" id="{4F029D2E-C6F0-43A8-B828-60279B978610}"/>
              </a:ext>
            </a:extLst>
          </p:cNvPr>
          <p:cNvSpPr>
            <a:spLocks noGrp="1" noRot="1" noChangeAspect="1"/>
          </p:cNvSpPr>
          <p:nvPr>
            <p:ph type="sldImg"/>
          </p:nvPr>
        </p:nvSpPr>
        <p:spPr>
          <a:xfrm>
            <a:off x="696913" y="857250"/>
            <a:ext cx="5486400" cy="3086100"/>
          </a:xfrm>
        </p:spPr>
      </p:sp>
    </p:spTree>
    <p:extLst>
      <p:ext uri="{BB962C8B-B14F-4D97-AF65-F5344CB8AC3E}">
        <p14:creationId xmlns:p14="http://schemas.microsoft.com/office/powerpoint/2010/main" val="21281682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7996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userDrawn="1"/>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userDrawn="1">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913829801"/>
      </p:ext>
    </p:extLst>
  </p:cSld>
  <p:clrMapOvr>
    <a:masterClrMapping/>
  </p:clrMapOvr>
  <p:transition>
    <p:fade/>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238259260"/>
      </p:ext>
    </p:extLst>
  </p:cSld>
  <p:clrMapOvr>
    <a:masterClrMapping/>
  </p:clrMapOvr>
  <p:transition>
    <p:fade/>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446209294"/>
      </p:ext>
    </p:extLst>
  </p:cSld>
  <p:clrMapOvr>
    <a:masterClrMapping/>
  </p:clrMapOvr>
  <p:transition>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762578842"/>
      </p:ext>
    </p:extLst>
  </p:cSld>
  <p:clrMapOvr>
    <a:masterClrMapping/>
  </p:clrMapOvr>
  <p:transition>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37091661"/>
      </p:ext>
    </p:extLst>
  </p:cSld>
  <p:clrMapOvr>
    <a:masterClrMapping/>
  </p:clrMapOvr>
  <p:transition>
    <p:fade/>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643951438"/>
      </p:ext>
    </p:extLst>
  </p:cSld>
  <p:clrMapOvr>
    <a:masterClrMapping/>
  </p:clrMapOvr>
  <p:transition>
    <p:fade/>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4241814854"/>
      </p:ext>
    </p:extLst>
  </p:cSld>
  <p:clrMapOvr>
    <a:masterClrMapping/>
  </p:clrMapOvr>
  <p:transition>
    <p:fade/>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11449845"/>
      </p:ext>
    </p:extLst>
  </p:cSld>
  <p:clrMapOvr>
    <a:masterClrMapping/>
  </p:clrMapOvr>
  <p:transition>
    <p:fade/>
  </p:transition>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Tree>
    <p:extLst>
      <p:ext uri="{BB962C8B-B14F-4D97-AF65-F5344CB8AC3E}">
        <p14:creationId xmlns:p14="http://schemas.microsoft.com/office/powerpoint/2010/main" val="2983828958"/>
      </p:ext>
    </p:extLst>
  </p:cSld>
  <p:clrMapOvr>
    <a:masterClrMapping/>
  </p:clrMapOvr>
  <p:transition>
    <p:fade/>
  </p:transition>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endParaRPr lang="en-US"/>
          </a:p>
        </p:txBody>
      </p:sp>
    </p:spTree>
    <p:extLst>
      <p:ext uri="{BB962C8B-B14F-4D97-AF65-F5344CB8AC3E}">
        <p14:creationId xmlns:p14="http://schemas.microsoft.com/office/powerpoint/2010/main" val="1210149981"/>
      </p:ext>
    </p:extLst>
  </p:cSld>
  <p:clrMapOvr>
    <a:masterClrMapping/>
  </p:clrMapOvr>
  <p:transition>
    <p:fade/>
  </p:transition>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848455879"/>
      </p:ext>
    </p:extLst>
  </p:cSld>
  <p:clrMapOvr>
    <a:masterClrMapping/>
  </p:clrMapOvr>
  <p:transition>
    <p:fade/>
  </p:transition>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332420699"/>
      </p:ext>
    </p:extLst>
  </p:cSld>
  <p:clrMapOvr>
    <a:masterClrMapping/>
  </p:clrMapOvr>
  <p:transition>
    <p:fade/>
  </p:transition>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userDrawn="1"/>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userDrawn="1"/>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userDrawn="1">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userDrawn="1">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userDrawn="1">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userDrawn="1">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userDrawn="1"/>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981258441"/>
      </p:ext>
    </p:extLst>
  </p:cSld>
  <p:clrMapOvr>
    <a:masterClrMapping/>
  </p:clrMapOvr>
  <p:transition>
    <p:fade/>
  </p:transition>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endParaRPr lang="en-US"/>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65830936"/>
      </p:ext>
    </p:extLst>
  </p:cSld>
  <p:clrMapOvr>
    <a:masterClrMapping/>
  </p:clrMapOvr>
  <p:transition>
    <p:fade/>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99117970"/>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74798329"/>
      </p:ext>
    </p:extLst>
  </p:cSld>
  <p:clrMapOvr>
    <a:masterClrMapping/>
  </p:clrMapOvr>
  <p:transition>
    <p:fade/>
  </p:transition>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31135058"/>
      </p:ext>
    </p:extLst>
  </p:cSld>
  <p:clrMapOvr>
    <a:masterClrMapping/>
  </p:clrMapOvr>
  <p:transition>
    <p:fade/>
  </p:transition>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133995091"/>
      </p:ext>
    </p:extLst>
  </p:cSld>
  <p:clrMapOvr>
    <a:masterClrMapping/>
  </p:clrMapOvr>
  <p:transition>
    <p:fade/>
  </p:transition>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115783915"/>
      </p:ext>
    </p:extLst>
  </p:cSld>
  <p:clrMapOvr>
    <a:masterClrMapping/>
  </p:clrMapOvr>
  <p:transition>
    <p:fade/>
  </p:transition>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474061126"/>
      </p:ext>
    </p:extLst>
  </p:cSld>
  <p:clrMapOvr>
    <a:masterClrMapping/>
  </p:clrMapOvr>
  <p:transition>
    <p:fade/>
  </p:transition>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63615809"/>
      </p:ext>
    </p:extLst>
  </p:cSld>
  <p:clrMapOvr>
    <a:masterClrMapping/>
  </p:clrMapOvr>
  <p:transition>
    <p:fade/>
  </p:transition>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54100341"/>
      </p:ext>
    </p:extLst>
  </p:cSld>
  <p:clrMapOvr>
    <a:masterClrMapping/>
  </p:clrMapOvr>
  <p:transition>
    <p:fade/>
  </p:transition>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226111020"/>
      </p:ext>
    </p:extLst>
  </p:cSld>
  <p:clrMapOvr>
    <a:masterClrMapping/>
  </p:clrMapOvr>
  <p:transition>
    <p:fade/>
  </p:transition>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936435931"/>
      </p:ext>
    </p:extLst>
  </p:cSld>
  <p:clrMapOvr>
    <a:masterClrMapping/>
  </p:clrMapOvr>
  <p:transition>
    <p:fade/>
  </p:transition>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99729763"/>
      </p:ext>
    </p:extLst>
  </p:cSld>
  <p:clrMapOvr>
    <a:masterClrMapping/>
  </p:clrMapOvr>
  <p:transition>
    <p:fade/>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763899369"/>
      </p:ext>
    </p:extLst>
  </p:cSld>
  <p:clrMapOvr>
    <a:masterClrMapping/>
  </p:clrMapOvr>
  <p:transition>
    <p:fade/>
  </p:transition>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78813367"/>
      </p:ext>
    </p:extLst>
  </p:cSld>
  <p:clrMapOvr>
    <a:masterClrMapping/>
  </p:clrMapOvr>
  <p:transition>
    <p:fade/>
  </p:transition>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728067837"/>
      </p:ext>
    </p:extLst>
  </p:cSld>
  <p:clrMapOvr>
    <a:masterClrMapping/>
  </p:clrMapOvr>
  <p:transition>
    <p:fade/>
  </p:transition>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631623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35085315"/>
      </p:ext>
    </p:extLst>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 id="2147484080" r:id="rId12"/>
    <p:sldLayoutId id="2147484081" r:id="rId13"/>
    <p:sldLayoutId id="2147484082" r:id="rId14"/>
    <p:sldLayoutId id="2147484083" r:id="rId15"/>
    <p:sldLayoutId id="2147484084" r:id="rId16"/>
    <p:sldLayoutId id="2147484085" r:id="rId17"/>
    <p:sldLayoutId id="2147484086" r:id="rId18"/>
    <p:sldLayoutId id="2147484087" r:id="rId19"/>
    <p:sldLayoutId id="2147484088" r:id="rId20"/>
    <p:sldLayoutId id="2147484089" r:id="rId21"/>
    <p:sldLayoutId id="2147484090" r:id="rId22"/>
    <p:sldLayoutId id="2147484091" r:id="rId23"/>
    <p:sldLayoutId id="2147484092" r:id="rId24"/>
    <p:sldLayoutId id="2147484093" r:id="rId25"/>
    <p:sldLayoutId id="2147484094" r:id="rId26"/>
    <p:sldLayoutId id="2147484095" r:id="rId27"/>
    <p:sldLayoutId id="2147484096" r:id="rId28"/>
    <p:sldLayoutId id="2147484097" r:id="rId29"/>
    <p:sldLayoutId id="2147484098" r:id="rId30"/>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5.xml"/><Relationship Id="rId1" Type="http://schemas.openxmlformats.org/officeDocument/2006/relationships/tags" Target="../tags/tag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4.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14.xml"/><Relationship Id="rId1" Type="http://schemas.openxmlformats.org/officeDocument/2006/relationships/tags" Target="../tags/tag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hyperlink" Target="https://github.com/kaito-project/kaito"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3.xml"/><Relationship Id="rId1" Type="http://schemas.openxmlformats.org/officeDocument/2006/relationships/tags" Target="../tags/tag6.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s://learn.microsoft.com/en-us/azure/cloud-adoption-framework/scenarios/app-platform/aks/landing-zone-accelerator" TargetMode="External"/><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hyperlink" Target="https://github.com/Azure/AKS-Landing-Zone-Accelerator/tree/main/Scenarios"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learn.microsoft.com/en-us/azure/aks/supported-kubernetes-versions?tabs=azure-cli#aks-kubernetes-release-calendar" TargetMode="External"/><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hyperlink" Target="https://learn.microsoft.com/en-us/azure/aks/long-term-support" TargetMode="Externa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39.xml"/><Relationship Id="rId1" Type="http://schemas.openxmlformats.org/officeDocument/2006/relationships/tags" Target="../tags/tag7.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8/10/relationships/comments" Target="../comments/modernComment_7FFFCA57_9169128F.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3.jpe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tags" Target="../tags/tag8.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tags" Target="../tags/tag9.xml"/></Relationships>
</file>

<file path=ppt/slides/slide1.xml><?xml version="1.0" encoding="utf-8"?>
<p:sld xmlns:a="http://schemas.openxmlformats.org/drawingml/2006/main" xmlns:r="http://schemas.openxmlformats.org/officeDocument/2006/relationships" xmlns:p="http://schemas.openxmlformats.org/presentationml/2006/main">
  <p:cSld name="HIDDEN - Slide3">
    <p:spTree>
      <p:nvGrpSpPr>
        <p:cNvPr id="1" name=""/>
        <p:cNvGrpSpPr/>
        <p:nvPr/>
      </p:nvGrpSpPr>
      <p:grpSpPr>
        <a:xfrm>
          <a:off x="0" y="0"/>
          <a:ext cx="0" cy="0"/>
          <a:chOff x="0" y="0"/>
          <a:chExt cx="0" cy="0"/>
        </a:xfrm>
      </p:grpSpPr>
      <p:sp>
        <p:nvSpPr>
          <p:cNvPr id="4" name="Title 3"/>
          <p:cNvSpPr>
            <a:spLocks noGrp="1"/>
          </p:cNvSpPr>
          <p:nvPr>
            <p:ph type="title"/>
            <p:custDataLst>
              <p:custData r:id="rId2"/>
            </p:custDataLst>
          </p:nvPr>
        </p:nvSpPr>
        <p:spPr>
          <a:xfrm>
            <a:off x="584200" y="4334637"/>
            <a:ext cx="9274908" cy="1015663"/>
          </a:xfrm>
        </p:spPr>
        <p:txBody>
          <a:bodyPr/>
          <a:lstStyle/>
          <a:p>
            <a:r>
              <a:rPr lang="en-US" dirty="0">
                <a:latin typeface="Segoe UI Semibold"/>
                <a:cs typeface="Segoe UI Semibold"/>
              </a:rPr>
              <a:t>What is AKS?</a:t>
            </a:r>
            <a:endParaRPr lang="en-US" dirty="0"/>
          </a:p>
        </p:txBody>
      </p:sp>
      <p:sp>
        <p:nvSpPr>
          <p:cNvPr id="6" name="Subtitle 5">
            <a:extLst>
              <a:ext uri="{FF2B5EF4-FFF2-40B4-BE49-F238E27FC236}">
                <a16:creationId xmlns:a16="http://schemas.microsoft.com/office/drawing/2014/main" id="{12808BD5-6BEE-4164-9264-E55A823F2E3D}"/>
              </a:ext>
            </a:extLst>
          </p:cNvPr>
          <p:cNvSpPr>
            <a:spLocks noGrp="1"/>
          </p:cNvSpPr>
          <p:nvPr>
            <p:ph type="body" sz="quarter" idx="12"/>
          </p:nvPr>
        </p:nvSpPr>
        <p:spPr>
          <a:xfrm>
            <a:off x="582042" y="5634620"/>
            <a:ext cx="5654635" cy="338554"/>
          </a:xfrm>
        </p:spPr>
        <p:txBody>
          <a:bodyPr>
            <a:normAutofit/>
          </a:bodyPr>
          <a:lstStyle/>
          <a:p>
            <a:r>
              <a:rPr lang="en-US" dirty="0" err="1"/>
              <a:t>WorkshopPlus</a:t>
            </a:r>
            <a:r>
              <a:rPr lang="en-US" dirty="0"/>
              <a:t> – Kubernetes Tech Briefing</a:t>
            </a:r>
          </a:p>
        </p:txBody>
      </p:sp>
    </p:spTree>
    <p:custDataLst>
      <p:tags r:id="rId1"/>
    </p:custDataLst>
    <p:extLst>
      <p:ext uri="{BB962C8B-B14F-4D97-AF65-F5344CB8AC3E}">
        <p14:creationId xmlns:p14="http://schemas.microsoft.com/office/powerpoint/2010/main" val="2181956486"/>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79B42-69EC-4737-A1D3-6170002B2FA4}"/>
              </a:ext>
            </a:extLst>
          </p:cNvPr>
          <p:cNvSpPr>
            <a:spLocks noGrp="1"/>
          </p:cNvSpPr>
          <p:nvPr>
            <p:ph type="title"/>
          </p:nvPr>
        </p:nvSpPr>
        <p:spPr/>
        <p:txBody>
          <a:bodyPr/>
          <a:lstStyle/>
          <a:p>
            <a:r>
              <a:rPr lang="en-US"/>
              <a:t>Conditions and terms of use</a:t>
            </a:r>
          </a:p>
        </p:txBody>
      </p:sp>
      <p:sp>
        <p:nvSpPr>
          <p:cNvPr id="7" name="Rectangle 6">
            <a:extLst>
              <a:ext uri="{FF2B5EF4-FFF2-40B4-BE49-F238E27FC236}">
                <a16:creationId xmlns:a16="http://schemas.microsoft.com/office/drawing/2014/main" id="{C30D5E87-BF27-48B8-9B35-B55C04B9CBAE}"/>
              </a:ext>
            </a:extLst>
          </p:cNvPr>
          <p:cNvSpPr/>
          <p:nvPr/>
        </p:nvSpPr>
        <p:spPr bwMode="auto">
          <a:xfrm>
            <a:off x="571500" y="1574244"/>
            <a:ext cx="11049000" cy="3632756"/>
          </a:xfrm>
          <a:prstGeom prst="rect">
            <a:avLst/>
          </a:prstGeom>
          <a:solidFill>
            <a:schemeClr val="bg1"/>
          </a:solidFill>
          <a:ln w="317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102">
              <a:spcBef>
                <a:spcPts val="600"/>
              </a:spcBef>
              <a:spcAft>
                <a:spcPts val="600"/>
              </a:spcAft>
              <a:defRPr/>
            </a:pPr>
            <a:r>
              <a:rPr lang="en-US">
                <a:solidFill>
                  <a:schemeClr val="tx1"/>
                </a:solidFill>
                <a:cs typeface="Segoe UI Semibold"/>
              </a:rPr>
              <a:t>© Microsoft Corporation. All rights reserved.</a:t>
            </a:r>
            <a:endParaRPr lang="en-US">
              <a:solidFill>
                <a:schemeClr val="tx1"/>
              </a:solidFill>
              <a:cs typeface="Segoe UI Semibold" panose="020B0702040204020203" pitchFamily="34" charset="0"/>
            </a:endParaRPr>
          </a:p>
          <a:p>
            <a:pPr algn="ctr" defTabSz="914102">
              <a:spcBef>
                <a:spcPts val="600"/>
              </a:spcBef>
              <a:spcAft>
                <a:spcPts val="600"/>
              </a:spcAft>
              <a:defRPr/>
            </a:pPr>
            <a:r>
              <a:rPr lang="en-US">
                <a:solidFill>
                  <a:schemeClr val="tx1"/>
                </a:solidFill>
                <a:cs typeface="Segoe UI Semibold"/>
              </a:rPr>
              <a:t>You may use these training materials solely for your personal internal reference and non-commercial purposes.  You may not distribute, transmit, resell or otherwise make these training materials available to any other person or party without express permission from Microsoft Corporation.  URL’s or other internet website references in the training materials may change without notice.  Unless otherwise noted, any companies, organizations, domain names, e-mail addresses, people, places and events depicted in the training materials are for illustration only and are fictitious. No real association is intended or inferred. THESE TRAINING MATERIALS ARE PROVIDED “AS IS”; MICROSOFT MAKES NO WARRANTIES, EXPRESS OR IMPLIED IN THESE TRAINING MATERIALS</a:t>
            </a:r>
            <a:r>
              <a:rPr lang="en-US" baseline="30000">
                <a:solidFill>
                  <a:schemeClr val="tx1"/>
                </a:solidFill>
                <a:cs typeface="Segoe UI Semibold"/>
              </a:rPr>
              <a:t>1</a:t>
            </a:r>
            <a:endParaRPr lang="en-US" b="0" i="0" u="none" strike="noStrike" kern="1200" cap="none" spc="0" normalizeH="0" baseline="30000" noProof="0">
              <a:ln>
                <a:noFill/>
              </a:ln>
              <a:solidFill>
                <a:schemeClr val="tx1"/>
              </a:solidFill>
              <a:effectLst/>
              <a:uLnTx/>
              <a:uFillTx/>
              <a:cs typeface="Segoe UI Semibold"/>
            </a:endParaRPr>
          </a:p>
        </p:txBody>
      </p:sp>
      <p:grpSp>
        <p:nvGrpSpPr>
          <p:cNvPr id="8" name="Group 7">
            <a:extLst>
              <a:ext uri="{FF2B5EF4-FFF2-40B4-BE49-F238E27FC236}">
                <a16:creationId xmlns:a16="http://schemas.microsoft.com/office/drawing/2014/main" id="{DE823F62-E09A-466D-A142-2BCF56FBE584}"/>
              </a:ext>
              <a:ext uri="{C183D7F6-B498-43B3-948B-1728B52AA6E4}">
                <adec:decorative xmlns:adec="http://schemas.microsoft.com/office/drawing/2017/decorative" val="1"/>
              </a:ext>
            </a:extLst>
          </p:cNvPr>
          <p:cNvGrpSpPr/>
          <p:nvPr/>
        </p:nvGrpSpPr>
        <p:grpSpPr>
          <a:xfrm>
            <a:off x="571500" y="1574244"/>
            <a:ext cx="11049000" cy="3632756"/>
            <a:chOff x="571500" y="1574244"/>
            <a:chExt cx="11049000" cy="3632756"/>
          </a:xfrm>
        </p:grpSpPr>
        <p:sp>
          <p:nvSpPr>
            <p:cNvPr id="9" name="Half Frame 8">
              <a:extLst>
                <a:ext uri="{FF2B5EF4-FFF2-40B4-BE49-F238E27FC236}">
                  <a16:creationId xmlns:a16="http://schemas.microsoft.com/office/drawing/2014/main" id="{B1F83F9C-3EE7-440E-B6ED-3AE225C18EC6}"/>
                </a:ext>
                <a:ext uri="{C183D7F6-B498-43B3-948B-1728B52AA6E4}">
                  <adec:decorative xmlns:adec="http://schemas.microsoft.com/office/drawing/2017/decorative" val="1"/>
                </a:ext>
              </a:extLst>
            </p:cNvPr>
            <p:cNvSpPr/>
            <p:nvPr/>
          </p:nvSpPr>
          <p:spPr bwMode="auto">
            <a:xfrm rot="5400000" flipV="1">
              <a:off x="581472" y="1564272"/>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Half Frame 9">
              <a:extLst>
                <a:ext uri="{FF2B5EF4-FFF2-40B4-BE49-F238E27FC236}">
                  <a16:creationId xmlns:a16="http://schemas.microsoft.com/office/drawing/2014/main" id="{206932E9-4F7D-4000-972A-77B375DA6D88}"/>
                </a:ext>
                <a:ext uri="{C183D7F6-B498-43B3-948B-1728B52AA6E4}">
                  <adec:decorative xmlns:adec="http://schemas.microsoft.com/office/drawing/2017/decorative" val="1"/>
                </a:ext>
              </a:extLst>
            </p:cNvPr>
            <p:cNvSpPr/>
            <p:nvPr/>
          </p:nvSpPr>
          <p:spPr bwMode="auto">
            <a:xfrm rot="10800000">
              <a:off x="11192768" y="4759325"/>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19" name="Footer Placeholder 2">
            <a:extLst>
              <a:ext uri="{FF2B5EF4-FFF2-40B4-BE49-F238E27FC236}">
                <a16:creationId xmlns:a16="http://schemas.microsoft.com/office/drawing/2014/main" id="{A04B054A-A721-4144-96FE-966534FB355F}"/>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0" name="Slide Number Placeholder 12">
            <a:extLst>
              <a:ext uri="{FF2B5EF4-FFF2-40B4-BE49-F238E27FC236}">
                <a16:creationId xmlns:a16="http://schemas.microsoft.com/office/drawing/2014/main" id="{C94FEEB5-7104-458C-8C7F-BD5D4C6A13B9}"/>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242852715"/>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1322-9F37-477D-9B5B-EBF49D8B1DE4}"/>
              </a:ext>
            </a:extLst>
          </p:cNvPr>
          <p:cNvSpPr>
            <a:spLocks noGrp="1"/>
          </p:cNvSpPr>
          <p:nvPr>
            <p:ph type="title"/>
          </p:nvPr>
        </p:nvSpPr>
        <p:spPr/>
        <p:txBody>
          <a:bodyPr lIns="0" tIns="0" rIns="0" bIns="0" anchor="t"/>
          <a:lstStyle/>
          <a:p>
            <a:r>
              <a:rPr lang="en-US" dirty="0"/>
              <a:t>Topics</a:t>
            </a:r>
          </a:p>
        </p:txBody>
      </p:sp>
      <p:graphicFrame>
        <p:nvGraphicFramePr>
          <p:cNvPr id="112" name="Table 3">
            <a:extLst>
              <a:ext uri="{FF2B5EF4-FFF2-40B4-BE49-F238E27FC236}">
                <a16:creationId xmlns:a16="http://schemas.microsoft.com/office/drawing/2014/main" id="{45AD0972-9AFC-406A-BE0A-DFF9FDD00D65}"/>
              </a:ext>
            </a:extLst>
          </p:cNvPr>
          <p:cNvGraphicFramePr>
            <a:graphicFrameLocks noGrp="1"/>
          </p:cNvGraphicFramePr>
          <p:nvPr>
            <p:extLst>
              <p:ext uri="{D42A27DB-BD31-4B8C-83A1-F6EECF244321}">
                <p14:modId xmlns:p14="http://schemas.microsoft.com/office/powerpoint/2010/main" val="452481323"/>
              </p:ext>
            </p:extLst>
          </p:nvPr>
        </p:nvGraphicFramePr>
        <p:xfrm>
          <a:off x="575481" y="1752869"/>
          <a:ext cx="5669280" cy="4505694"/>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245818860"/>
                    </a:ext>
                  </a:extLst>
                </a:gridCol>
                <a:gridCol w="4846320">
                  <a:extLst>
                    <a:ext uri="{9D8B030D-6E8A-4147-A177-3AD203B41FA5}">
                      <a16:colId xmlns:a16="http://schemas.microsoft.com/office/drawing/2014/main" val="3975527072"/>
                    </a:ext>
                  </a:extLst>
                </a:gridCol>
              </a:tblGrid>
              <a:tr h="1501898">
                <a:tc>
                  <a:txBody>
                    <a:bodyPr/>
                    <a:lstStyle/>
                    <a:p>
                      <a:endParaRPr lang="en-US" dirty="0"/>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srgbClr val="000000"/>
                          </a:solidFill>
                          <a:effectLst/>
                          <a:uLnTx/>
                          <a:uFillTx/>
                          <a:latin typeface="+mn-lt"/>
                          <a:ea typeface="+mn-ea"/>
                          <a:cs typeface="Segoe UI" panose="020B0502040204020203" pitchFamily="34" charset="0"/>
                        </a:rPr>
                        <a:t>Components and Features</a:t>
                      </a:r>
                    </a:p>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76677287"/>
                  </a:ext>
                </a:extLst>
              </a:tr>
              <a:tr h="1501898">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rPr>
                        <a:t>Tiers and offerings</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16497433"/>
                  </a:ext>
                </a:extLst>
              </a:tr>
              <a:tr h="1501898">
                <a:tc>
                  <a:txBody>
                    <a:bodyPr/>
                    <a:lstStyle/>
                    <a:p>
                      <a:endParaRPr lang="en-US" dirty="0"/>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Add-ons and Extensions</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488902310"/>
                  </a:ext>
                </a:extLst>
              </a:tr>
            </a:tbl>
          </a:graphicData>
        </a:graphic>
      </p:graphicFrame>
      <p:grpSp>
        <p:nvGrpSpPr>
          <p:cNvPr id="141" name="Group 140">
            <a:extLst>
              <a:ext uri="{FF2B5EF4-FFF2-40B4-BE49-F238E27FC236}">
                <a16:creationId xmlns:a16="http://schemas.microsoft.com/office/drawing/2014/main" id="{27BF13F4-E0FF-4E0D-8D3F-E5716F8C4FFC}"/>
              </a:ext>
              <a:ext uri="{C183D7F6-B498-43B3-948B-1728B52AA6E4}">
                <adec:decorative xmlns:adec="http://schemas.microsoft.com/office/drawing/2017/decorative" val="1"/>
              </a:ext>
            </a:extLst>
          </p:cNvPr>
          <p:cNvGrpSpPr>
            <a:grpSpLocks noChangeAspect="1"/>
          </p:cNvGrpSpPr>
          <p:nvPr/>
        </p:nvGrpSpPr>
        <p:grpSpPr>
          <a:xfrm>
            <a:off x="722184" y="2307171"/>
            <a:ext cx="522238" cy="522238"/>
            <a:chOff x="10323474" y="1468393"/>
            <a:chExt cx="751672" cy="751672"/>
          </a:xfrm>
        </p:grpSpPr>
        <p:sp>
          <p:nvSpPr>
            <p:cNvPr id="142" name="Oval 141">
              <a:extLst>
                <a:ext uri="{FF2B5EF4-FFF2-40B4-BE49-F238E27FC236}">
                  <a16:creationId xmlns:a16="http://schemas.microsoft.com/office/drawing/2014/main" id="{6C5EA0E7-F61F-4807-8925-4019D8289A87}"/>
                </a:ext>
                <a:ext uri="{C183D7F6-B498-43B3-948B-1728B52AA6E4}">
                  <adec:decorative xmlns:adec="http://schemas.microsoft.com/office/drawing/2017/decorative" val="1"/>
                </a:ext>
              </a:extLst>
            </p:cNvPr>
            <p:cNvSpPr>
              <a:spLocks/>
            </p:cNvSpPr>
            <p:nvPr/>
          </p:nvSpPr>
          <p:spPr bwMode="auto">
            <a:xfrm>
              <a:off x="10323474"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nvGrpSpPr>
            <p:cNvPr id="143" name="Group 142">
              <a:extLst>
                <a:ext uri="{FF2B5EF4-FFF2-40B4-BE49-F238E27FC236}">
                  <a16:creationId xmlns:a16="http://schemas.microsoft.com/office/drawing/2014/main" id="{E17734FA-7052-4385-9C3F-7476E48B2A9D}"/>
                </a:ext>
                <a:ext uri="{C183D7F6-B498-43B3-948B-1728B52AA6E4}">
                  <adec:decorative xmlns:adec="http://schemas.microsoft.com/office/drawing/2017/decorative" val="1"/>
                </a:ext>
              </a:extLst>
            </p:cNvPr>
            <p:cNvGrpSpPr/>
            <p:nvPr/>
          </p:nvGrpSpPr>
          <p:grpSpPr>
            <a:xfrm>
              <a:off x="10472703" y="1678978"/>
              <a:ext cx="453205" cy="330587"/>
              <a:chOff x="1317737" y="7238855"/>
              <a:chExt cx="596040" cy="434772"/>
            </a:xfrm>
          </p:grpSpPr>
          <p:sp>
            <p:nvSpPr>
              <p:cNvPr id="144" name="Freeform: Shape 143">
                <a:extLst>
                  <a:ext uri="{FF2B5EF4-FFF2-40B4-BE49-F238E27FC236}">
                    <a16:creationId xmlns:a16="http://schemas.microsoft.com/office/drawing/2014/main" id="{7B30EEDD-248E-40B3-8BDB-830FD42D10D2}"/>
                  </a:ext>
                </a:extLst>
              </p:cNvPr>
              <p:cNvSpPr/>
              <p:nvPr/>
            </p:nvSpPr>
            <p:spPr>
              <a:xfrm>
                <a:off x="1758961"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5" name="Freeform: Shape 144">
                <a:extLst>
                  <a:ext uri="{FF2B5EF4-FFF2-40B4-BE49-F238E27FC236}">
                    <a16:creationId xmlns:a16="http://schemas.microsoft.com/office/drawing/2014/main" id="{1E7E6FA4-6A0E-4023-A290-81458375DFA0}"/>
                  </a:ext>
                </a:extLst>
              </p:cNvPr>
              <p:cNvSpPr/>
              <p:nvPr/>
            </p:nvSpPr>
            <p:spPr>
              <a:xfrm>
                <a:off x="1317737"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6" name="Freeform: Shape 145">
                <a:extLst>
                  <a:ext uri="{FF2B5EF4-FFF2-40B4-BE49-F238E27FC236}">
                    <a16:creationId xmlns:a16="http://schemas.microsoft.com/office/drawing/2014/main" id="{1BDFD5CF-E9DB-480F-B75C-67DE7088254C}"/>
                  </a:ext>
                </a:extLst>
              </p:cNvPr>
              <p:cNvSpPr/>
              <p:nvPr/>
            </p:nvSpPr>
            <p:spPr>
              <a:xfrm>
                <a:off x="1340959" y="7282719"/>
                <a:ext cx="116112" cy="103210"/>
              </a:xfrm>
              <a:custGeom>
                <a:avLst/>
                <a:gdLst>
                  <a:gd name="connsiteX0" fmla="*/ 44496 w 85725"/>
                  <a:gd name="connsiteY0" fmla="*/ 65451 h 76200"/>
                  <a:gd name="connsiteX1" fmla="*/ 20683 w 85725"/>
                  <a:gd name="connsiteY1" fmla="*/ 77833 h 76200"/>
                  <a:gd name="connsiteX2" fmla="*/ 25446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0691 w 85725"/>
                  <a:gd name="connsiteY7" fmla="*/ 34018 h 76200"/>
                  <a:gd name="connsiteX8" fmla="*/ 62593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0683" y="77833"/>
                    </a:lnTo>
                    <a:lnTo>
                      <a:pt x="25446" y="52116"/>
                    </a:lnTo>
                    <a:lnTo>
                      <a:pt x="7348" y="34018"/>
                    </a:lnTo>
                    <a:lnTo>
                      <a:pt x="33066" y="30208"/>
                    </a:lnTo>
                    <a:lnTo>
                      <a:pt x="44496" y="7348"/>
                    </a:lnTo>
                    <a:lnTo>
                      <a:pt x="55926" y="30208"/>
                    </a:lnTo>
                    <a:lnTo>
                      <a:pt x="80691" y="34018"/>
                    </a:lnTo>
                    <a:lnTo>
                      <a:pt x="62593"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7" name="Freeform: Shape 146">
                <a:extLst>
                  <a:ext uri="{FF2B5EF4-FFF2-40B4-BE49-F238E27FC236}">
                    <a16:creationId xmlns:a16="http://schemas.microsoft.com/office/drawing/2014/main" id="{F1D18E4A-5504-4BF0-BA73-AF1A27F741E7}"/>
                  </a:ext>
                </a:extLst>
              </p:cNvPr>
              <p:cNvSpPr/>
              <p:nvPr/>
            </p:nvSpPr>
            <p:spPr>
              <a:xfrm>
                <a:off x="1778313" y="7282719"/>
                <a:ext cx="116112" cy="103210"/>
              </a:xfrm>
              <a:custGeom>
                <a:avLst/>
                <a:gdLst>
                  <a:gd name="connsiteX0" fmla="*/ 44496 w 85725"/>
                  <a:gd name="connsiteY0" fmla="*/ 65451 h 76200"/>
                  <a:gd name="connsiteX1" fmla="*/ 21636 w 85725"/>
                  <a:gd name="connsiteY1" fmla="*/ 77833 h 76200"/>
                  <a:gd name="connsiteX2" fmla="*/ 26398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1643 w 85725"/>
                  <a:gd name="connsiteY7" fmla="*/ 34018 h 76200"/>
                  <a:gd name="connsiteX8" fmla="*/ 63546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1636" y="77833"/>
                    </a:lnTo>
                    <a:lnTo>
                      <a:pt x="26398" y="52116"/>
                    </a:lnTo>
                    <a:lnTo>
                      <a:pt x="7348" y="34018"/>
                    </a:lnTo>
                    <a:lnTo>
                      <a:pt x="33066" y="30208"/>
                    </a:lnTo>
                    <a:lnTo>
                      <a:pt x="44496" y="7348"/>
                    </a:lnTo>
                    <a:lnTo>
                      <a:pt x="55926" y="30208"/>
                    </a:lnTo>
                    <a:lnTo>
                      <a:pt x="81643" y="34018"/>
                    </a:lnTo>
                    <a:lnTo>
                      <a:pt x="63546"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8" name="Freeform: Shape 147">
                <a:extLst>
                  <a:ext uri="{FF2B5EF4-FFF2-40B4-BE49-F238E27FC236}">
                    <a16:creationId xmlns:a16="http://schemas.microsoft.com/office/drawing/2014/main" id="{FF7483BE-1FCD-45D4-BDCF-4970A89C4BED}"/>
                  </a:ext>
                </a:extLst>
              </p:cNvPr>
              <p:cNvSpPr/>
              <p:nvPr/>
            </p:nvSpPr>
            <p:spPr>
              <a:xfrm>
                <a:off x="1378372"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4" y="26398"/>
                      <a:pt x="16873" y="26398"/>
                    </a:cubicBezTo>
                    <a:cubicBezTo>
                      <a:pt x="11612" y="26398"/>
                      <a:pt x="7348" y="22134"/>
                      <a:pt x="7348" y="16873"/>
                    </a:cubicBezTo>
                    <a:cubicBezTo>
                      <a:pt x="7348" y="11613"/>
                      <a:pt x="11612" y="7348"/>
                      <a:pt x="16873" y="7348"/>
                    </a:cubicBezTo>
                    <a:cubicBezTo>
                      <a:pt x="22134"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9" name="Freeform: Shape 148">
                <a:extLst>
                  <a:ext uri="{FF2B5EF4-FFF2-40B4-BE49-F238E27FC236}">
                    <a16:creationId xmlns:a16="http://schemas.microsoft.com/office/drawing/2014/main" id="{B83FF2B8-DB01-41ED-A40D-888FD6673EBC}"/>
                  </a:ext>
                </a:extLst>
              </p:cNvPr>
              <p:cNvSpPr/>
              <p:nvPr/>
            </p:nvSpPr>
            <p:spPr>
              <a:xfrm>
                <a:off x="1818307"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3" y="26398"/>
                      <a:pt x="16873" y="26398"/>
                    </a:cubicBezTo>
                    <a:cubicBezTo>
                      <a:pt x="11613" y="26398"/>
                      <a:pt x="7348" y="22134"/>
                      <a:pt x="7348" y="16873"/>
                    </a:cubicBezTo>
                    <a:cubicBezTo>
                      <a:pt x="7348" y="11613"/>
                      <a:pt x="11613" y="7348"/>
                      <a:pt x="16873" y="7348"/>
                    </a:cubicBezTo>
                    <a:cubicBezTo>
                      <a:pt x="22133"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0" name="Freeform: Shape 149">
                <a:extLst>
                  <a:ext uri="{FF2B5EF4-FFF2-40B4-BE49-F238E27FC236}">
                    <a16:creationId xmlns:a16="http://schemas.microsoft.com/office/drawing/2014/main" id="{32CBB42B-C150-4420-A23B-B6E09320C637}"/>
                  </a:ext>
                </a:extLst>
              </p:cNvPr>
              <p:cNvSpPr/>
              <p:nvPr/>
            </p:nvSpPr>
            <p:spPr>
              <a:xfrm>
                <a:off x="1524158" y="7383349"/>
                <a:ext cx="180618" cy="206420"/>
              </a:xfrm>
              <a:custGeom>
                <a:avLst/>
                <a:gdLst>
                  <a:gd name="connsiteX0" fmla="*/ 31161 w 133350"/>
                  <a:gd name="connsiteY0" fmla="*/ 47353 h 152400"/>
                  <a:gd name="connsiteX1" fmla="*/ 69261 w 133350"/>
                  <a:gd name="connsiteY1" fmla="*/ 7348 h 152400"/>
                  <a:gd name="connsiteX2" fmla="*/ 108313 w 133350"/>
                  <a:gd name="connsiteY2" fmla="*/ 47353 h 152400"/>
                  <a:gd name="connsiteX3" fmla="*/ 69261 w 133350"/>
                  <a:gd name="connsiteY3" fmla="*/ 87358 h 152400"/>
                  <a:gd name="connsiteX4" fmla="*/ 31161 w 133350"/>
                  <a:gd name="connsiteY4" fmla="*/ 47353 h 152400"/>
                  <a:gd name="connsiteX5" fmla="*/ 31161 w 133350"/>
                  <a:gd name="connsiteY5" fmla="*/ 47353 h 152400"/>
                  <a:gd name="connsiteX6" fmla="*/ 131173 w 133350"/>
                  <a:gd name="connsiteY6" fmla="*/ 151176 h 152400"/>
                  <a:gd name="connsiteX7" fmla="*/ 69261 w 133350"/>
                  <a:gd name="connsiteY7" fmla="*/ 87358 h 152400"/>
                  <a:gd name="connsiteX8" fmla="*/ 7348 w 133350"/>
                  <a:gd name="connsiteY8" fmla="*/ 151176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350" h="152400">
                    <a:moveTo>
                      <a:pt x="31161" y="47353"/>
                    </a:moveTo>
                    <a:cubicBezTo>
                      <a:pt x="31161" y="25446"/>
                      <a:pt x="48306" y="7348"/>
                      <a:pt x="69261" y="7348"/>
                    </a:cubicBezTo>
                    <a:cubicBezTo>
                      <a:pt x="90216" y="7348"/>
                      <a:pt x="108313" y="25446"/>
                      <a:pt x="108313" y="47353"/>
                    </a:cubicBezTo>
                    <a:cubicBezTo>
                      <a:pt x="108313" y="69261"/>
                      <a:pt x="90216" y="87358"/>
                      <a:pt x="69261" y="87358"/>
                    </a:cubicBezTo>
                    <a:cubicBezTo>
                      <a:pt x="48306" y="87358"/>
                      <a:pt x="31161" y="69261"/>
                      <a:pt x="31161" y="47353"/>
                    </a:cubicBezTo>
                    <a:lnTo>
                      <a:pt x="31161" y="47353"/>
                    </a:lnTo>
                    <a:close/>
                    <a:moveTo>
                      <a:pt x="131173" y="151176"/>
                    </a:moveTo>
                    <a:cubicBezTo>
                      <a:pt x="131173" y="115933"/>
                      <a:pt x="103551" y="87358"/>
                      <a:pt x="69261" y="87358"/>
                    </a:cubicBezTo>
                    <a:cubicBezTo>
                      <a:pt x="34971" y="87358"/>
                      <a:pt x="7348" y="115933"/>
                      <a:pt x="7348" y="151176"/>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1" name="Freeform: Shape 150">
                <a:extLst>
                  <a:ext uri="{FF2B5EF4-FFF2-40B4-BE49-F238E27FC236}">
                    <a16:creationId xmlns:a16="http://schemas.microsoft.com/office/drawing/2014/main" id="{EBC0F9DC-C657-43FE-831D-ECA77D07CBDB}"/>
                  </a:ext>
                </a:extLst>
              </p:cNvPr>
              <p:cNvSpPr/>
              <p:nvPr/>
            </p:nvSpPr>
            <p:spPr>
              <a:xfrm>
                <a:off x="1540929" y="7238855"/>
                <a:ext cx="141914" cy="141913"/>
              </a:xfrm>
              <a:custGeom>
                <a:avLst/>
                <a:gdLst>
                  <a:gd name="connsiteX0" fmla="*/ 56878 w 104775"/>
                  <a:gd name="connsiteY0" fmla="*/ 85453 h 104775"/>
                  <a:gd name="connsiteX1" fmla="*/ 26398 w 104775"/>
                  <a:gd name="connsiteY1" fmla="*/ 101646 h 104775"/>
                  <a:gd name="connsiteX2" fmla="*/ 32113 w 104775"/>
                  <a:gd name="connsiteY2" fmla="*/ 67356 h 104775"/>
                  <a:gd name="connsiteX3" fmla="*/ 7348 w 104775"/>
                  <a:gd name="connsiteY3" fmla="*/ 43543 h 104775"/>
                  <a:gd name="connsiteX4" fmla="*/ 41638 w 104775"/>
                  <a:gd name="connsiteY4" fmla="*/ 37828 h 104775"/>
                  <a:gd name="connsiteX5" fmla="*/ 56878 w 104775"/>
                  <a:gd name="connsiteY5" fmla="*/ 7348 h 104775"/>
                  <a:gd name="connsiteX6" fmla="*/ 72118 w 104775"/>
                  <a:gd name="connsiteY6" fmla="*/ 37828 h 104775"/>
                  <a:gd name="connsiteX7" fmla="*/ 106408 w 104775"/>
                  <a:gd name="connsiteY7" fmla="*/ 43543 h 104775"/>
                  <a:gd name="connsiteX8" fmla="*/ 81643 w 104775"/>
                  <a:gd name="connsiteY8" fmla="*/ 67356 h 104775"/>
                  <a:gd name="connsiteX9" fmla="*/ 87358 w 104775"/>
                  <a:gd name="connsiteY9" fmla="*/ 101646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75" h="104775">
                    <a:moveTo>
                      <a:pt x="56878" y="85453"/>
                    </a:moveTo>
                    <a:lnTo>
                      <a:pt x="26398" y="101646"/>
                    </a:lnTo>
                    <a:lnTo>
                      <a:pt x="32113" y="67356"/>
                    </a:lnTo>
                    <a:lnTo>
                      <a:pt x="7348" y="43543"/>
                    </a:lnTo>
                    <a:lnTo>
                      <a:pt x="41638" y="37828"/>
                    </a:lnTo>
                    <a:lnTo>
                      <a:pt x="56878" y="7348"/>
                    </a:lnTo>
                    <a:lnTo>
                      <a:pt x="72118" y="37828"/>
                    </a:lnTo>
                    <a:lnTo>
                      <a:pt x="106408" y="43543"/>
                    </a:lnTo>
                    <a:lnTo>
                      <a:pt x="81643" y="67356"/>
                    </a:lnTo>
                    <a:lnTo>
                      <a:pt x="87358" y="101646"/>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2" name="Freeform: Shape 151">
                <a:extLst>
                  <a:ext uri="{FF2B5EF4-FFF2-40B4-BE49-F238E27FC236}">
                    <a16:creationId xmlns:a16="http://schemas.microsoft.com/office/drawing/2014/main" id="{FA06B8CA-FC95-4BC2-B74C-EC554BEDE826}"/>
                  </a:ext>
                </a:extLst>
              </p:cNvPr>
              <p:cNvSpPr/>
              <p:nvPr/>
            </p:nvSpPr>
            <p:spPr>
              <a:xfrm>
                <a:off x="1589954" y="7622022"/>
                <a:ext cx="51605" cy="51605"/>
              </a:xfrm>
              <a:custGeom>
                <a:avLst/>
                <a:gdLst>
                  <a:gd name="connsiteX0" fmla="*/ 34018 w 38100"/>
                  <a:gd name="connsiteY0" fmla="*/ 20683 h 38100"/>
                  <a:gd name="connsiteX1" fmla="*/ 20683 w 38100"/>
                  <a:gd name="connsiteY1" fmla="*/ 34018 h 38100"/>
                  <a:gd name="connsiteX2" fmla="*/ 7348 w 38100"/>
                  <a:gd name="connsiteY2" fmla="*/ 20683 h 38100"/>
                  <a:gd name="connsiteX3" fmla="*/ 20683 w 38100"/>
                  <a:gd name="connsiteY3" fmla="*/ 7348 h 38100"/>
                  <a:gd name="connsiteX4" fmla="*/ 34018 w 38100"/>
                  <a:gd name="connsiteY4" fmla="*/ 20683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4018" y="20683"/>
                    </a:moveTo>
                    <a:cubicBezTo>
                      <a:pt x="34018" y="28048"/>
                      <a:pt x="28048" y="34018"/>
                      <a:pt x="20683" y="34018"/>
                    </a:cubicBezTo>
                    <a:cubicBezTo>
                      <a:pt x="13319" y="34018"/>
                      <a:pt x="7348" y="28048"/>
                      <a:pt x="7348" y="20683"/>
                    </a:cubicBezTo>
                    <a:cubicBezTo>
                      <a:pt x="7348" y="13318"/>
                      <a:pt x="13319" y="7348"/>
                      <a:pt x="20683" y="7348"/>
                    </a:cubicBezTo>
                    <a:cubicBezTo>
                      <a:pt x="28048" y="7348"/>
                      <a:pt x="34018" y="13318"/>
                      <a:pt x="34018" y="2068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3" name="Freeform: Shape 152">
                <a:extLst>
                  <a:ext uri="{FF2B5EF4-FFF2-40B4-BE49-F238E27FC236}">
                    <a16:creationId xmlns:a16="http://schemas.microsoft.com/office/drawing/2014/main" id="{E6CC598E-EC81-457D-9E79-393DE65067FF}"/>
                  </a:ext>
                </a:extLst>
              </p:cNvPr>
              <p:cNvSpPr/>
              <p:nvPr/>
            </p:nvSpPr>
            <p:spPr>
              <a:xfrm>
                <a:off x="1402886" y="7571707"/>
                <a:ext cx="193519" cy="77407"/>
              </a:xfrm>
              <a:custGeom>
                <a:avLst/>
                <a:gdLst>
                  <a:gd name="connsiteX0" fmla="*/ 7348 w 142875"/>
                  <a:gd name="connsiteY0" fmla="*/ 7348 h 57150"/>
                  <a:gd name="connsiteX1" fmla="*/ 144508 w 142875"/>
                  <a:gd name="connsiteY1" fmla="*/ 56878 h 57150"/>
                </a:gdLst>
                <a:ahLst/>
                <a:cxnLst>
                  <a:cxn ang="0">
                    <a:pos x="connsiteX0" y="connsiteY0"/>
                  </a:cxn>
                  <a:cxn ang="0">
                    <a:pos x="connsiteX1" y="connsiteY1"/>
                  </a:cxn>
                </a:cxnLst>
                <a:rect l="l" t="t" r="r" b="b"/>
                <a:pathLst>
                  <a:path w="142875" h="57150">
                    <a:moveTo>
                      <a:pt x="7348" y="7348"/>
                    </a:moveTo>
                    <a:lnTo>
                      <a:pt x="144508" y="5687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4" name="Freeform: Shape 153">
                <a:extLst>
                  <a:ext uri="{FF2B5EF4-FFF2-40B4-BE49-F238E27FC236}">
                    <a16:creationId xmlns:a16="http://schemas.microsoft.com/office/drawing/2014/main" id="{366FC206-3649-4105-BD6F-ADD6A8E9D6FD}"/>
                  </a:ext>
                </a:extLst>
              </p:cNvPr>
              <p:cNvSpPr/>
              <p:nvPr/>
            </p:nvSpPr>
            <p:spPr>
              <a:xfrm>
                <a:off x="1628658" y="7571707"/>
                <a:ext cx="206421" cy="77407"/>
              </a:xfrm>
              <a:custGeom>
                <a:avLst/>
                <a:gdLst>
                  <a:gd name="connsiteX0" fmla="*/ 7348 w 152400"/>
                  <a:gd name="connsiteY0" fmla="*/ 56878 h 57150"/>
                  <a:gd name="connsiteX1" fmla="*/ 148318 w 152400"/>
                  <a:gd name="connsiteY1" fmla="*/ 7348 h 57150"/>
                </a:gdLst>
                <a:ahLst/>
                <a:cxnLst>
                  <a:cxn ang="0">
                    <a:pos x="connsiteX0" y="connsiteY0"/>
                  </a:cxn>
                  <a:cxn ang="0">
                    <a:pos x="connsiteX1" y="connsiteY1"/>
                  </a:cxn>
                </a:cxnLst>
                <a:rect l="l" t="t" r="r" b="b"/>
                <a:pathLst>
                  <a:path w="152400" h="57150">
                    <a:moveTo>
                      <a:pt x="7348" y="56878"/>
                    </a:moveTo>
                    <a:lnTo>
                      <a:pt x="148318" y="734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grpSp>
      </p:grpSp>
      <p:cxnSp>
        <p:nvCxnSpPr>
          <p:cNvPr id="167" name="Straight Connector 166">
            <a:extLst>
              <a:ext uri="{FF2B5EF4-FFF2-40B4-BE49-F238E27FC236}">
                <a16:creationId xmlns:a16="http://schemas.microsoft.com/office/drawing/2014/main" id="{7B195598-F76A-4EA1-BF44-B801A69B2AEB}"/>
              </a:ext>
              <a:ext uri="{C183D7F6-B498-43B3-948B-1728B52AA6E4}">
                <adec:decorative xmlns:adec="http://schemas.microsoft.com/office/drawing/2017/decorative" val="1"/>
              </a:ext>
            </a:extLst>
          </p:cNvPr>
          <p:cNvCxnSpPr>
            <a:cxnSpLocks/>
          </p:cNvCxnSpPr>
          <p:nvPr/>
        </p:nvCxnSpPr>
        <p:spPr>
          <a:xfrm>
            <a:off x="5771254" y="3296095"/>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78" name="Group 177">
            <a:extLst>
              <a:ext uri="{FF2B5EF4-FFF2-40B4-BE49-F238E27FC236}">
                <a16:creationId xmlns:a16="http://schemas.microsoft.com/office/drawing/2014/main" id="{CFA8B499-6B1B-4EFC-93B7-524975374A05}"/>
              </a:ext>
              <a:ext uri="{C183D7F6-B498-43B3-948B-1728B52AA6E4}">
                <adec:decorative xmlns:adec="http://schemas.microsoft.com/office/drawing/2017/decorative" val="1"/>
              </a:ext>
            </a:extLst>
          </p:cNvPr>
          <p:cNvGrpSpPr/>
          <p:nvPr/>
        </p:nvGrpSpPr>
        <p:grpSpPr>
          <a:xfrm>
            <a:off x="722184" y="3802549"/>
            <a:ext cx="522238" cy="522238"/>
            <a:chOff x="724354" y="2781602"/>
            <a:chExt cx="438218" cy="438964"/>
          </a:xfrm>
        </p:grpSpPr>
        <p:sp>
          <p:nvSpPr>
            <p:cNvPr id="179" name="Oval 178">
              <a:extLst>
                <a:ext uri="{FF2B5EF4-FFF2-40B4-BE49-F238E27FC236}">
                  <a16:creationId xmlns:a16="http://schemas.microsoft.com/office/drawing/2014/main" id="{411DDA84-71CD-44BA-9140-44D1A91A6550}"/>
                </a:ext>
                <a:ext uri="{C183D7F6-B498-43B3-948B-1728B52AA6E4}">
                  <adec:decorative xmlns:adec="http://schemas.microsoft.com/office/drawing/2017/decorative" val="1"/>
                </a:ext>
              </a:extLst>
            </p:cNvPr>
            <p:cNvSpPr>
              <a:spLocks/>
            </p:cNvSpPr>
            <p:nvPr/>
          </p:nvSpPr>
          <p:spPr bwMode="auto">
            <a:xfrm>
              <a:off x="724354" y="2781602"/>
              <a:ext cx="438218" cy="438964"/>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normalizeH="0" baseline="0" noProof="0">
                <a:ln>
                  <a:noFill/>
                </a:ln>
                <a:solidFill>
                  <a:srgbClr val="FFFFFF"/>
                </a:solidFill>
                <a:effectLst/>
                <a:uLnTx/>
                <a:uFillTx/>
                <a:latin typeface="Segoe UI"/>
                <a:ea typeface="Segoe UI" pitchFamily="34" charset="0"/>
                <a:cs typeface="Segoe UI" pitchFamily="34" charset="0"/>
              </a:endParaRPr>
            </a:p>
          </p:txBody>
        </p:sp>
        <p:sp>
          <p:nvSpPr>
            <p:cNvPr id="180" name="Trackers_EADF">
              <a:extLst>
                <a:ext uri="{FF2B5EF4-FFF2-40B4-BE49-F238E27FC236}">
                  <a16:creationId xmlns:a16="http://schemas.microsoft.com/office/drawing/2014/main" id="{B21AA2D5-3452-4E03-BA76-5FD47784B1FC}"/>
                </a:ext>
                <a:ext uri="{C183D7F6-B498-43B3-948B-1728B52AA6E4}">
                  <adec:decorative xmlns:adec="http://schemas.microsoft.com/office/drawing/2017/decorative" val="1"/>
                </a:ext>
              </a:extLst>
            </p:cNvPr>
            <p:cNvSpPr>
              <a:spLocks noChangeAspect="1" noEditPoints="1"/>
            </p:cNvSpPr>
            <p:nvPr/>
          </p:nvSpPr>
          <p:spPr bwMode="auto">
            <a:xfrm>
              <a:off x="854529" y="2879611"/>
              <a:ext cx="177869" cy="242946"/>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2375 w 2750"/>
                <a:gd name="T33" fmla="*/ 1750 h 3750"/>
                <a:gd name="T34" fmla="*/ 1375 w 2750"/>
                <a:gd name="T35" fmla="*/ 1750 h 3750"/>
                <a:gd name="T36" fmla="*/ 2375 w 2750"/>
                <a:gd name="T37" fmla="*/ 2500 h 3750"/>
                <a:gd name="T38" fmla="*/ 1375 w 2750"/>
                <a:gd name="T39" fmla="*/ 2500 h 3750"/>
                <a:gd name="T40" fmla="*/ 2375 w 2750"/>
                <a:gd name="T41" fmla="*/ 3250 h 3750"/>
                <a:gd name="T42" fmla="*/ 1375 w 2750"/>
                <a:gd name="T43" fmla="*/ 3250 h 3750"/>
                <a:gd name="T44" fmla="*/ 500 w 2750"/>
                <a:gd name="T45" fmla="*/ 1500 h 3750"/>
                <a:gd name="T46" fmla="*/ 750 w 2750"/>
                <a:gd name="T47" fmla="*/ 1750 h 3750"/>
                <a:gd name="T48" fmla="*/ 1125 w 2750"/>
                <a:gd name="T49" fmla="*/ 1375 h 3750"/>
                <a:gd name="T50" fmla="*/ 500 w 2750"/>
                <a:gd name="T51" fmla="*/ 2250 h 3750"/>
                <a:gd name="T52" fmla="*/ 750 w 2750"/>
                <a:gd name="T53" fmla="*/ 2500 h 3750"/>
                <a:gd name="T54" fmla="*/ 1125 w 2750"/>
                <a:gd name="T55" fmla="*/ 2125 h 3750"/>
                <a:gd name="T56" fmla="*/ 500 w 2750"/>
                <a:gd name="T57" fmla="*/ 3000 h 3750"/>
                <a:gd name="T58" fmla="*/ 750 w 2750"/>
                <a:gd name="T59" fmla="*/ 3250 h 3750"/>
                <a:gd name="T60" fmla="*/ 112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2375" y="1750"/>
                  </a:moveTo>
                  <a:cubicBezTo>
                    <a:pt x="1375" y="1750"/>
                    <a:pt x="1375" y="1750"/>
                    <a:pt x="1375" y="1750"/>
                  </a:cubicBezTo>
                  <a:moveTo>
                    <a:pt x="2375" y="2500"/>
                  </a:moveTo>
                  <a:cubicBezTo>
                    <a:pt x="1375" y="2500"/>
                    <a:pt x="1375" y="2500"/>
                    <a:pt x="1375" y="2500"/>
                  </a:cubicBezTo>
                  <a:moveTo>
                    <a:pt x="2375" y="3250"/>
                  </a:moveTo>
                  <a:cubicBezTo>
                    <a:pt x="1375" y="3250"/>
                    <a:pt x="1375" y="3250"/>
                    <a:pt x="1375" y="3250"/>
                  </a:cubicBezTo>
                  <a:moveTo>
                    <a:pt x="500" y="1500"/>
                  </a:moveTo>
                  <a:cubicBezTo>
                    <a:pt x="750" y="1750"/>
                    <a:pt x="750" y="1750"/>
                    <a:pt x="750" y="1750"/>
                  </a:cubicBezTo>
                  <a:cubicBezTo>
                    <a:pt x="1125" y="1375"/>
                    <a:pt x="1125" y="1375"/>
                    <a:pt x="1125" y="1375"/>
                  </a:cubicBezTo>
                  <a:moveTo>
                    <a:pt x="500" y="2250"/>
                  </a:moveTo>
                  <a:cubicBezTo>
                    <a:pt x="750" y="2500"/>
                    <a:pt x="750" y="2500"/>
                    <a:pt x="750" y="2500"/>
                  </a:cubicBezTo>
                  <a:cubicBezTo>
                    <a:pt x="1125" y="2125"/>
                    <a:pt x="1125" y="2125"/>
                    <a:pt x="1125" y="2125"/>
                  </a:cubicBezTo>
                  <a:moveTo>
                    <a:pt x="500" y="3000"/>
                  </a:moveTo>
                  <a:cubicBezTo>
                    <a:pt x="750" y="3250"/>
                    <a:pt x="750" y="3250"/>
                    <a:pt x="750" y="3250"/>
                  </a:cubicBezTo>
                  <a:cubicBezTo>
                    <a:pt x="1125" y="2875"/>
                    <a:pt x="1125" y="2875"/>
                    <a:pt x="1125" y="287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normalizeH="0" baseline="0" noProof="0">
                <a:ln>
                  <a:noFill/>
                </a:ln>
                <a:solidFill>
                  <a:prstClr val="black"/>
                </a:solidFill>
                <a:effectLst/>
                <a:uLnTx/>
                <a:uFillTx/>
                <a:latin typeface="Calibri" panose="020F0502020204030204"/>
                <a:ea typeface="+mn-ea"/>
                <a:cs typeface="+mn-cs"/>
              </a:endParaRPr>
            </a:p>
          </p:txBody>
        </p:sp>
      </p:grpSp>
      <p:cxnSp>
        <p:nvCxnSpPr>
          <p:cNvPr id="192" name="Straight Connector 191">
            <a:extLst>
              <a:ext uri="{FF2B5EF4-FFF2-40B4-BE49-F238E27FC236}">
                <a16:creationId xmlns:a16="http://schemas.microsoft.com/office/drawing/2014/main" id="{E0224169-9119-47EF-96EE-DDA203D7C417}"/>
              </a:ext>
              <a:ext uri="{C183D7F6-B498-43B3-948B-1728B52AA6E4}">
                <adec:decorative xmlns:adec="http://schemas.microsoft.com/office/drawing/2017/decorative" val="1"/>
              </a:ext>
            </a:extLst>
          </p:cNvPr>
          <p:cNvCxnSpPr>
            <a:cxnSpLocks/>
          </p:cNvCxnSpPr>
          <p:nvPr/>
        </p:nvCxnSpPr>
        <p:spPr>
          <a:xfrm>
            <a:off x="5771254" y="4787423"/>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99" name="Group 198">
            <a:extLst>
              <a:ext uri="{FF2B5EF4-FFF2-40B4-BE49-F238E27FC236}">
                <a16:creationId xmlns:a16="http://schemas.microsoft.com/office/drawing/2014/main" id="{026E5944-69DF-4321-BDB3-841BA2C11C04}"/>
              </a:ext>
              <a:ext uri="{C183D7F6-B498-43B3-948B-1728B52AA6E4}">
                <adec:decorative xmlns:adec="http://schemas.microsoft.com/office/drawing/2017/decorative" val="1"/>
              </a:ext>
            </a:extLst>
          </p:cNvPr>
          <p:cNvGrpSpPr>
            <a:grpSpLocks/>
          </p:cNvGrpSpPr>
          <p:nvPr/>
        </p:nvGrpSpPr>
        <p:grpSpPr>
          <a:xfrm>
            <a:off x="722184" y="5297927"/>
            <a:ext cx="522238" cy="522238"/>
            <a:chOff x="7039782" y="1468393"/>
            <a:chExt cx="751672" cy="751672"/>
          </a:xfrm>
        </p:grpSpPr>
        <p:sp>
          <p:nvSpPr>
            <p:cNvPr id="200" name="Oval 199">
              <a:extLst>
                <a:ext uri="{FF2B5EF4-FFF2-40B4-BE49-F238E27FC236}">
                  <a16:creationId xmlns:a16="http://schemas.microsoft.com/office/drawing/2014/main" id="{9FCF0032-1DAB-434C-8E68-E23616E5312F}"/>
                </a:ext>
                <a:ext uri="{C183D7F6-B498-43B3-948B-1728B52AA6E4}">
                  <adec:decorative xmlns:adec="http://schemas.microsoft.com/office/drawing/2017/decorative" val="1"/>
                </a:ext>
              </a:extLst>
            </p:cNvPr>
            <p:cNvSpPr>
              <a:spLocks/>
            </p:cNvSpPr>
            <p:nvPr/>
          </p:nvSpPr>
          <p:spPr bwMode="auto">
            <a:xfrm>
              <a:off x="7039782"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01" name="list_4">
              <a:extLst>
                <a:ext uri="{FF2B5EF4-FFF2-40B4-BE49-F238E27FC236}">
                  <a16:creationId xmlns:a16="http://schemas.microsoft.com/office/drawing/2014/main" id="{5949B67D-CC59-478A-AB79-3C00B775DB3E}"/>
                </a:ext>
                <a:ext uri="{C183D7F6-B498-43B3-948B-1728B52AA6E4}">
                  <adec:decorative xmlns:adec="http://schemas.microsoft.com/office/drawing/2017/decorative" val="1"/>
                </a:ext>
              </a:extLst>
            </p:cNvPr>
            <p:cNvSpPr>
              <a:spLocks noChangeAspect="1" noEditPoints="1"/>
            </p:cNvSpPr>
            <p:nvPr/>
          </p:nvSpPr>
          <p:spPr bwMode="auto">
            <a:xfrm>
              <a:off x="7196380" y="1708702"/>
              <a:ext cx="438475" cy="271054"/>
            </a:xfrm>
            <a:custGeom>
              <a:avLst/>
              <a:gdLst>
                <a:gd name="T0" fmla="*/ 90 w 253"/>
                <a:gd name="T1" fmla="*/ 24 h 171"/>
                <a:gd name="T2" fmla="*/ 253 w 253"/>
                <a:gd name="T3" fmla="*/ 24 h 171"/>
                <a:gd name="T4" fmla="*/ 90 w 253"/>
                <a:gd name="T5" fmla="*/ 73 h 171"/>
                <a:gd name="T6" fmla="*/ 253 w 253"/>
                <a:gd name="T7" fmla="*/ 73 h 171"/>
                <a:gd name="T8" fmla="*/ 90 w 253"/>
                <a:gd name="T9" fmla="*/ 121 h 171"/>
                <a:gd name="T10" fmla="*/ 253 w 253"/>
                <a:gd name="T11" fmla="*/ 121 h 171"/>
                <a:gd name="T12" fmla="*/ 90 w 253"/>
                <a:gd name="T13" fmla="*/ 171 h 171"/>
                <a:gd name="T14" fmla="*/ 253 w 253"/>
                <a:gd name="T15" fmla="*/ 171 h 171"/>
                <a:gd name="T16" fmla="*/ 0 w 253"/>
                <a:gd name="T17" fmla="*/ 23 h 171"/>
                <a:gd name="T18" fmla="*/ 17 w 253"/>
                <a:gd name="T19" fmla="*/ 40 h 171"/>
                <a:gd name="T20" fmla="*/ 58 w 253"/>
                <a:gd name="T21" fmla="*/ 0 h 171"/>
                <a:gd name="T22" fmla="*/ 0 w 253"/>
                <a:gd name="T23" fmla="*/ 121 h 171"/>
                <a:gd name="T24" fmla="*/ 17 w 253"/>
                <a:gd name="T25" fmla="*/ 138 h 171"/>
                <a:gd name="T26" fmla="*/ 58 w 253"/>
                <a:gd name="T27" fmla="*/ 9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3" h="171">
                  <a:moveTo>
                    <a:pt x="90" y="24"/>
                  </a:moveTo>
                  <a:lnTo>
                    <a:pt x="253" y="24"/>
                  </a:lnTo>
                  <a:moveTo>
                    <a:pt x="90" y="73"/>
                  </a:moveTo>
                  <a:lnTo>
                    <a:pt x="253" y="73"/>
                  </a:lnTo>
                  <a:moveTo>
                    <a:pt x="90" y="121"/>
                  </a:moveTo>
                  <a:lnTo>
                    <a:pt x="253" y="121"/>
                  </a:lnTo>
                  <a:moveTo>
                    <a:pt x="90" y="171"/>
                  </a:moveTo>
                  <a:lnTo>
                    <a:pt x="253" y="171"/>
                  </a:lnTo>
                  <a:moveTo>
                    <a:pt x="0" y="23"/>
                  </a:moveTo>
                  <a:lnTo>
                    <a:pt x="17" y="40"/>
                  </a:lnTo>
                  <a:lnTo>
                    <a:pt x="58" y="0"/>
                  </a:lnTo>
                  <a:moveTo>
                    <a:pt x="0" y="121"/>
                  </a:moveTo>
                  <a:lnTo>
                    <a:pt x="17" y="138"/>
                  </a:lnTo>
                  <a:lnTo>
                    <a:pt x="58" y="98"/>
                  </a:lnTo>
                </a:path>
              </a:pathLst>
            </a:custGeom>
            <a:noFill/>
            <a:ln w="12700" cap="flat">
              <a:solidFill>
                <a:schemeClr val="tx2"/>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13" name="Footer Placeholder 4">
            <a:extLst>
              <a:ext uri="{FF2B5EF4-FFF2-40B4-BE49-F238E27FC236}">
                <a16:creationId xmlns:a16="http://schemas.microsoft.com/office/drawing/2014/main" id="{10E54606-57C2-4DE8-9859-0E9A1418A590}"/>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pic>
        <p:nvPicPr>
          <p:cNvPr id="214" name="Picture 213" descr="Two young employees sitting in a coffee table working on a laptop">
            <a:extLst>
              <a:ext uri="{FF2B5EF4-FFF2-40B4-BE49-F238E27FC236}">
                <a16:creationId xmlns:a16="http://schemas.microsoft.com/office/drawing/2014/main" id="{862DE29E-5032-41FF-9267-7440425DBBCA}"/>
              </a:ext>
            </a:extLst>
          </p:cNvPr>
          <p:cNvPicPr>
            <a:picLocks noChangeAspect="1"/>
          </p:cNvPicPr>
          <p:nvPr/>
        </p:nvPicPr>
        <p:blipFill rotWithShape="1">
          <a:blip r:embed="rId4">
            <a:extLst>
              <a:ext uri="{28A0092B-C50C-407E-A947-70E740481C1C}">
                <a14:useLocalDpi xmlns:a14="http://schemas.microsoft.com/office/drawing/2010/main" val="0"/>
              </a:ext>
            </a:extLst>
          </a:blip>
          <a:srcRect l="10446" t="3964" r="38914" b="906"/>
          <a:stretch/>
        </p:blipFill>
        <p:spPr>
          <a:xfrm>
            <a:off x="6715115" y="0"/>
            <a:ext cx="5476886" cy="6858000"/>
          </a:xfrm>
          <a:custGeom>
            <a:avLst/>
            <a:gdLst>
              <a:gd name="connsiteX0" fmla="*/ 0 w 2743198"/>
              <a:gd name="connsiteY0" fmla="*/ 0 h 4663440"/>
              <a:gd name="connsiteX1" fmla="*/ 2743198 w 2743198"/>
              <a:gd name="connsiteY1" fmla="*/ 0 h 4663440"/>
              <a:gd name="connsiteX2" fmla="*/ 2743198 w 2743198"/>
              <a:gd name="connsiteY2" fmla="*/ 4663440 h 4663440"/>
              <a:gd name="connsiteX3" fmla="*/ 0 w 2743198"/>
              <a:gd name="connsiteY3" fmla="*/ 4663440 h 4663440"/>
            </a:gdLst>
            <a:ahLst/>
            <a:cxnLst>
              <a:cxn ang="0">
                <a:pos x="connsiteX0" y="connsiteY0"/>
              </a:cxn>
              <a:cxn ang="0">
                <a:pos x="connsiteX1" y="connsiteY1"/>
              </a:cxn>
              <a:cxn ang="0">
                <a:pos x="connsiteX2" y="connsiteY2"/>
              </a:cxn>
              <a:cxn ang="0">
                <a:pos x="connsiteX3" y="connsiteY3"/>
              </a:cxn>
            </a:cxnLst>
            <a:rect l="l" t="t" r="r" b="b"/>
            <a:pathLst>
              <a:path w="2743198" h="4663440">
                <a:moveTo>
                  <a:pt x="0" y="0"/>
                </a:moveTo>
                <a:lnTo>
                  <a:pt x="2743198" y="0"/>
                </a:lnTo>
                <a:lnTo>
                  <a:pt x="2743198" y="4663440"/>
                </a:lnTo>
                <a:lnTo>
                  <a:pt x="0" y="4663440"/>
                </a:lnTo>
                <a:close/>
              </a:path>
            </a:pathLst>
          </a:custGeom>
        </p:spPr>
      </p:pic>
      <p:sp>
        <p:nvSpPr>
          <p:cNvPr id="216" name="Slide Number Placeholder 5">
            <a:extLst>
              <a:ext uri="{FF2B5EF4-FFF2-40B4-BE49-F238E27FC236}">
                <a16:creationId xmlns:a16="http://schemas.microsoft.com/office/drawing/2014/main" id="{063ECB81-19EB-41B2-B6F9-134822DB431D}"/>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chemeClr val="bg1"/>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chemeClr val="bg1"/>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3291269963"/>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name="HIDDEN - Slide6">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7132E6D-A6EE-402B-895A-D0B053AB702A}"/>
              </a:ext>
            </a:extLst>
          </p:cNvPr>
          <p:cNvSpPr>
            <a:spLocks noGrp="1"/>
          </p:cNvSpPr>
          <p:nvPr>
            <p:ph type="title"/>
            <p:custDataLst>
              <p:custData r:id="rId2"/>
            </p:custDataLst>
          </p:nvPr>
        </p:nvSpPr>
        <p:spPr>
          <a:xfrm>
            <a:off x="584199" y="4334637"/>
            <a:ext cx="10189817" cy="1015663"/>
          </a:xfrm>
        </p:spPr>
        <p:txBody>
          <a:bodyPr/>
          <a:lstStyle/>
          <a:p>
            <a:r>
              <a:rPr lang="en-US" dirty="0"/>
              <a:t>Components and Features</a:t>
            </a:r>
          </a:p>
        </p:txBody>
      </p:sp>
      <p:sp>
        <p:nvSpPr>
          <p:cNvPr id="2" name="Text Placeholder 1">
            <a:extLst>
              <a:ext uri="{FF2B5EF4-FFF2-40B4-BE49-F238E27FC236}">
                <a16:creationId xmlns:a16="http://schemas.microsoft.com/office/drawing/2014/main" id="{482FEA19-2650-4EE7-9268-C5AD0D758CBB}"/>
              </a:ext>
            </a:extLst>
          </p:cNvPr>
          <p:cNvSpPr>
            <a:spLocks noGrp="1"/>
          </p:cNvSpPr>
          <p:nvPr>
            <p:ph type="body" sz="quarter" idx="12"/>
          </p:nvPr>
        </p:nvSpPr>
        <p:spPr/>
        <p:txBody>
          <a:bodyPr/>
          <a:lstStyle/>
          <a:p>
            <a:endParaRPr lang="en-US"/>
          </a:p>
        </p:txBody>
      </p:sp>
      <p:sp>
        <p:nvSpPr>
          <p:cNvPr id="11" name="Footer Placeholder 2">
            <a:extLst>
              <a:ext uri="{FF2B5EF4-FFF2-40B4-BE49-F238E27FC236}">
                <a16:creationId xmlns:a16="http://schemas.microsoft.com/office/drawing/2014/main" id="{B6557B7F-8930-45B3-8C92-8E2F48E4CF5E}"/>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53D1B8DB-CDB5-4538-B1E2-EE9AC4FA8B61}"/>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1635881331"/>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B9308-E839-2134-D54F-14B82E3CA7C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56230AB-DA97-5C27-654C-796CDE520D9E}"/>
              </a:ext>
            </a:extLst>
          </p:cNvPr>
          <p:cNvSpPr>
            <a:spLocks noGrp="1"/>
          </p:cNvSpPr>
          <p:nvPr>
            <p:ph type="title"/>
          </p:nvPr>
        </p:nvSpPr>
        <p:spPr/>
        <p:txBody>
          <a:bodyPr/>
          <a:lstStyle/>
          <a:p>
            <a:r>
              <a:rPr lang="en-US" dirty="0"/>
              <a:t>What is AKS?</a:t>
            </a:r>
          </a:p>
        </p:txBody>
      </p:sp>
      <p:sp>
        <p:nvSpPr>
          <p:cNvPr id="58" name="Footer Placeholder 13">
            <a:extLst>
              <a:ext uri="{FF2B5EF4-FFF2-40B4-BE49-F238E27FC236}">
                <a16:creationId xmlns:a16="http://schemas.microsoft.com/office/drawing/2014/main" id="{8533AAC8-F242-A958-31F8-F0A6E0C261C0}"/>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5" name="Slide Number Placeholder 4">
            <a:extLst>
              <a:ext uri="{FF2B5EF4-FFF2-40B4-BE49-F238E27FC236}">
                <a16:creationId xmlns:a16="http://schemas.microsoft.com/office/drawing/2014/main" id="{094D97F7-7323-F1A2-3996-37A36885C8DC}"/>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5</a:t>
            </a:fld>
            <a:endParaRPr lang="en-US" noProof="0"/>
          </a:p>
        </p:txBody>
      </p:sp>
      <p:sp>
        <p:nvSpPr>
          <p:cNvPr id="2" name="TextBox 1">
            <a:extLst>
              <a:ext uri="{FF2B5EF4-FFF2-40B4-BE49-F238E27FC236}">
                <a16:creationId xmlns:a16="http://schemas.microsoft.com/office/drawing/2014/main" id="{263F6D03-7FE2-7ED8-30C1-F68396EAB223}"/>
              </a:ext>
            </a:extLst>
          </p:cNvPr>
          <p:cNvSpPr txBox="1"/>
          <p:nvPr/>
        </p:nvSpPr>
        <p:spPr>
          <a:xfrm>
            <a:off x="575481" y="2109216"/>
            <a:ext cx="7958919" cy="3077766"/>
          </a:xfrm>
          <a:prstGeom prst="rect">
            <a:avLst/>
          </a:prstGeom>
          <a:noFill/>
        </p:spPr>
        <p:txBody>
          <a:bodyPr wrap="square" lIns="0" tIns="0" rIns="0" bIns="0" rtlCol="0">
            <a:spAutoFit/>
          </a:bodyPr>
          <a:lstStyle/>
          <a:p>
            <a:pPr marL="342900" indent="-342900" algn="l">
              <a:buFont typeface="Arial" panose="020B0604020202020204" pitchFamily="34" charset="0"/>
              <a:buChar char="•"/>
            </a:pPr>
            <a:r>
              <a:rPr lang="en-US" sz="2000" dirty="0"/>
              <a:t>Managed Kubernetes Service on Azure used to deploy and manage containerized workloads</a:t>
            </a:r>
          </a:p>
          <a:p>
            <a:pPr marL="342900" indent="-342900" algn="l">
              <a:buFont typeface="Arial" panose="020B0604020202020204" pitchFamily="34" charset="0"/>
              <a:buChar char="•"/>
            </a:pPr>
            <a:r>
              <a:rPr lang="en-US" sz="2000" dirty="0"/>
              <a:t>Reduces operational overhead of managing Kubernetes by offloading much of that to Azure</a:t>
            </a:r>
          </a:p>
          <a:p>
            <a:pPr marL="342900" indent="-342900" algn="l">
              <a:buFont typeface="Arial" panose="020B0604020202020204" pitchFamily="34" charset="0"/>
              <a:buChar char="•"/>
            </a:pPr>
            <a:r>
              <a:rPr lang="en-US" sz="2000" dirty="0"/>
              <a:t>High level features</a:t>
            </a:r>
          </a:p>
          <a:p>
            <a:pPr marL="800100" lvl="1" indent="-342900">
              <a:buFont typeface="Arial" panose="020B0604020202020204" pitchFamily="34" charset="0"/>
              <a:buChar char="•"/>
            </a:pPr>
            <a:r>
              <a:rPr lang="en-US" sz="2000" dirty="0"/>
              <a:t>High availability</a:t>
            </a:r>
          </a:p>
          <a:p>
            <a:pPr marL="800100" lvl="1" indent="-342900">
              <a:buFont typeface="Arial" panose="020B0604020202020204" pitchFamily="34" charset="0"/>
              <a:buChar char="•"/>
            </a:pPr>
            <a:r>
              <a:rPr lang="en-US" sz="2000" dirty="0"/>
              <a:t>Scalability</a:t>
            </a:r>
          </a:p>
          <a:p>
            <a:pPr marL="800100" lvl="1" indent="-342900">
              <a:buFont typeface="Arial" panose="020B0604020202020204" pitchFamily="34" charset="0"/>
              <a:buChar char="•"/>
            </a:pPr>
            <a:r>
              <a:rPr lang="en-US" sz="2000" dirty="0"/>
              <a:t>Portability</a:t>
            </a:r>
          </a:p>
          <a:p>
            <a:pPr marL="800100" lvl="1" indent="-342900">
              <a:buFont typeface="Arial" panose="020B0604020202020204" pitchFamily="34" charset="0"/>
              <a:buChar char="•"/>
            </a:pPr>
            <a:r>
              <a:rPr lang="en-US" sz="2000"/>
              <a:t>OSS Integration</a:t>
            </a:r>
          </a:p>
          <a:p>
            <a:pPr marL="800100" lvl="1" indent="-342900">
              <a:buFont typeface="Arial" panose="020B0604020202020204" pitchFamily="34" charset="0"/>
              <a:buChar char="•"/>
            </a:pPr>
            <a:endParaRPr lang="en-US" sz="2000" dirty="0"/>
          </a:p>
        </p:txBody>
      </p:sp>
    </p:spTree>
    <p:extLst>
      <p:ext uri="{BB962C8B-B14F-4D97-AF65-F5344CB8AC3E}">
        <p14:creationId xmlns:p14="http://schemas.microsoft.com/office/powerpoint/2010/main" val="327857849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76F02-F731-5B36-2287-D83977B4E71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36C05FC-DB82-E3BF-F651-EA51722A8284}"/>
              </a:ext>
            </a:extLst>
          </p:cNvPr>
          <p:cNvSpPr>
            <a:spLocks noGrp="1"/>
          </p:cNvSpPr>
          <p:nvPr>
            <p:ph type="title"/>
          </p:nvPr>
        </p:nvSpPr>
        <p:spPr/>
        <p:txBody>
          <a:bodyPr/>
          <a:lstStyle/>
          <a:p>
            <a:r>
              <a:rPr lang="en-US" dirty="0"/>
              <a:t>When to use it</a:t>
            </a:r>
          </a:p>
        </p:txBody>
      </p:sp>
      <p:sp>
        <p:nvSpPr>
          <p:cNvPr id="58" name="Footer Placeholder 13">
            <a:extLst>
              <a:ext uri="{FF2B5EF4-FFF2-40B4-BE49-F238E27FC236}">
                <a16:creationId xmlns:a16="http://schemas.microsoft.com/office/drawing/2014/main" id="{66F1BE47-0B70-E4E4-F25D-21E749A701E2}"/>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5" name="Slide Number Placeholder 4">
            <a:extLst>
              <a:ext uri="{FF2B5EF4-FFF2-40B4-BE49-F238E27FC236}">
                <a16:creationId xmlns:a16="http://schemas.microsoft.com/office/drawing/2014/main" id="{249171BB-57FC-B18A-BAFF-1453AC982C6F}"/>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6</a:t>
            </a:fld>
            <a:endParaRPr lang="en-US" noProof="0"/>
          </a:p>
        </p:txBody>
      </p:sp>
      <p:pic>
        <p:nvPicPr>
          <p:cNvPr id="2050" name="Picture 2">
            <a:extLst>
              <a:ext uri="{FF2B5EF4-FFF2-40B4-BE49-F238E27FC236}">
                <a16:creationId xmlns:a16="http://schemas.microsoft.com/office/drawing/2014/main" id="{D9B819A2-08D4-8634-F598-65E1A42353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2081" y="2730844"/>
            <a:ext cx="2844940" cy="250155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5D15E54-034B-4806-14A9-6FC6788710B0}"/>
              </a:ext>
            </a:extLst>
          </p:cNvPr>
          <p:cNvSpPr txBox="1"/>
          <p:nvPr/>
        </p:nvSpPr>
        <p:spPr>
          <a:xfrm>
            <a:off x="654756" y="2314222"/>
            <a:ext cx="7032977" cy="2769989"/>
          </a:xfrm>
          <a:prstGeom prst="rect">
            <a:avLst/>
          </a:prstGeom>
          <a:noFill/>
        </p:spPr>
        <p:txBody>
          <a:bodyPr wrap="square" lIns="0" tIns="0" rIns="0" bIns="0" rtlCol="0">
            <a:spAutoFit/>
          </a:bodyPr>
          <a:lstStyle/>
          <a:p>
            <a:pPr marL="342900" indent="-342900" algn="l">
              <a:buFont typeface="Arial" panose="020B0604020202020204" pitchFamily="34" charset="0"/>
              <a:buChar char="•"/>
            </a:pPr>
            <a:r>
              <a:rPr lang="en-US" sz="2000" dirty="0"/>
              <a:t>Lift and Shift to AKS</a:t>
            </a:r>
          </a:p>
          <a:p>
            <a:pPr marL="342900" indent="-342900" algn="l">
              <a:buFont typeface="Arial" panose="020B0604020202020204" pitchFamily="34" charset="0"/>
              <a:buChar char="•"/>
            </a:pPr>
            <a:r>
              <a:rPr lang="en-US" sz="2000" dirty="0"/>
              <a:t>Microservices on AKS</a:t>
            </a:r>
          </a:p>
          <a:p>
            <a:pPr marL="342900" indent="-342900" algn="l">
              <a:buFont typeface="Arial" panose="020B0604020202020204" pitchFamily="34" charset="0"/>
              <a:buChar char="•"/>
            </a:pPr>
            <a:r>
              <a:rPr lang="en-US" sz="2000" dirty="0"/>
              <a:t>Secure DevOps </a:t>
            </a:r>
          </a:p>
          <a:p>
            <a:pPr marL="342900" indent="-342900" algn="l">
              <a:buFont typeface="Arial" panose="020B0604020202020204" pitchFamily="34" charset="0"/>
              <a:buChar char="•"/>
            </a:pPr>
            <a:r>
              <a:rPr lang="en-US" sz="2000" dirty="0"/>
              <a:t>Burstable workloads using ACI</a:t>
            </a:r>
          </a:p>
          <a:p>
            <a:pPr marL="342900" indent="-342900" algn="l">
              <a:buFont typeface="Arial" panose="020B0604020202020204" pitchFamily="34" charset="0"/>
              <a:buChar char="•"/>
            </a:pPr>
            <a:r>
              <a:rPr lang="en-US" sz="2000" dirty="0"/>
              <a:t>Machine Learning on AKS</a:t>
            </a:r>
          </a:p>
          <a:p>
            <a:pPr marL="342900" indent="-342900" algn="l">
              <a:buFont typeface="Arial" panose="020B0604020202020204" pitchFamily="34" charset="0"/>
              <a:buChar char="•"/>
            </a:pPr>
            <a:r>
              <a:rPr lang="en-US" sz="2000" dirty="0"/>
              <a:t>Data streaming with AKS</a:t>
            </a:r>
          </a:p>
          <a:p>
            <a:pPr marL="342900" indent="-342900" algn="l">
              <a:buFont typeface="Arial" panose="020B0604020202020204" pitchFamily="34" charset="0"/>
              <a:buChar char="•"/>
            </a:pPr>
            <a:r>
              <a:rPr lang="en-US" sz="2000" dirty="0"/>
              <a:t>Windows Containers on AKS</a:t>
            </a:r>
          </a:p>
          <a:p>
            <a:pPr marL="342900" indent="-342900" algn="l">
              <a:buFont typeface="Arial" panose="020B0604020202020204" pitchFamily="34" charset="0"/>
              <a:buChar char="•"/>
            </a:pPr>
            <a:r>
              <a:rPr lang="en-US" sz="2000" dirty="0"/>
              <a:t>LLMs on AKS using Kubernetes AI Toolchain Operator (</a:t>
            </a:r>
            <a:r>
              <a:rPr lang="en-US" sz="2000" dirty="0">
                <a:hlinkClick r:id="rId4"/>
              </a:rPr>
              <a:t>Kaito</a:t>
            </a:r>
            <a:r>
              <a:rPr lang="en-US" sz="2000" dirty="0"/>
              <a:t>)</a:t>
            </a:r>
          </a:p>
        </p:txBody>
      </p:sp>
    </p:spTree>
    <p:extLst>
      <p:ext uri="{BB962C8B-B14F-4D97-AF65-F5344CB8AC3E}">
        <p14:creationId xmlns:p14="http://schemas.microsoft.com/office/powerpoint/2010/main" val="96781065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138C5-D4C8-5FE9-52E1-BC0210687B00}"/>
              </a:ext>
            </a:extLst>
          </p:cNvPr>
          <p:cNvSpPr>
            <a:spLocks noGrp="1"/>
          </p:cNvSpPr>
          <p:nvPr>
            <p:ph type="title"/>
          </p:nvPr>
        </p:nvSpPr>
        <p:spPr/>
        <p:txBody>
          <a:bodyPr/>
          <a:lstStyle/>
          <a:p>
            <a:r>
              <a:rPr lang="en-US" dirty="0"/>
              <a:t>Components</a:t>
            </a:r>
          </a:p>
        </p:txBody>
      </p:sp>
      <p:sp>
        <p:nvSpPr>
          <p:cNvPr id="3" name="Footer Placeholder 2">
            <a:extLst>
              <a:ext uri="{FF2B5EF4-FFF2-40B4-BE49-F238E27FC236}">
                <a16:creationId xmlns:a16="http://schemas.microsoft.com/office/drawing/2014/main" id="{CECECDCF-9ED7-262D-D7CC-A7CC2A4A2531}"/>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D41D29F7-3B16-4598-DBB5-84395D673C0E}"/>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pic>
        <p:nvPicPr>
          <p:cNvPr id="5" name="Picture 4" descr="AKS overview graphic">
            <a:extLst>
              <a:ext uri="{FF2B5EF4-FFF2-40B4-BE49-F238E27FC236}">
                <a16:creationId xmlns:a16="http://schemas.microsoft.com/office/drawing/2014/main" id="{8D6312E5-DB36-F6C2-56C5-6893217B1C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9422" y="1641888"/>
            <a:ext cx="7846147" cy="5216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84081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F7B0F-1E13-5B47-DF26-25730EF0241F}"/>
              </a:ext>
            </a:extLst>
          </p:cNvPr>
          <p:cNvSpPr>
            <a:spLocks noGrp="1"/>
          </p:cNvSpPr>
          <p:nvPr>
            <p:ph type="title"/>
          </p:nvPr>
        </p:nvSpPr>
        <p:spPr/>
        <p:txBody>
          <a:bodyPr/>
          <a:lstStyle/>
          <a:p>
            <a:r>
              <a:rPr lang="en-US" dirty="0"/>
              <a:t>Features</a:t>
            </a:r>
          </a:p>
        </p:txBody>
      </p:sp>
      <p:sp>
        <p:nvSpPr>
          <p:cNvPr id="3" name="Footer Placeholder 2">
            <a:extLst>
              <a:ext uri="{FF2B5EF4-FFF2-40B4-BE49-F238E27FC236}">
                <a16:creationId xmlns:a16="http://schemas.microsoft.com/office/drawing/2014/main" id="{AC884A67-4EC6-8B5C-47B5-B22BC323F1CC}"/>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237A494D-2124-ADD1-E402-9B66C539D8B1}"/>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5" name="TextBox 4">
            <a:extLst>
              <a:ext uri="{FF2B5EF4-FFF2-40B4-BE49-F238E27FC236}">
                <a16:creationId xmlns:a16="http://schemas.microsoft.com/office/drawing/2014/main" id="{D786140B-D58B-EB70-9547-06B79C1BB77E}"/>
              </a:ext>
            </a:extLst>
          </p:cNvPr>
          <p:cNvSpPr txBox="1"/>
          <p:nvPr/>
        </p:nvSpPr>
        <p:spPr>
          <a:xfrm>
            <a:off x="438912" y="2243328"/>
            <a:ext cx="5657088" cy="2462213"/>
          </a:xfrm>
          <a:prstGeom prst="rect">
            <a:avLst/>
          </a:prstGeom>
          <a:noFill/>
        </p:spPr>
        <p:txBody>
          <a:bodyPr wrap="square" lIns="0" tIns="0" rIns="0" bIns="0" rtlCol="0">
            <a:spAutoFit/>
          </a:bodyPr>
          <a:lstStyle/>
          <a:p>
            <a:pPr marL="342900" indent="-342900" algn="l">
              <a:buFont typeface="Arial" panose="020B0604020202020204" pitchFamily="34" charset="0"/>
              <a:buChar char="•"/>
            </a:pPr>
            <a:r>
              <a:rPr lang="en-US" sz="3200" dirty="0"/>
              <a:t>Identity and Security Management</a:t>
            </a:r>
          </a:p>
          <a:p>
            <a:pPr marL="342900" indent="-342900" algn="l">
              <a:buFont typeface="Arial" panose="020B0604020202020204" pitchFamily="34" charset="0"/>
              <a:buChar char="•"/>
            </a:pPr>
            <a:r>
              <a:rPr lang="en-US" sz="3200" dirty="0"/>
              <a:t>Logging and Monitoring</a:t>
            </a:r>
          </a:p>
          <a:p>
            <a:pPr marL="342900" indent="-342900" algn="l">
              <a:buFont typeface="Arial" panose="020B0604020202020204" pitchFamily="34" charset="0"/>
              <a:buChar char="•"/>
            </a:pPr>
            <a:r>
              <a:rPr lang="en-US" sz="3200" dirty="0"/>
              <a:t>Streamlined Deployments</a:t>
            </a:r>
          </a:p>
          <a:p>
            <a:pPr marL="342900" indent="-342900" algn="l">
              <a:buFont typeface="Arial" panose="020B0604020202020204" pitchFamily="34" charset="0"/>
              <a:buChar char="•"/>
            </a:pPr>
            <a:r>
              <a:rPr lang="en-US" sz="3200" dirty="0"/>
              <a:t>Clusters and Nodes</a:t>
            </a:r>
          </a:p>
        </p:txBody>
      </p:sp>
      <p:sp>
        <p:nvSpPr>
          <p:cNvPr id="6" name="TextBox 5">
            <a:extLst>
              <a:ext uri="{FF2B5EF4-FFF2-40B4-BE49-F238E27FC236}">
                <a16:creationId xmlns:a16="http://schemas.microsoft.com/office/drawing/2014/main" id="{84010041-338B-64A0-D060-B2F4043EEF2A}"/>
              </a:ext>
            </a:extLst>
          </p:cNvPr>
          <p:cNvSpPr txBox="1"/>
          <p:nvPr/>
        </p:nvSpPr>
        <p:spPr>
          <a:xfrm>
            <a:off x="6096000" y="2243328"/>
            <a:ext cx="5657088" cy="1969770"/>
          </a:xfrm>
          <a:prstGeom prst="rect">
            <a:avLst/>
          </a:prstGeom>
          <a:noFill/>
        </p:spPr>
        <p:txBody>
          <a:bodyPr wrap="square" lIns="0" tIns="0" rIns="0" bIns="0" rtlCol="0">
            <a:spAutoFit/>
          </a:bodyPr>
          <a:lstStyle/>
          <a:p>
            <a:pPr marL="342900" indent="-342900" algn="l">
              <a:buFont typeface="Arial" panose="020B0604020202020204" pitchFamily="34" charset="0"/>
              <a:buChar char="•"/>
            </a:pPr>
            <a:r>
              <a:rPr lang="en-US" sz="3200" dirty="0"/>
              <a:t>Storage and Volume Support</a:t>
            </a:r>
          </a:p>
          <a:p>
            <a:pPr marL="342900" indent="-342900" algn="l">
              <a:buFont typeface="Arial" panose="020B0604020202020204" pitchFamily="34" charset="0"/>
              <a:buChar char="•"/>
            </a:pPr>
            <a:r>
              <a:rPr lang="en-US" sz="3200" dirty="0"/>
              <a:t>Networking</a:t>
            </a:r>
          </a:p>
          <a:p>
            <a:pPr marL="342900" indent="-342900" algn="l">
              <a:buFont typeface="Arial" panose="020B0604020202020204" pitchFamily="34" charset="0"/>
              <a:buChar char="•"/>
            </a:pPr>
            <a:r>
              <a:rPr lang="en-US" sz="3200" dirty="0"/>
              <a:t>Development Tool integration</a:t>
            </a:r>
          </a:p>
        </p:txBody>
      </p:sp>
    </p:spTree>
    <p:extLst>
      <p:ext uri="{BB962C8B-B14F-4D97-AF65-F5344CB8AC3E}">
        <p14:creationId xmlns:p14="http://schemas.microsoft.com/office/powerpoint/2010/main" val="391809292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99D97-B3FB-A4B6-F369-825E3B8EF2A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1610BFB-4EDE-EF9E-72C7-B353912CB879}"/>
              </a:ext>
            </a:extLst>
          </p:cNvPr>
          <p:cNvSpPr>
            <a:spLocks noGrp="1"/>
          </p:cNvSpPr>
          <p:nvPr>
            <p:ph type="title"/>
            <p:custDataLst>
              <p:custData r:id="rId2"/>
            </p:custDataLst>
          </p:nvPr>
        </p:nvSpPr>
        <p:spPr>
          <a:xfrm>
            <a:off x="584199" y="4334637"/>
            <a:ext cx="10189817" cy="1015663"/>
          </a:xfrm>
        </p:spPr>
        <p:txBody>
          <a:bodyPr/>
          <a:lstStyle/>
          <a:p>
            <a:r>
              <a:rPr lang="en-US" dirty="0"/>
              <a:t>Tiers and offerings</a:t>
            </a:r>
          </a:p>
        </p:txBody>
      </p:sp>
      <p:sp>
        <p:nvSpPr>
          <p:cNvPr id="2" name="Text Placeholder 1">
            <a:extLst>
              <a:ext uri="{FF2B5EF4-FFF2-40B4-BE49-F238E27FC236}">
                <a16:creationId xmlns:a16="http://schemas.microsoft.com/office/drawing/2014/main" id="{09123985-5785-D631-FCB0-C612C1F598E6}"/>
              </a:ext>
            </a:extLst>
          </p:cNvPr>
          <p:cNvSpPr>
            <a:spLocks noGrp="1"/>
          </p:cNvSpPr>
          <p:nvPr>
            <p:ph type="body" sz="quarter" idx="12"/>
          </p:nvPr>
        </p:nvSpPr>
        <p:spPr/>
        <p:txBody>
          <a:bodyPr/>
          <a:lstStyle/>
          <a:p>
            <a:endParaRPr lang="en-US"/>
          </a:p>
        </p:txBody>
      </p:sp>
      <p:sp>
        <p:nvSpPr>
          <p:cNvPr id="11" name="Footer Placeholder 2">
            <a:extLst>
              <a:ext uri="{FF2B5EF4-FFF2-40B4-BE49-F238E27FC236}">
                <a16:creationId xmlns:a16="http://schemas.microsoft.com/office/drawing/2014/main" id="{3463BAD2-7B42-60BA-C804-ED0FCC5C12EB}"/>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C851EB99-BDF4-EFC0-AEE5-0BA6512DF758}"/>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1898429168"/>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0FB9B-EE18-ADD4-8BBE-14A08B6E1F8A}"/>
              </a:ext>
            </a:extLst>
          </p:cNvPr>
          <p:cNvSpPr>
            <a:spLocks noGrp="1"/>
          </p:cNvSpPr>
          <p:nvPr>
            <p:ph type="title"/>
          </p:nvPr>
        </p:nvSpPr>
        <p:spPr/>
        <p:txBody>
          <a:bodyPr/>
          <a:lstStyle/>
          <a:p>
            <a:r>
              <a:rPr lang="en-US" dirty="0"/>
              <a:t>AKS Standard and AKS Automatic</a:t>
            </a:r>
          </a:p>
        </p:txBody>
      </p:sp>
      <p:sp>
        <p:nvSpPr>
          <p:cNvPr id="3" name="Footer Placeholder 2">
            <a:extLst>
              <a:ext uri="{FF2B5EF4-FFF2-40B4-BE49-F238E27FC236}">
                <a16:creationId xmlns:a16="http://schemas.microsoft.com/office/drawing/2014/main" id="{A5DBD33B-D3F2-C8E1-E198-FE0FAD17047C}"/>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134A398C-28CF-A982-2F85-C6F2CD7C2703}"/>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5" name="TextBox 4">
            <a:extLst>
              <a:ext uri="{FF2B5EF4-FFF2-40B4-BE49-F238E27FC236}">
                <a16:creationId xmlns:a16="http://schemas.microsoft.com/office/drawing/2014/main" id="{8E00A505-27CC-CCB0-37D1-6EF446CC54F6}"/>
              </a:ext>
            </a:extLst>
          </p:cNvPr>
          <p:cNvSpPr txBox="1"/>
          <p:nvPr/>
        </p:nvSpPr>
        <p:spPr>
          <a:xfrm>
            <a:off x="90489" y="2084832"/>
            <a:ext cx="12011024" cy="4308872"/>
          </a:xfrm>
          <a:prstGeom prst="rect">
            <a:avLst/>
          </a:prstGeom>
          <a:noFill/>
        </p:spPr>
        <p:txBody>
          <a:bodyPr wrap="square" lIns="0" tIns="0" rIns="0" bIns="0" rtlCol="0">
            <a:spAutoFit/>
          </a:bodyPr>
          <a:lstStyle/>
          <a:p>
            <a:pPr marL="342900" indent="-342900" algn="l">
              <a:buFont typeface="Arial" panose="020B0604020202020204" pitchFamily="34" charset="0"/>
              <a:buChar char="•"/>
            </a:pPr>
            <a:r>
              <a:rPr lang="en-US" sz="2000" dirty="0"/>
              <a:t>AKS Standard</a:t>
            </a:r>
          </a:p>
          <a:p>
            <a:pPr marL="800100" lvl="1" indent="-342900">
              <a:buFont typeface="Arial" panose="020B0604020202020204" pitchFamily="34" charset="0"/>
              <a:buChar char="•"/>
            </a:pPr>
            <a:r>
              <a:rPr lang="en-US" sz="2000" dirty="0"/>
              <a:t>Delivers manual configuration with advanced controls</a:t>
            </a:r>
          </a:p>
          <a:p>
            <a:pPr marL="800100" lvl="1" indent="-342900">
              <a:buFont typeface="Arial" panose="020B0604020202020204" pitchFamily="34" charset="0"/>
              <a:buChar char="•"/>
            </a:pPr>
            <a:r>
              <a:rPr lang="en-US" sz="2000" dirty="0"/>
              <a:t>Full control over the provisioned AKS cluster with Control plane automation</a:t>
            </a:r>
          </a:p>
          <a:p>
            <a:pPr marL="800100" lvl="1" indent="-342900">
              <a:buFont typeface="Arial" panose="020B0604020202020204" pitchFamily="34" charset="0"/>
              <a:buChar char="•"/>
            </a:pPr>
            <a:r>
              <a:rPr lang="en-US" sz="2000" dirty="0"/>
              <a:t>Customer managed</a:t>
            </a:r>
          </a:p>
          <a:p>
            <a:pPr marL="1257300" lvl="2" indent="-342900">
              <a:buFont typeface="Arial" panose="020B0604020202020204" pitchFamily="34" charset="0"/>
              <a:buChar char="•"/>
            </a:pPr>
            <a:r>
              <a:rPr lang="en-US" sz="2000" dirty="0"/>
              <a:t>Node pools, Networking, Security, Upgrades</a:t>
            </a:r>
          </a:p>
          <a:p>
            <a:pPr marL="1257300" lvl="2" indent="-342900">
              <a:buFont typeface="Arial" panose="020B0604020202020204" pitchFamily="34" charset="0"/>
              <a:buChar char="•"/>
            </a:pPr>
            <a:r>
              <a:rPr lang="en-US" sz="2000" dirty="0"/>
              <a:t>Monitoring and logging </a:t>
            </a:r>
          </a:p>
          <a:p>
            <a:pPr marL="342900" indent="-342900">
              <a:buFont typeface="Arial" panose="020B0604020202020204" pitchFamily="34" charset="0"/>
              <a:buChar char="•"/>
            </a:pPr>
            <a:r>
              <a:rPr lang="en-US" sz="2000" dirty="0"/>
              <a:t>AKS Automatic </a:t>
            </a:r>
          </a:p>
          <a:p>
            <a:pPr marL="342900" indent="-342900">
              <a:buFont typeface="Arial" panose="020B0604020202020204" pitchFamily="34" charset="0"/>
              <a:buChar char="•"/>
            </a:pPr>
            <a:r>
              <a:rPr lang="en-US" sz="2000" dirty="0"/>
              <a:t>Removes much of the operational complexity that AKS brings</a:t>
            </a:r>
          </a:p>
          <a:p>
            <a:pPr marL="800100" lvl="1" indent="-342900">
              <a:buFont typeface="Arial" panose="020B0604020202020204" pitchFamily="34" charset="0"/>
              <a:buChar char="•"/>
            </a:pPr>
            <a:r>
              <a:rPr lang="en-US" sz="2000" dirty="0"/>
              <a:t>Less customization compared to AKS Standard</a:t>
            </a:r>
          </a:p>
          <a:p>
            <a:pPr marL="800100" lvl="1" indent="-342900">
              <a:buFont typeface="Arial" panose="020B0604020202020204" pitchFamily="34" charset="0"/>
              <a:buChar char="•"/>
            </a:pPr>
            <a:r>
              <a:rPr lang="en-US" sz="2000" dirty="0"/>
              <a:t>Automated components</a:t>
            </a:r>
          </a:p>
          <a:p>
            <a:pPr marL="1257300" lvl="2" indent="-342900">
              <a:buFont typeface="Arial" panose="020B0604020202020204" pitchFamily="34" charset="0"/>
              <a:buChar char="•"/>
            </a:pPr>
            <a:r>
              <a:rPr lang="en-US" sz="2000" dirty="0"/>
              <a:t>Node Pool management, Networking, Security, Cluster Upgrades</a:t>
            </a:r>
          </a:p>
          <a:p>
            <a:pPr marL="1257300" lvl="2" indent="-342900">
              <a:buFont typeface="Arial" panose="020B0604020202020204" pitchFamily="34" charset="0"/>
              <a:buChar char="•"/>
            </a:pPr>
            <a:r>
              <a:rPr lang="en-US" sz="2000" dirty="0"/>
              <a:t>Built-in Monitoring: Managed Prometheus and Grafana with Container Insights</a:t>
            </a:r>
          </a:p>
          <a:p>
            <a:pPr marL="800100" lvl="1" indent="-342900">
              <a:buFont typeface="Arial" panose="020B0604020202020204" pitchFamily="34" charset="0"/>
              <a:buChar char="•"/>
            </a:pPr>
            <a:r>
              <a:rPr lang="en-US" sz="2000" dirty="0"/>
              <a:t>Lower operational overhead</a:t>
            </a:r>
          </a:p>
          <a:p>
            <a:pPr marL="800100" lvl="1" indent="-342900">
              <a:buFont typeface="Arial" panose="020B0604020202020204" pitchFamily="34" charset="0"/>
              <a:buChar char="•"/>
            </a:pPr>
            <a:endParaRPr lang="en-US" sz="2000" dirty="0"/>
          </a:p>
        </p:txBody>
      </p:sp>
    </p:spTree>
    <p:extLst>
      <p:ext uri="{BB962C8B-B14F-4D97-AF65-F5344CB8AC3E}">
        <p14:creationId xmlns:p14="http://schemas.microsoft.com/office/powerpoint/2010/main" val="347695616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521DB97-E703-4F74-9617-EEB7FEC1FDDC}"/>
              </a:ext>
            </a:extLst>
          </p:cNvPr>
          <p:cNvSpPr>
            <a:spLocks noGrp="1"/>
          </p:cNvSpPr>
          <p:nvPr>
            <p:ph type="title"/>
          </p:nvPr>
        </p:nvSpPr>
        <p:spPr/>
        <p:txBody>
          <a:bodyPr/>
          <a:lstStyle/>
          <a:p>
            <a:r>
              <a:rPr lang="en-US" dirty="0"/>
              <a:t>Deploying AKS</a:t>
            </a:r>
          </a:p>
        </p:txBody>
      </p:sp>
      <p:sp>
        <p:nvSpPr>
          <p:cNvPr id="38" name="Rectangle 37">
            <a:extLst>
              <a:ext uri="{FF2B5EF4-FFF2-40B4-BE49-F238E27FC236}">
                <a16:creationId xmlns:a16="http://schemas.microsoft.com/office/drawing/2014/main" id="{B9270937-A193-43E5-A5B1-7A724F97D640}"/>
              </a:ext>
              <a:ext uri="{C183D7F6-B498-43B3-948B-1728B52AA6E4}">
                <adec:decorative xmlns:adec="http://schemas.microsoft.com/office/drawing/2017/decorative" val="1"/>
              </a:ext>
            </a:extLst>
          </p:cNvPr>
          <p:cNvSpPr/>
          <p:nvPr/>
        </p:nvSpPr>
        <p:spPr bwMode="auto">
          <a:xfrm>
            <a:off x="465753" y="1930316"/>
            <a:ext cx="11231519" cy="4328248"/>
          </a:xfrm>
          <a:prstGeom prst="rect">
            <a:avLst/>
          </a:prstGeom>
          <a:solidFill>
            <a:schemeClr val="bg1"/>
          </a:solid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28600" tIns="182880" rIns="228600" bIns="182880" numCol="1" spcCol="0" rtlCol="0" fromWordArt="0" anchor="t" anchorCtr="0" forceAA="0" compatLnSpc="1">
            <a:prstTxWarp prst="textNoShape">
              <a:avLst/>
            </a:prstTxWarp>
            <a:noAutofit/>
          </a:bodyPr>
          <a:lstStyle/>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Delivers a highly customizable cluster that will need to be setup to follow best practices for a secure cluster that meets organizational security and compliance needs</a:t>
            </a: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How?</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hlinkClick r:id="rId3"/>
              </a:rPr>
              <a:t>AKS Azure Landing Zone Accelerator</a:t>
            </a:r>
            <a:r>
              <a:rPr lang="en-GB" dirty="0">
                <a:solidFill>
                  <a:schemeClr val="accent6"/>
                </a:solidFill>
                <a:cs typeface="Segoe UI Semibold" panose="020B0702040204020203" pitchFamily="34" charset="0"/>
              </a:rPr>
              <a:t> </a:t>
            </a:r>
          </a:p>
          <a:p>
            <a:pPr marL="1200150" lvl="2"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hlinkClick r:id="rId4"/>
              </a:rPr>
              <a:t>Scenarios</a:t>
            </a:r>
            <a:endParaRPr lang="en-GB" dirty="0">
              <a:solidFill>
                <a:schemeClr val="accent6"/>
              </a:solidFill>
              <a:cs typeface="Segoe UI Semibold" panose="020B0702040204020203" pitchFamily="34" charset="0"/>
            </a:endParaRP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Deployable</a:t>
            </a:r>
          </a:p>
          <a:p>
            <a:pPr marL="1200150" lvl="2"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Terraform</a:t>
            </a:r>
          </a:p>
          <a:p>
            <a:pPr marL="1200150" lvl="2"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Portal</a:t>
            </a:r>
          </a:p>
          <a:p>
            <a:pPr marL="1200150" lvl="2"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Azure CLI</a:t>
            </a:r>
          </a:p>
          <a:p>
            <a:pPr marL="1200150" lvl="2"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Bicep</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Highly recommended to leverage delivered terraform modules or Bicep code when deploying clusters</a:t>
            </a:r>
          </a:p>
          <a:p>
            <a:pPr marL="285750"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a:p>
            <a:pPr marL="285750"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p:txBody>
      </p:sp>
      <p:sp>
        <p:nvSpPr>
          <p:cNvPr id="58" name="Footer Placeholder 13">
            <a:extLst>
              <a:ext uri="{FF2B5EF4-FFF2-40B4-BE49-F238E27FC236}">
                <a16:creationId xmlns:a16="http://schemas.microsoft.com/office/drawing/2014/main" id="{C0F83B9C-7AC5-48CB-8EBA-4E048C2F8AD5}"/>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5" name="Slide Number Placeholder 4">
            <a:extLst>
              <a:ext uri="{FF2B5EF4-FFF2-40B4-BE49-F238E27FC236}">
                <a16:creationId xmlns:a16="http://schemas.microsoft.com/office/drawing/2014/main" id="{96F4E541-783E-47DC-BB92-50514EBF8776}"/>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11</a:t>
            </a:fld>
            <a:endParaRPr lang="en-US" noProof="0"/>
          </a:p>
        </p:txBody>
      </p:sp>
    </p:spTree>
    <p:extLst>
      <p:ext uri="{BB962C8B-B14F-4D97-AF65-F5344CB8AC3E}">
        <p14:creationId xmlns:p14="http://schemas.microsoft.com/office/powerpoint/2010/main" val="27219153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6F917-378C-96D9-D5CA-A74C9A6D58B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19EAEE9-9F29-315D-4793-441E3AE965BB}"/>
              </a:ext>
            </a:extLst>
          </p:cNvPr>
          <p:cNvSpPr>
            <a:spLocks noGrp="1"/>
          </p:cNvSpPr>
          <p:nvPr>
            <p:ph type="title"/>
          </p:nvPr>
        </p:nvSpPr>
        <p:spPr/>
        <p:txBody>
          <a:bodyPr/>
          <a:lstStyle/>
          <a:p>
            <a:r>
              <a:rPr lang="en-US" dirty="0"/>
              <a:t>Supported Versions</a:t>
            </a:r>
          </a:p>
        </p:txBody>
      </p:sp>
      <p:sp>
        <p:nvSpPr>
          <p:cNvPr id="38" name="Rectangle 37">
            <a:extLst>
              <a:ext uri="{FF2B5EF4-FFF2-40B4-BE49-F238E27FC236}">
                <a16:creationId xmlns:a16="http://schemas.microsoft.com/office/drawing/2014/main" id="{85379DD2-2364-A2ED-68E1-B04093B7B4D7}"/>
              </a:ext>
              <a:ext uri="{C183D7F6-B498-43B3-948B-1728B52AA6E4}">
                <adec:decorative xmlns:adec="http://schemas.microsoft.com/office/drawing/2017/decorative" val="1"/>
              </a:ext>
            </a:extLst>
          </p:cNvPr>
          <p:cNvSpPr/>
          <p:nvPr/>
        </p:nvSpPr>
        <p:spPr bwMode="auto">
          <a:xfrm>
            <a:off x="575481" y="1943965"/>
            <a:ext cx="11018520" cy="4328248"/>
          </a:xfrm>
          <a:prstGeom prst="rect">
            <a:avLst/>
          </a:prstGeom>
          <a:solidFill>
            <a:schemeClr val="bg1"/>
          </a:solid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28600" tIns="182880" rIns="228600" bIns="182880" numCol="1" spcCol="0" rtlCol="0" fromWordArt="0" anchor="t" anchorCtr="0" forceAA="0" compatLnSpc="1">
            <a:prstTxWarp prst="textNoShape">
              <a:avLst/>
            </a:prstTxWarp>
            <a:noAutofit/>
          </a:bodyPr>
          <a:lstStyle/>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AKS follows 12 months of support from a release of a  GA Kubernetes version release</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hlinkClick r:id="rId3"/>
              </a:rPr>
              <a:t>AKS Release Calendar</a:t>
            </a:r>
            <a:endParaRPr lang="en-GB" dirty="0">
              <a:solidFill>
                <a:schemeClr val="accent6"/>
              </a:solidFill>
              <a:cs typeface="Segoe UI Semibold" panose="020B0702040204020203" pitchFamily="34" charset="0"/>
            </a:endParaRP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Releases follow the Kubernetes releases</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New minor versions every 4 months</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Standard version support is one year from GA</a:t>
            </a: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hlinkClick r:id="rId4"/>
              </a:rPr>
              <a:t>AKS Long term Support</a:t>
            </a:r>
            <a:endParaRPr lang="en-GB" dirty="0">
              <a:solidFill>
                <a:schemeClr val="accent6"/>
              </a:solidFill>
              <a:cs typeface="Segoe UI Semibold" panose="020B0702040204020203" pitchFamily="34" charset="0"/>
            </a:endParaRP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Introduced to provide a long term support option for less upgrades on a supported AKS version</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2 years of support on a version of AKS</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Requires a premium tier cluster</a:t>
            </a:r>
          </a:p>
        </p:txBody>
      </p:sp>
      <p:sp>
        <p:nvSpPr>
          <p:cNvPr id="58" name="Footer Placeholder 13">
            <a:extLst>
              <a:ext uri="{FF2B5EF4-FFF2-40B4-BE49-F238E27FC236}">
                <a16:creationId xmlns:a16="http://schemas.microsoft.com/office/drawing/2014/main" id="{FEC0FD69-D297-9AE6-07EB-FDE1FC020166}"/>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5" name="Slide Number Placeholder 4">
            <a:extLst>
              <a:ext uri="{FF2B5EF4-FFF2-40B4-BE49-F238E27FC236}">
                <a16:creationId xmlns:a16="http://schemas.microsoft.com/office/drawing/2014/main" id="{BF6AD4EE-953B-2DFD-E31D-BA7F6BD64069}"/>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12</a:t>
            </a:fld>
            <a:endParaRPr lang="en-US" noProof="0"/>
          </a:p>
        </p:txBody>
      </p:sp>
    </p:spTree>
    <p:extLst>
      <p:ext uri="{BB962C8B-B14F-4D97-AF65-F5344CB8AC3E}">
        <p14:creationId xmlns:p14="http://schemas.microsoft.com/office/powerpoint/2010/main" val="327201282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5BBA1-6E1E-CF2F-D41B-80509CA0567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452009A-A31A-3F4C-52FC-8B0763344C8B}"/>
              </a:ext>
            </a:extLst>
          </p:cNvPr>
          <p:cNvSpPr>
            <a:spLocks noGrp="1"/>
          </p:cNvSpPr>
          <p:nvPr>
            <p:ph type="title"/>
            <p:custDataLst>
              <p:custData r:id="rId2"/>
            </p:custDataLst>
          </p:nvPr>
        </p:nvSpPr>
        <p:spPr>
          <a:xfrm>
            <a:off x="584200" y="3318975"/>
            <a:ext cx="9169400" cy="2031325"/>
          </a:xfrm>
        </p:spPr>
        <p:txBody>
          <a:bodyPr/>
          <a:lstStyle/>
          <a:p>
            <a:r>
              <a:rPr lang="en-US" dirty="0"/>
              <a:t> Add-ons and Extensions</a:t>
            </a:r>
          </a:p>
        </p:txBody>
      </p:sp>
      <p:sp>
        <p:nvSpPr>
          <p:cNvPr id="2" name="Text Placeholder 1">
            <a:extLst>
              <a:ext uri="{FF2B5EF4-FFF2-40B4-BE49-F238E27FC236}">
                <a16:creationId xmlns:a16="http://schemas.microsoft.com/office/drawing/2014/main" id="{645537EA-F1AD-28E0-04CC-2CEB63000196}"/>
              </a:ext>
            </a:extLst>
          </p:cNvPr>
          <p:cNvSpPr>
            <a:spLocks noGrp="1"/>
          </p:cNvSpPr>
          <p:nvPr>
            <p:ph type="body" sz="quarter" idx="12"/>
          </p:nvPr>
        </p:nvSpPr>
        <p:spPr/>
        <p:txBody>
          <a:bodyPr/>
          <a:lstStyle/>
          <a:p>
            <a:endParaRPr lang="en-US"/>
          </a:p>
        </p:txBody>
      </p:sp>
      <p:sp>
        <p:nvSpPr>
          <p:cNvPr id="11" name="Footer Placeholder 2">
            <a:extLst>
              <a:ext uri="{FF2B5EF4-FFF2-40B4-BE49-F238E27FC236}">
                <a16:creationId xmlns:a16="http://schemas.microsoft.com/office/drawing/2014/main" id="{D8B4E587-0ADE-8F9A-0BAA-F6481DC823F0}"/>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6B6E5609-7297-0A34-08B5-A3FBCA5E1F9D}"/>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13056789"/>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7CC5C-98A2-A605-2F18-CA435C94403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CE796C2-CF74-E9AF-ABAA-0A58B75F4EB8}"/>
              </a:ext>
            </a:extLst>
          </p:cNvPr>
          <p:cNvSpPr>
            <a:spLocks noGrp="1"/>
          </p:cNvSpPr>
          <p:nvPr>
            <p:ph type="title"/>
          </p:nvPr>
        </p:nvSpPr>
        <p:spPr/>
        <p:txBody>
          <a:bodyPr/>
          <a:lstStyle/>
          <a:p>
            <a:r>
              <a:rPr lang="en-US" dirty="0"/>
              <a:t>Add-ons</a:t>
            </a:r>
          </a:p>
        </p:txBody>
      </p:sp>
      <p:sp>
        <p:nvSpPr>
          <p:cNvPr id="38" name="Rectangle 37">
            <a:extLst>
              <a:ext uri="{FF2B5EF4-FFF2-40B4-BE49-F238E27FC236}">
                <a16:creationId xmlns:a16="http://schemas.microsoft.com/office/drawing/2014/main" id="{0BFF405C-A3E7-FB9B-74B6-CA87A5E3E184}"/>
              </a:ext>
              <a:ext uri="{C183D7F6-B498-43B3-948B-1728B52AA6E4}">
                <adec:decorative xmlns:adec="http://schemas.microsoft.com/office/drawing/2017/decorative" val="1"/>
              </a:ext>
            </a:extLst>
          </p:cNvPr>
          <p:cNvSpPr/>
          <p:nvPr/>
        </p:nvSpPr>
        <p:spPr bwMode="auto">
          <a:xfrm>
            <a:off x="575481" y="1943965"/>
            <a:ext cx="5520519" cy="4328248"/>
          </a:xfrm>
          <a:prstGeom prst="rect">
            <a:avLst/>
          </a:prstGeom>
          <a:solidFill>
            <a:schemeClr val="bg1"/>
          </a:solid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28600" tIns="182880" rIns="228600" bIns="182880" numCol="1" spcCol="0" rtlCol="0" fromWordArt="0" anchor="t" anchorCtr="0" forceAA="0" compatLnSpc="1">
            <a:prstTxWarp prst="textNoShape">
              <a:avLst/>
            </a:prstTxWarp>
            <a:noAutofit/>
          </a:bodyPr>
          <a:lstStyle/>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Fully supported way to provide extra capabilities to AKS</a:t>
            </a: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Fully managed by AKS</a:t>
            </a: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Available Add-ons</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KEDA</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Monitoring</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Virtual Node</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Kube dashboard</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Azure policy</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Ingress-</a:t>
            </a:r>
            <a:r>
              <a:rPr lang="en-GB" dirty="0" err="1">
                <a:solidFill>
                  <a:schemeClr val="accent6"/>
                </a:solidFill>
                <a:cs typeface="Segoe UI Semibold" panose="020B0702040204020203" pitchFamily="34" charset="0"/>
              </a:rPr>
              <a:t>appgw</a:t>
            </a:r>
            <a:r>
              <a:rPr lang="en-GB" dirty="0">
                <a:solidFill>
                  <a:schemeClr val="accent6"/>
                </a:solidFill>
                <a:cs typeface="Segoe UI Semibold" panose="020B0702040204020203" pitchFamily="34" charset="0"/>
              </a:rPr>
              <a:t> (AGIC)</a:t>
            </a:r>
          </a:p>
          <a:p>
            <a:pPr marL="742950" lvl="1" indent="-285750" defTabSz="932563">
              <a:spcBef>
                <a:spcPts val="300"/>
              </a:spcBef>
              <a:spcAft>
                <a:spcPts val="200"/>
              </a:spcAft>
              <a:buFont typeface="Arial" panose="020B0604020202020204" pitchFamily="34" charset="0"/>
              <a:buChar char="•"/>
            </a:pPr>
            <a:r>
              <a:rPr lang="en-GB" dirty="0" err="1">
                <a:solidFill>
                  <a:schemeClr val="accent6"/>
                </a:solidFill>
                <a:cs typeface="Segoe UI Semibold" panose="020B0702040204020203" pitchFamily="34" charset="0"/>
              </a:rPr>
              <a:t>Gitops</a:t>
            </a:r>
            <a:endParaRPr lang="en-GB" dirty="0">
              <a:solidFill>
                <a:schemeClr val="accent6"/>
              </a:solidFill>
              <a:cs typeface="Segoe UI Semibold" panose="020B0702040204020203" pitchFamily="34" charset="0"/>
            </a:endParaRP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Web application </a:t>
            </a:r>
            <a:r>
              <a:rPr lang="en-GB">
                <a:solidFill>
                  <a:schemeClr val="accent6"/>
                </a:solidFill>
                <a:cs typeface="Segoe UI Semibold" panose="020B0702040204020203" pitchFamily="34" charset="0"/>
              </a:rPr>
              <a:t>routing </a:t>
            </a:r>
            <a:endParaRPr lang="en-GB" dirty="0">
              <a:solidFill>
                <a:schemeClr val="accent6"/>
              </a:solidFill>
              <a:cs typeface="Segoe UI Semibold" panose="020B0702040204020203" pitchFamily="34" charset="0"/>
            </a:endParaRPr>
          </a:p>
          <a:p>
            <a:pPr marL="285750"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p:txBody>
      </p:sp>
      <p:sp>
        <p:nvSpPr>
          <p:cNvPr id="58" name="Footer Placeholder 13">
            <a:extLst>
              <a:ext uri="{FF2B5EF4-FFF2-40B4-BE49-F238E27FC236}">
                <a16:creationId xmlns:a16="http://schemas.microsoft.com/office/drawing/2014/main" id="{8DF16EA1-EEEE-148F-7ECC-6D4A4233FD7E}"/>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5" name="Slide Number Placeholder 4">
            <a:extLst>
              <a:ext uri="{FF2B5EF4-FFF2-40B4-BE49-F238E27FC236}">
                <a16:creationId xmlns:a16="http://schemas.microsoft.com/office/drawing/2014/main" id="{516FFD40-235F-58A2-9941-0785B4997ECE}"/>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14</a:t>
            </a:fld>
            <a:endParaRPr lang="en-US" noProof="0"/>
          </a:p>
        </p:txBody>
      </p:sp>
      <p:pic>
        <p:nvPicPr>
          <p:cNvPr id="3074" name="Picture 2" descr="Azure Policies, the basics :: theAutomationDude — A blog about cloud ...">
            <a:extLst>
              <a:ext uri="{FF2B5EF4-FFF2-40B4-BE49-F238E27FC236}">
                <a16:creationId xmlns:a16="http://schemas.microsoft.com/office/drawing/2014/main" id="{3A15E5A4-CA17-9C54-4DAE-95CB064689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2550" y="1943965"/>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Scalers | KEDA">
            <a:extLst>
              <a:ext uri="{FF2B5EF4-FFF2-40B4-BE49-F238E27FC236}">
                <a16:creationId xmlns:a16="http://schemas.microsoft.com/office/drawing/2014/main" id="{31F66A26-26A3-959E-B18C-1AE8CCBE7A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76836" y="1653189"/>
            <a:ext cx="2724676" cy="2724676"/>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a:extLst>
              <a:ext uri="{FF2B5EF4-FFF2-40B4-BE49-F238E27FC236}">
                <a16:creationId xmlns:a16="http://schemas.microsoft.com/office/drawing/2014/main" id="{8ED80680-B2EB-6D04-E933-0B749A49BF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02493" y="4340671"/>
            <a:ext cx="1397526" cy="2236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9582351"/>
      </p:ext>
    </p:extLst>
  </p:cSld>
  <p:clrMapOvr>
    <a:masterClrMapping/>
  </p:clrMapOvr>
  <p:transition>
    <p:fade/>
  </p:transition>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86913-2F0B-6ACD-4E68-96FCCBC9149C}"/>
              </a:ext>
            </a:extLst>
          </p:cNvPr>
          <p:cNvSpPr>
            <a:spLocks noGrp="1"/>
          </p:cNvSpPr>
          <p:nvPr>
            <p:ph type="title"/>
          </p:nvPr>
        </p:nvSpPr>
        <p:spPr/>
        <p:txBody>
          <a:bodyPr/>
          <a:lstStyle/>
          <a:p>
            <a:r>
              <a:rPr lang="en-US" dirty="0"/>
              <a:t>Extensions</a:t>
            </a:r>
          </a:p>
        </p:txBody>
      </p:sp>
      <p:sp>
        <p:nvSpPr>
          <p:cNvPr id="3" name="Footer Placeholder 2">
            <a:extLst>
              <a:ext uri="{FF2B5EF4-FFF2-40B4-BE49-F238E27FC236}">
                <a16:creationId xmlns:a16="http://schemas.microsoft.com/office/drawing/2014/main" id="{37797D37-611B-A000-889D-FEC30FC3BA08}"/>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78C5A9A7-42FD-AB74-5006-B84812AA94ED}"/>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5" name="TextBox 4">
            <a:extLst>
              <a:ext uri="{FF2B5EF4-FFF2-40B4-BE49-F238E27FC236}">
                <a16:creationId xmlns:a16="http://schemas.microsoft.com/office/drawing/2014/main" id="{2797C248-0DEB-891A-CF06-D4E075D6B722}"/>
              </a:ext>
            </a:extLst>
          </p:cNvPr>
          <p:cNvSpPr txBox="1"/>
          <p:nvPr/>
        </p:nvSpPr>
        <p:spPr>
          <a:xfrm>
            <a:off x="575481" y="2206752"/>
            <a:ext cx="5520519" cy="1846659"/>
          </a:xfrm>
          <a:prstGeom prst="rect">
            <a:avLst/>
          </a:prstGeom>
          <a:noFill/>
        </p:spPr>
        <p:txBody>
          <a:bodyPr wrap="square" lIns="0" tIns="0" rIns="0" bIns="0" rtlCol="0">
            <a:spAutoFit/>
          </a:bodyPr>
          <a:lstStyle/>
          <a:p>
            <a:pPr marL="342900" indent="-342900" algn="l">
              <a:buFont typeface="Arial" panose="020B0604020202020204" pitchFamily="34" charset="0"/>
              <a:buChar char="•"/>
            </a:pPr>
            <a:r>
              <a:rPr lang="en-US" sz="2000" dirty="0" err="1"/>
              <a:t>Dapr</a:t>
            </a:r>
            <a:endParaRPr lang="en-US" sz="2000" dirty="0"/>
          </a:p>
          <a:p>
            <a:pPr marL="342900" indent="-342900" algn="l">
              <a:buFont typeface="Arial" panose="020B0604020202020204" pitchFamily="34" charset="0"/>
              <a:buChar char="•"/>
            </a:pPr>
            <a:r>
              <a:rPr lang="en-US" sz="2000" dirty="0"/>
              <a:t>Azure App Configuration</a:t>
            </a:r>
          </a:p>
          <a:p>
            <a:pPr marL="342900" indent="-342900" algn="l">
              <a:buFont typeface="Arial" panose="020B0604020202020204" pitchFamily="34" charset="0"/>
              <a:buChar char="•"/>
            </a:pPr>
            <a:r>
              <a:rPr lang="en-US" sz="2000" dirty="0"/>
              <a:t>Azure Machine Learning</a:t>
            </a:r>
          </a:p>
          <a:p>
            <a:pPr marL="342900" indent="-342900" algn="l">
              <a:buFont typeface="Arial" panose="020B0604020202020204" pitchFamily="34" charset="0"/>
              <a:buChar char="•"/>
            </a:pPr>
            <a:r>
              <a:rPr lang="en-US" sz="2000" dirty="0"/>
              <a:t>Flux</a:t>
            </a:r>
          </a:p>
          <a:p>
            <a:pPr marL="342900" indent="-342900" algn="l">
              <a:buFont typeface="Arial" panose="020B0604020202020204" pitchFamily="34" charset="0"/>
              <a:buChar char="•"/>
            </a:pPr>
            <a:r>
              <a:rPr lang="en-US" sz="2000" dirty="0"/>
              <a:t>Azure Container Storage</a:t>
            </a:r>
          </a:p>
          <a:p>
            <a:pPr marL="342900" indent="-342900" algn="l">
              <a:buFont typeface="Arial" panose="020B0604020202020204" pitchFamily="34" charset="0"/>
              <a:buChar char="•"/>
            </a:pPr>
            <a:r>
              <a:rPr lang="en-US" sz="2000" dirty="0"/>
              <a:t>Azure Backup for AKS</a:t>
            </a:r>
          </a:p>
        </p:txBody>
      </p:sp>
      <p:pic>
        <p:nvPicPr>
          <p:cNvPr id="2052" name="Picture 4" descr="Distributed Application Runtime (Dapr): Quick start on .NET 7 | by ...">
            <a:extLst>
              <a:ext uri="{FF2B5EF4-FFF2-40B4-BE49-F238E27FC236}">
                <a16:creationId xmlns:a16="http://schemas.microsoft.com/office/drawing/2014/main" id="{BB09E8A1-B4D0-81CE-1178-C9B9ECAFF5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5272" y="1831748"/>
            <a:ext cx="2014728" cy="201472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436A2F42-DE69-CC65-D4A4-05B4B28D70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7518" y="1728216"/>
            <a:ext cx="3839754" cy="2015871"/>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App Configuration | Microsoft Azure">
            <a:extLst>
              <a:ext uri="{FF2B5EF4-FFF2-40B4-BE49-F238E27FC236}">
                <a16:creationId xmlns:a16="http://schemas.microsoft.com/office/drawing/2014/main" id="{D4A93937-D91F-2ED8-F7E2-8A502F8250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75617" y="4053411"/>
            <a:ext cx="3555565" cy="18666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389677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59B56-9193-A2BE-1046-2BC250CE9859}"/>
              </a:ext>
            </a:extLst>
          </p:cNvPr>
          <p:cNvSpPr>
            <a:spLocks noGrp="1"/>
          </p:cNvSpPr>
          <p:nvPr>
            <p:ph type="title"/>
          </p:nvPr>
        </p:nvSpPr>
        <p:spPr/>
        <p:txBody>
          <a:bodyPr/>
          <a:lstStyle/>
          <a:p>
            <a:r>
              <a:rPr lang="en-US" dirty="0"/>
              <a:t>3</a:t>
            </a:r>
            <a:r>
              <a:rPr lang="en-US" baseline="30000" dirty="0"/>
              <a:t>rd</a:t>
            </a:r>
            <a:r>
              <a:rPr lang="en-US" dirty="0"/>
              <a:t> party and Open source integrations</a:t>
            </a:r>
          </a:p>
        </p:txBody>
      </p:sp>
      <p:sp>
        <p:nvSpPr>
          <p:cNvPr id="3" name="Footer Placeholder 2">
            <a:extLst>
              <a:ext uri="{FF2B5EF4-FFF2-40B4-BE49-F238E27FC236}">
                <a16:creationId xmlns:a16="http://schemas.microsoft.com/office/drawing/2014/main" id="{969765CC-F7EB-F928-5B17-CB8C520FAE2B}"/>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0B2CD5E5-519D-A924-8F60-7AC6FA4C1BDD}"/>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5" name="TextBox 4">
            <a:extLst>
              <a:ext uri="{FF2B5EF4-FFF2-40B4-BE49-F238E27FC236}">
                <a16:creationId xmlns:a16="http://schemas.microsoft.com/office/drawing/2014/main" id="{E1C3CF2E-3405-A408-4277-380C1D6D444A}"/>
              </a:ext>
            </a:extLst>
          </p:cNvPr>
          <p:cNvSpPr txBox="1"/>
          <p:nvPr/>
        </p:nvSpPr>
        <p:spPr>
          <a:xfrm>
            <a:off x="353568" y="2084832"/>
            <a:ext cx="5852160" cy="3077766"/>
          </a:xfrm>
          <a:prstGeom prst="rect">
            <a:avLst/>
          </a:prstGeom>
          <a:noFill/>
        </p:spPr>
        <p:txBody>
          <a:bodyPr wrap="square" lIns="0" tIns="0" rIns="0" bIns="0" rtlCol="0">
            <a:spAutoFit/>
          </a:bodyPr>
          <a:lstStyle/>
          <a:p>
            <a:pPr marL="342900" indent="-342900" algn="l">
              <a:buFont typeface="Arial" panose="020B0604020202020204" pitchFamily="34" charset="0"/>
              <a:buChar char="•"/>
            </a:pPr>
            <a:r>
              <a:rPr lang="en-US" sz="2000" dirty="0"/>
              <a:t>Helm</a:t>
            </a:r>
          </a:p>
          <a:p>
            <a:pPr marL="342900" indent="-342900" algn="l">
              <a:buFont typeface="Arial" panose="020B0604020202020204" pitchFamily="34" charset="0"/>
              <a:buChar char="•"/>
            </a:pPr>
            <a:r>
              <a:rPr lang="en-US" sz="2000" dirty="0"/>
              <a:t>Prometheus – Managed Experience available</a:t>
            </a:r>
          </a:p>
          <a:p>
            <a:pPr marL="342900" indent="-342900" algn="l">
              <a:buFont typeface="Arial" panose="020B0604020202020204" pitchFamily="34" charset="0"/>
              <a:buChar char="•"/>
            </a:pPr>
            <a:r>
              <a:rPr lang="en-US" sz="2000" dirty="0"/>
              <a:t>Grafana – Managed Experience available</a:t>
            </a:r>
          </a:p>
          <a:p>
            <a:pPr marL="342900" indent="-342900" algn="l">
              <a:buFont typeface="Arial" panose="020B0604020202020204" pitchFamily="34" charset="0"/>
              <a:buChar char="•"/>
            </a:pPr>
            <a:r>
              <a:rPr lang="en-US" sz="2000" dirty="0"/>
              <a:t>Couchbase</a:t>
            </a:r>
          </a:p>
          <a:p>
            <a:pPr marL="342900" indent="-342900" algn="l">
              <a:buFont typeface="Arial" panose="020B0604020202020204" pitchFamily="34" charset="0"/>
              <a:buChar char="•"/>
            </a:pPr>
            <a:r>
              <a:rPr lang="en-US" sz="2000" dirty="0" err="1"/>
              <a:t>OpenFaaS</a:t>
            </a:r>
            <a:endParaRPr lang="en-US" sz="2000" dirty="0"/>
          </a:p>
          <a:p>
            <a:pPr marL="342900" indent="-342900" algn="l">
              <a:buFont typeface="Arial" panose="020B0604020202020204" pitchFamily="34" charset="0"/>
              <a:buChar char="•"/>
            </a:pPr>
            <a:r>
              <a:rPr lang="en-US" sz="2000" dirty="0"/>
              <a:t>Apache Spark</a:t>
            </a:r>
          </a:p>
          <a:p>
            <a:pPr marL="342900" indent="-342900" algn="l">
              <a:buFont typeface="Arial" panose="020B0604020202020204" pitchFamily="34" charset="0"/>
              <a:buChar char="•"/>
            </a:pPr>
            <a:r>
              <a:rPr lang="en-US" sz="2000" dirty="0"/>
              <a:t>Istio</a:t>
            </a:r>
          </a:p>
          <a:p>
            <a:pPr marL="342900" indent="-342900" algn="l">
              <a:buFont typeface="Arial" panose="020B0604020202020204" pitchFamily="34" charset="0"/>
              <a:buChar char="•"/>
            </a:pPr>
            <a:r>
              <a:rPr lang="en-US" sz="2000" dirty="0" err="1"/>
              <a:t>Linkerd</a:t>
            </a:r>
            <a:endParaRPr lang="en-US" sz="2000" dirty="0"/>
          </a:p>
          <a:p>
            <a:pPr marL="342900" indent="-342900" algn="l">
              <a:buFont typeface="Arial" panose="020B0604020202020204" pitchFamily="34" charset="0"/>
              <a:buChar char="•"/>
            </a:pPr>
            <a:r>
              <a:rPr lang="en-US" sz="2000" dirty="0"/>
              <a:t>Consul</a:t>
            </a:r>
          </a:p>
          <a:p>
            <a:pPr marL="342900" indent="-342900" algn="l">
              <a:buFont typeface="Arial" panose="020B0604020202020204" pitchFamily="34" charset="0"/>
              <a:buChar char="•"/>
            </a:pPr>
            <a:endParaRPr lang="en-US" sz="2000" dirty="0" err="1"/>
          </a:p>
        </p:txBody>
      </p:sp>
      <p:pic>
        <p:nvPicPr>
          <p:cNvPr id="4100" name="Picture 4" descr="Prometheus Symbol">
            <a:extLst>
              <a:ext uri="{FF2B5EF4-FFF2-40B4-BE49-F238E27FC236}">
                <a16:creationId xmlns:a16="http://schemas.microsoft.com/office/drawing/2014/main" id="{C18C446B-7DDB-7BDF-6FA5-B8766E82BB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9618" y="1848512"/>
            <a:ext cx="3279774" cy="1678024"/>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quot;Istio_logo&quot; Icon - Download for free – Iconduck">
            <a:extLst>
              <a:ext uri="{FF2B5EF4-FFF2-40B4-BE49-F238E27FC236}">
                <a16:creationId xmlns:a16="http://schemas.microsoft.com/office/drawing/2014/main" id="{D337CAE9-7C44-583D-D443-6F3FFD3889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99538" y="3828288"/>
            <a:ext cx="1465670" cy="2197742"/>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Helm logo transparent PNG - StickPNG">
            <a:extLst>
              <a:ext uri="{FF2B5EF4-FFF2-40B4-BE49-F238E27FC236}">
                <a16:creationId xmlns:a16="http://schemas.microsoft.com/office/drawing/2014/main" id="{E26C1D83-2A4C-A7B6-B02B-B74FA72E81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44552" y="1848513"/>
            <a:ext cx="2074632" cy="2074632"/>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Apache Spark Download png">
            <a:extLst>
              <a:ext uri="{FF2B5EF4-FFF2-40B4-BE49-F238E27FC236}">
                <a16:creationId xmlns:a16="http://schemas.microsoft.com/office/drawing/2014/main" id="{A790417B-8008-CF9B-89F7-4F0D709637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82234" y="3923145"/>
            <a:ext cx="2036950" cy="2036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9477419"/>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EC04C45-C9D9-EC96-08A2-C46347A9DA0B}"/>
              </a:ext>
            </a:extLst>
          </p:cNvPr>
          <p:cNvSpPr>
            <a:spLocks noGrp="1"/>
          </p:cNvSpPr>
          <p:nvPr>
            <p:ph type="ftr" sz="quarter" idx="3"/>
          </p:nvPr>
        </p:nvSpPr>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r>
              <a:rPr kumimoji="0" lang="en-US" b="0" i="0" u="none" strike="noStrike" kern="1200" cap="none" spc="0" normalizeH="0" baseline="0" noProof="0">
                <a:ln>
                  <a:noFill/>
                </a:ln>
                <a:solidFill>
                  <a:srgbClr val="000000"/>
                </a:solidFill>
                <a:effectLst/>
                <a:uLnTx/>
                <a:uFillTx/>
              </a:rPr>
              <a:t>Microsoft Confidential</a:t>
            </a:r>
          </a:p>
        </p:txBody>
      </p:sp>
      <p:sp>
        <p:nvSpPr>
          <p:cNvPr id="4" name="Slide Number Placeholder 3">
            <a:extLst>
              <a:ext uri="{FF2B5EF4-FFF2-40B4-BE49-F238E27FC236}">
                <a16:creationId xmlns:a16="http://schemas.microsoft.com/office/drawing/2014/main" id="{BA5A646E-867B-DDDF-3025-21FCAE96749B}"/>
              </a:ext>
            </a:extLst>
          </p:cNvPr>
          <p:cNvSpPr>
            <a:spLocks noGrp="1"/>
          </p:cNvSpPr>
          <p:nvPr>
            <p:ph type="sldNum" sz="quarter" idx="4"/>
          </p:nvPr>
        </p:nvSpPr>
        <p:spPr/>
        <p:txBody>
          <a:bodyPr wrap="square" anchor="ctr">
            <a:normAutofit/>
          </a:bodyPr>
          <a:lstStyle/>
          <a:p>
            <a:pPr marL="0" marR="0" lvl="0" indent="0" defTabSz="914400" rtl="0" eaLnBrk="1" fontAlgn="auto" latinLnBrk="0" hangingPunct="1">
              <a:spcBef>
                <a:spcPts val="0"/>
              </a:spcBef>
              <a:spcAft>
                <a:spcPts val="600"/>
              </a:spcAft>
              <a:buClrTx/>
              <a:buSzTx/>
              <a:buFontTx/>
              <a:buNone/>
              <a:tabLst/>
              <a:defRPr/>
            </a:pPr>
            <a:fld id="{8F881BB8-5469-4299-99B9-578BE3320A80}" type="slidenum">
              <a:rPr kumimoji="0" lang="en-US" b="0" i="0" u="none" strike="noStrike" kern="1200" cap="none" spc="0" normalizeH="0" baseline="0" noProof="0" smtClean="0">
                <a:ln>
                  <a:noFill/>
                </a:ln>
                <a:solidFill>
                  <a:srgbClr val="000000"/>
                </a:solidFill>
                <a:effectLst/>
                <a:uLnTx/>
                <a:uFillTx/>
              </a:rPr>
              <a:pPr marL="0" marR="0" lvl="0" indent="0" defTabSz="914400" rtl="0" eaLnBrk="1" fontAlgn="auto" latinLnBrk="0" hangingPunct="1">
                <a:spcBef>
                  <a:spcPts val="0"/>
                </a:spcBef>
                <a:spcAft>
                  <a:spcPts val="600"/>
                </a:spcAft>
                <a:buClrTx/>
                <a:buSzTx/>
                <a:buFontTx/>
                <a:buNone/>
                <a:tabLst/>
                <a:defRPr/>
              </a:pPr>
              <a:t>17</a:t>
            </a:fld>
            <a:endParaRPr kumimoji="0" lang="en-US" b="0" i="0" u="none" strike="noStrike" kern="1200" cap="none" spc="0" normalizeH="0" baseline="0" noProof="0">
              <a:ln>
                <a:noFill/>
              </a:ln>
              <a:solidFill>
                <a:srgbClr val="000000"/>
              </a:solidFill>
              <a:effectLst/>
              <a:uLnTx/>
              <a:uFillTx/>
            </a:endParaRPr>
          </a:p>
        </p:txBody>
      </p:sp>
      <p:sp>
        <p:nvSpPr>
          <p:cNvPr id="17" name="Text Placeholder 16">
            <a:extLst>
              <a:ext uri="{FF2B5EF4-FFF2-40B4-BE49-F238E27FC236}">
                <a16:creationId xmlns:a16="http://schemas.microsoft.com/office/drawing/2014/main" id="{23721466-22DD-F918-71E0-F8A1926A6D2D}"/>
              </a:ext>
            </a:extLst>
          </p:cNvPr>
          <p:cNvSpPr>
            <a:spLocks noGrp="1"/>
          </p:cNvSpPr>
          <p:nvPr>
            <p:ph type="body" sz="quarter" idx="39"/>
          </p:nvPr>
        </p:nvSpPr>
        <p:spPr/>
        <p:txBody>
          <a:bodyPr/>
          <a:lstStyle/>
          <a:p>
            <a:r>
              <a:rPr lang="en-US" dirty="0"/>
              <a:t>Demo</a:t>
            </a:r>
          </a:p>
        </p:txBody>
      </p:sp>
      <p:sp>
        <p:nvSpPr>
          <p:cNvPr id="18" name="TextBox 17">
            <a:extLst>
              <a:ext uri="{FF2B5EF4-FFF2-40B4-BE49-F238E27FC236}">
                <a16:creationId xmlns:a16="http://schemas.microsoft.com/office/drawing/2014/main" id="{02F9E10F-6E66-F253-98D7-C0719471929D}"/>
              </a:ext>
            </a:extLst>
          </p:cNvPr>
          <p:cNvSpPr txBox="1"/>
          <p:nvPr/>
        </p:nvSpPr>
        <p:spPr>
          <a:xfrm>
            <a:off x="4845549" y="5063810"/>
            <a:ext cx="6615701" cy="615553"/>
          </a:xfrm>
          <a:prstGeom prst="rect">
            <a:avLst/>
          </a:prstGeom>
          <a:noFill/>
        </p:spPr>
        <p:txBody>
          <a:bodyPr wrap="square" lIns="0" tIns="0" rIns="0" bIns="0" rtlCol="0">
            <a:spAutoFit/>
          </a:bodyPr>
          <a:lstStyle/>
          <a:p>
            <a:pPr marL="342900" indent="-342900" algn="l">
              <a:buFont typeface="Arial" panose="020B0604020202020204" pitchFamily="34" charset="0"/>
              <a:buChar char="•"/>
            </a:pPr>
            <a:r>
              <a:rPr lang="en-US" sz="2000" dirty="0"/>
              <a:t>Deploying a AKS Cluster Standard</a:t>
            </a:r>
          </a:p>
          <a:p>
            <a:pPr marL="342900" indent="-342900" algn="l">
              <a:buFont typeface="Arial" panose="020B0604020202020204" pitchFamily="34" charset="0"/>
              <a:buChar char="•"/>
            </a:pPr>
            <a:r>
              <a:rPr lang="en-US" sz="2000" dirty="0"/>
              <a:t>Deploying an AKS Automatic cluster</a:t>
            </a:r>
          </a:p>
        </p:txBody>
      </p:sp>
      <p:pic>
        <p:nvPicPr>
          <p:cNvPr id="1026" name="Picture 2">
            <a:extLst>
              <a:ext uri="{FF2B5EF4-FFF2-40B4-BE49-F238E27FC236}">
                <a16:creationId xmlns:a16="http://schemas.microsoft.com/office/drawing/2014/main" id="{140114C1-377A-0BD7-91AC-C322E66EE7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4023" y="573024"/>
            <a:ext cx="4353791" cy="3828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95703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D9F8841-BBBD-4248-A6AA-670EAC63CDC4}"/>
              </a:ext>
              <a:ext uri="{C183D7F6-B498-43B3-948B-1728B52AA6E4}">
                <adec:decorative xmlns:adec="http://schemas.microsoft.com/office/drawing/2017/decorative" val="1"/>
              </a:ext>
            </a:extLst>
          </p:cNvPr>
          <p:cNvSpPr/>
          <p:nvPr/>
        </p:nvSpPr>
        <p:spPr bwMode="auto">
          <a:xfrm>
            <a:off x="0" y="1963513"/>
            <a:ext cx="12192000" cy="2927802"/>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a:xfrm>
            <a:off x="575481" y="2965749"/>
            <a:ext cx="11018520" cy="923330"/>
          </a:xfrm>
        </p:spPr>
        <p:txBody>
          <a:bodyPr>
            <a:spAutoFit/>
          </a:bodyPr>
          <a:lstStyle/>
          <a:p>
            <a:r>
              <a:rPr lang="en-US" sz="6000">
                <a:solidFill>
                  <a:schemeClr val="bg1"/>
                </a:solidFill>
              </a:rPr>
              <a:t>Questions?</a:t>
            </a:r>
          </a:p>
        </p:txBody>
      </p:sp>
      <p:sp>
        <p:nvSpPr>
          <p:cNvPr id="9" name="Footer Placeholder 2">
            <a:extLst>
              <a:ext uri="{FF2B5EF4-FFF2-40B4-BE49-F238E27FC236}">
                <a16:creationId xmlns:a16="http://schemas.microsoft.com/office/drawing/2014/main" id="{7AC4F3CB-40F5-4D01-8BB6-1D1FE1099E94}"/>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1" name="Slide Number Placeholder 7">
            <a:extLst>
              <a:ext uri="{FF2B5EF4-FFF2-40B4-BE49-F238E27FC236}">
                <a16:creationId xmlns:a16="http://schemas.microsoft.com/office/drawing/2014/main" id="{08E0686E-B166-4606-8464-829D5D0B6AA3}"/>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18</a:t>
            </a:fld>
            <a:endParaRPr lang="en-US" noProof="0"/>
          </a:p>
        </p:txBody>
      </p:sp>
    </p:spTree>
    <p:custDataLst>
      <p:tags r:id="rId1"/>
    </p:custDataLst>
    <p:extLst>
      <p:ext uri="{BB962C8B-B14F-4D97-AF65-F5344CB8AC3E}">
        <p14:creationId xmlns:p14="http://schemas.microsoft.com/office/powerpoint/2010/main" val="4145703054"/>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F7031AB-B12E-4065-A753-70742EAEF108}"/>
              </a:ext>
              <a:ext uri="{C183D7F6-B498-43B3-948B-1728B52AA6E4}">
                <adec:decorative xmlns:adec="http://schemas.microsoft.com/office/drawing/2017/decorative" val="1"/>
              </a:ext>
            </a:extLst>
          </p:cNvPr>
          <p:cNvSpPr>
            <a:spLocks/>
          </p:cNvSpPr>
          <p:nvPr/>
        </p:nvSpPr>
        <p:spPr>
          <a:xfrm>
            <a:off x="571500" y="1508338"/>
            <a:ext cx="11049000" cy="4760700"/>
          </a:xfrm>
          <a:prstGeom prst="rect">
            <a:avLst/>
          </a:prstGeom>
          <a:noFill/>
          <a:ln w="3175">
            <a:solidFill>
              <a:schemeClr val="bg1">
                <a:lumMod val="85000"/>
              </a:schemeClr>
            </a:solidFill>
          </a:ln>
        </p:spPr>
        <p:txBody>
          <a:bodyPr wrap="square" lIns="137160" tIns="768096" rIns="137160" bIns="91440" anchor="t">
            <a:noAutofit/>
          </a:bodyPr>
          <a:lstStyle/>
          <a:p>
            <a:pPr marL="230188" indent="-230188" defTabSz="914192">
              <a:spcBef>
                <a:spcPts val="300"/>
              </a:spcBef>
              <a:spcAft>
                <a:spcPts val="300"/>
              </a:spcAft>
              <a:buFont typeface="Arial" panose="020B0604020202020204" pitchFamily="34" charset="0"/>
              <a:buChar char="•"/>
              <a:defRPr/>
            </a:pPr>
            <a:endParaRPr lang="en-US" sz="1600">
              <a:cs typeface="Segoe UI Semibold" panose="020B0702040204020203" pitchFamily="34" charset="0"/>
            </a:endParaRPr>
          </a:p>
        </p:txBody>
      </p:sp>
      <p:sp>
        <p:nvSpPr>
          <p:cNvPr id="2" name="Title 1">
            <a:extLst>
              <a:ext uri="{FF2B5EF4-FFF2-40B4-BE49-F238E27FC236}">
                <a16:creationId xmlns:a16="http://schemas.microsoft.com/office/drawing/2014/main" id="{BC57B38C-8413-4861-A4F5-7DF656AEAD0D}"/>
              </a:ext>
            </a:extLst>
          </p:cNvPr>
          <p:cNvSpPr>
            <a:spLocks noGrp="1"/>
          </p:cNvSpPr>
          <p:nvPr>
            <p:ph type="title"/>
          </p:nvPr>
        </p:nvSpPr>
        <p:spPr>
          <a:xfrm>
            <a:off x="575481" y="599436"/>
            <a:ext cx="11018520" cy="553998"/>
          </a:xfrm>
        </p:spPr>
        <p:txBody>
          <a:bodyPr/>
          <a:lstStyle/>
          <a:p>
            <a:r>
              <a:rPr lang="en-US" dirty="0"/>
              <a:t>Lab: What is AKS?</a:t>
            </a:r>
          </a:p>
        </p:txBody>
      </p:sp>
      <p:sp>
        <p:nvSpPr>
          <p:cNvPr id="8" name="Rectangle 7">
            <a:extLst>
              <a:ext uri="{FF2B5EF4-FFF2-40B4-BE49-F238E27FC236}">
                <a16:creationId xmlns:a16="http://schemas.microsoft.com/office/drawing/2014/main" id="{D4FF7A47-CBB8-435B-B88D-A883B77A33E2}"/>
              </a:ext>
            </a:extLst>
          </p:cNvPr>
          <p:cNvSpPr>
            <a:spLocks/>
          </p:cNvSpPr>
          <p:nvPr/>
        </p:nvSpPr>
        <p:spPr>
          <a:xfrm>
            <a:off x="571499" y="1751640"/>
            <a:ext cx="11049000" cy="465121"/>
          </a:xfrm>
          <a:prstGeom prst="rect">
            <a:avLst/>
          </a:prstGeom>
          <a:solidFill>
            <a:schemeClr val="accent2"/>
          </a:solidFill>
        </p:spPr>
        <p:txBody>
          <a:bodyPr wrap="square" lIns="91440" tIns="45720" rIns="91440" bIns="45720" anchor="ctr">
            <a:noAutofit/>
          </a:bodyPr>
          <a:lstStyle/>
          <a:p>
            <a:pPr algn="ctr" defTabSz="914192">
              <a:spcAft>
                <a:spcPts val="300"/>
              </a:spcAft>
            </a:pPr>
            <a:r>
              <a:rPr lang="en-US">
                <a:solidFill>
                  <a:srgbClr val="FFFFFF"/>
                </a:solidFill>
                <a:latin typeface="Segoe Semibold"/>
                <a:cs typeface="Segoe UI Semibold"/>
              </a:rPr>
              <a:t>Lab Description</a:t>
            </a:r>
          </a:p>
        </p:txBody>
      </p:sp>
      <p:grpSp>
        <p:nvGrpSpPr>
          <p:cNvPr id="9" name="Group 8">
            <a:extLst>
              <a:ext uri="{FF2B5EF4-FFF2-40B4-BE49-F238E27FC236}">
                <a16:creationId xmlns:a16="http://schemas.microsoft.com/office/drawing/2014/main" id="{3FA0384F-D0CE-445D-B234-7EDD1C677A6D}"/>
              </a:ext>
              <a:ext uri="{C183D7F6-B498-43B3-948B-1728B52AA6E4}">
                <adec:decorative xmlns:adec="http://schemas.microsoft.com/office/drawing/2017/decorative" val="1"/>
              </a:ext>
            </a:extLst>
          </p:cNvPr>
          <p:cNvGrpSpPr>
            <a:grpSpLocks/>
          </p:cNvGrpSpPr>
          <p:nvPr/>
        </p:nvGrpSpPr>
        <p:grpSpPr>
          <a:xfrm>
            <a:off x="574674" y="1751640"/>
            <a:ext cx="11045826" cy="465121"/>
            <a:chOff x="574675" y="1519848"/>
            <a:chExt cx="7312025" cy="465121"/>
          </a:xfrm>
        </p:grpSpPr>
        <p:cxnSp>
          <p:nvCxnSpPr>
            <p:cNvPr id="12" name="Straight Connector 11">
              <a:extLst>
                <a:ext uri="{FF2B5EF4-FFF2-40B4-BE49-F238E27FC236}">
                  <a16:creationId xmlns:a16="http://schemas.microsoft.com/office/drawing/2014/main" id="{EA2657A6-5FF3-4E59-94B3-355886C9B57A}"/>
                </a:ext>
                <a:ext uri="{C183D7F6-B498-43B3-948B-1728B52AA6E4}">
                  <adec:decorative xmlns:adec="http://schemas.microsoft.com/office/drawing/2017/decorative" val="1"/>
                </a:ext>
              </a:extLst>
            </p:cNvPr>
            <p:cNvCxnSpPr>
              <a:cxnSpLocks/>
            </p:cNvCxnSpPr>
            <p:nvPr/>
          </p:nvCxnSpPr>
          <p:spPr>
            <a:xfrm>
              <a:off x="574675" y="1519848"/>
              <a:ext cx="0" cy="465121"/>
            </a:xfrm>
            <a:prstGeom prst="line">
              <a:avLst/>
            </a:prstGeom>
            <a:ln w="28575" cap="rnd">
              <a:solidFill>
                <a:schemeClr val="accent2">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140C465-8DCE-4F31-8C4F-37C0F2DB8BFA}"/>
                </a:ext>
                <a:ext uri="{C183D7F6-B498-43B3-948B-1728B52AA6E4}">
                  <adec:decorative xmlns:adec="http://schemas.microsoft.com/office/drawing/2017/decorative" val="1"/>
                </a:ext>
              </a:extLst>
            </p:cNvPr>
            <p:cNvCxnSpPr>
              <a:cxnSpLocks/>
            </p:cNvCxnSpPr>
            <p:nvPr/>
          </p:nvCxnSpPr>
          <p:spPr>
            <a:xfrm>
              <a:off x="7886700" y="1519848"/>
              <a:ext cx="0" cy="465121"/>
            </a:xfrm>
            <a:prstGeom prst="line">
              <a:avLst/>
            </a:prstGeom>
            <a:ln w="28575" cap="rnd">
              <a:solidFill>
                <a:schemeClr val="accent2">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14" name="TextBox 13">
            <a:extLst>
              <a:ext uri="{FF2B5EF4-FFF2-40B4-BE49-F238E27FC236}">
                <a16:creationId xmlns:a16="http://schemas.microsoft.com/office/drawing/2014/main" id="{2044E162-68FA-4C0E-B9D3-D4C8561D02EE}"/>
              </a:ext>
            </a:extLst>
          </p:cNvPr>
          <p:cNvSpPr txBox="1">
            <a:spLocks/>
          </p:cNvSpPr>
          <p:nvPr/>
        </p:nvSpPr>
        <p:spPr>
          <a:xfrm>
            <a:off x="571500" y="2339873"/>
            <a:ext cx="11048999" cy="3669041"/>
          </a:xfrm>
          <a:prstGeom prst="rect">
            <a:avLst/>
          </a:prstGeom>
        </p:spPr>
        <p:txBody>
          <a:bodyPr wrap="square" lIns="91440" tIns="45720" rIns="91440" bIns="45720">
            <a:noAutofit/>
          </a:bodyPr>
          <a:lstStyle/>
          <a:p>
            <a:pPr marL="230188" indent="-230188" defTabSz="914192">
              <a:spcBef>
                <a:spcPts val="600"/>
              </a:spcBef>
              <a:spcAft>
                <a:spcPts val="600"/>
              </a:spcAft>
              <a:buFont typeface="Arial" panose="020B0604020202020204" pitchFamily="34" charset="0"/>
              <a:buChar char="•"/>
              <a:defRPr/>
            </a:pPr>
            <a:r>
              <a:rPr lang="en-US" sz="1600" dirty="0">
                <a:cs typeface="Segoe UI Semibold" panose="020B0702040204020203" pitchFamily="34" charset="0"/>
              </a:rPr>
              <a:t>Deploying a AKS Cluster</a:t>
            </a:r>
          </a:p>
          <a:p>
            <a:pPr marL="230188" indent="-230188" defTabSz="914192">
              <a:spcBef>
                <a:spcPts val="600"/>
              </a:spcBef>
              <a:spcAft>
                <a:spcPts val="600"/>
              </a:spcAft>
              <a:buFont typeface="Arial" panose="020B0604020202020204" pitchFamily="34" charset="0"/>
              <a:buChar char="•"/>
              <a:defRPr/>
            </a:pPr>
            <a:r>
              <a:rPr lang="en-US" sz="1600" dirty="0">
                <a:cs typeface="Segoe UI Semibold" panose="020B0702040204020203" pitchFamily="34" charset="0"/>
              </a:rPr>
              <a:t>Deploying a AKS Automatic Cluster</a:t>
            </a:r>
          </a:p>
        </p:txBody>
      </p:sp>
      <p:sp>
        <p:nvSpPr>
          <p:cNvPr id="17" name="Footer Placeholder 4">
            <a:extLst>
              <a:ext uri="{FF2B5EF4-FFF2-40B4-BE49-F238E27FC236}">
                <a16:creationId xmlns:a16="http://schemas.microsoft.com/office/drawing/2014/main" id="{E243B2FB-C5E3-4E84-87ED-FB0A2A1A0F89}"/>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8" name="Slide Number Placeholder 3">
            <a:extLst>
              <a:ext uri="{FF2B5EF4-FFF2-40B4-BE49-F238E27FC236}">
                <a16:creationId xmlns:a16="http://schemas.microsoft.com/office/drawing/2014/main" id="{81A9DA9D-1DBE-46E5-BC06-5CF26ACB5995}"/>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3977638465"/>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MIO_NATIVESECTIONS" val="﻿&lt;?xml version=&quot;1.0&quot; encoding=&quot;utf-8&quot;?&gt;&lt;ArrayOfNativeSection xmlns:xsi=&quot;http://www.w3.org/2001/XMLSchema-instance&quot; xmlns:xsd=&quot;http://www.w3.org/2001/XMLSchema&quot;&gt;&lt;NativeSection&gt;&lt;Name&gt;Introduction to Windows PowerShell&lt;/Name&gt;&lt;FirstSlideIndex&gt;4&lt;/FirstSlideIndex&gt;&lt;SlidesCount&gt;6&lt;/SlidesCount&gt;&lt;SlideGuids&gt;&lt;guid&gt;9d9e1da7-2723-4f69-b69f-21b1693715c5&lt;/guid&gt;&lt;guid&gt;3ccd3973-1ec5-46fa-8710-ff514ce2a1f3&lt;/guid&gt;&lt;guid&gt;bc67d307-7296-45c5-86cd-00562e489dd6&lt;/guid&gt;&lt;guid&gt;672fc58f-c006-4e7b-83c2-90f4529f2400&lt;/guid&gt;&lt;guid&gt;318999cc-0be6-4be2-83d0-cb8fe10122fa&lt;/guid&gt;&lt;guid&gt;459b7d24-9e19-433a-accc-69f76be60f43&lt;/guid&gt;&lt;/SlideGuids&gt;&lt;/NativeSection&gt;&lt;NativeSection&gt;&lt;Name&gt;Introduction to Windows PowerShell - The PowerShell shell&lt;/Name&gt;&lt;FirstSlideIndex&gt;10&lt;/FirstSlideIndex&gt;&lt;SlidesCount&gt;7&lt;/SlidesCount&gt;&lt;SlideGuids&gt;&lt;guid&gt;3358efb2-d4c0-4d61-994f-75e3275fac2b&lt;/guid&gt;&lt;guid&gt;6ae3b69a-fbee-464e-ae86-3ecd39513fa0&lt;/guid&gt;&lt;guid&gt;4e0b095b-d004-4f1b-9c6b-30c2d0469d61&lt;/guid&gt;&lt;guid&gt;1d1652e4-8311-451e-9a8c-b2119571880d&lt;/guid&gt;&lt;guid&gt;aa04ec43-c604-4a73-b2eb-0ef0ee77f79c&lt;/guid&gt;&lt;guid&gt;00adf8b6-932b-4200-a1bc-c3f07f8f4d64&lt;/guid&gt;&lt;guid&gt;7e7f40d8-8d37-45ee-9724-a8bf02ad8fcf&lt;/guid&gt;&lt;/SlideGuids&gt;&lt;/NativeSection&gt;&lt;NativeSection&gt;&lt;Name&gt;Introduction to Windows PowerShell - Integrated Scripting Environment (ISE)&lt;/Name&gt;&lt;FirstSlideIndex&gt;17&lt;/FirstSlideIndex&gt;&lt;SlidesCount&gt;7&lt;/SlidesCount&gt;&lt;SlideGuids&gt;&lt;guid&gt;ca3cdbe2-c1a0-496c-8b03-963455ae08cc&lt;/guid&gt;&lt;guid&gt;b1a90355-9415-45f5-a99d-f37839064456&lt;/guid&gt;&lt;guid&gt;3bc041ee-b16c-40a8-a375-66ea1d776dc0&lt;/guid&gt;&lt;guid&gt;b6acce1c-41ec-4e65-bdcc-23f3b5b20db0&lt;/guid&gt;&lt;guid&gt;768a6834-0cfa-4d1b-b334-ac15dc4109ca&lt;/guid&gt;&lt;guid&gt;00adf8b6-932b-4200-a1bc-c3f07f8f4d64&lt;/guid&gt;&lt;guid&gt;7e7f40d8-8d37-45ee-9724-a8bf02ad8fcf&lt;/guid&gt;&lt;/SlideGuids&gt;&lt;/NativeSection&gt;&lt;NativeSection&gt;&lt;Name&gt;Introduction to Windows PowerShell - Integrated Scripting Environment (ISE) - Features&lt;/Name&gt;&lt;FirstSlideIndex&gt;24&lt;/FirstSlideIndex&gt;&lt;SlidesCount&gt;10&lt;/SlidesCount&gt;&lt;SlideGuids&gt;&lt;guid&gt;e1166bed-b1cf-4a18-b3fa-270e99523a73&lt;/guid&gt;&lt;guid&gt;1b439196-c8b3-443c-adfe-ddd445fc1dea&lt;/guid&gt;&lt;guid&gt;5db85947-b1b2-4c61-b1a6-466fcb9ccbc5&lt;/guid&gt;&lt;guid&gt;ff6facb6-682b-4525-82a1-7d48607b7e88&lt;/guid&gt;&lt;guid&gt;30280d42-31cf-4e37-be85-b7dbaab0bb92&lt;/guid&gt;&lt;guid&gt;f026dc64-98b4-4191-a399-1bde3e751c77&lt;/guid&gt;&lt;guid&gt;96dccee5-e57f-4ffe-9f58-07c261f2f193&lt;/guid&gt;&lt;guid&gt;58797128-d2cf-4e7b-ad59-8a18432caccf&lt;/guid&gt;&lt;guid&gt;00adf8b6-932b-4200-a1bc-c3f07f8f4d64&lt;/guid&gt;&lt;guid&gt;7e7f40d8-8d37-45ee-9724-a8bf02ad8fcf&lt;/guid&gt;&lt;/SlideGuids&gt;&lt;/NativeSection&gt;&lt;NativeSection&gt;&lt;Name&gt;Introduction to Commands&lt;/Name&gt;&lt;FirstSlideIndex&gt;34&lt;/FirstSlideIndex&gt;&lt;SlidesCount&gt;2&lt;/SlidesCount&gt;&lt;SlideGuids&gt;&lt;guid&gt;1f669531-dd69-4ef9-a692-f0ee18299d4d&lt;/guid&gt;&lt;guid&gt;3ccd3973-1ec5-46fa-8710-ff514ce2a1f3&lt;/guid&gt;&lt;/SlideGuids&gt;&lt;/NativeSection&gt;&lt;NativeSection&gt;&lt;Name&gt;Introduction to Commands - External Commands&lt;/Name&gt;&lt;FirstSlideIndex&gt;36&lt;/FirstSlideIndex&gt;&lt;SlidesCount&gt;5&lt;/SlidesCount&gt;&lt;SlideGuids&gt;&lt;guid&gt;3feb09ab-e4a3-4df2-b9b2-7c59bed53a69&lt;/guid&gt;&lt;guid&gt;6f878c01-a3eb-40d3-a213-c43f4a3ab641&lt;/guid&gt;&lt;guid&gt;cb107531-a8e9-469d-b5bd-c28436624552&lt;/guid&gt;&lt;guid&gt;6b3f75de-a037-4381-8fc8-618b7e265e56&lt;/guid&gt;&lt;guid&gt;7e7f40d8-8d37-45ee-9724-a8bf02ad8fcf&lt;/guid&gt;&lt;/SlideGuids&gt;&lt;/NativeSection&gt;&lt;NativeSection&gt;&lt;Name&gt;Introduction to Commands - PowerShell commands&lt;/Name&gt;&lt;FirstSlideIndex&gt;41&lt;/FirstSlideIndex&gt;&lt;SlidesCount&gt;12&lt;/SlidesCount&gt;&lt;SlideGuids&gt;&lt;guid&gt;426e1b04-391b-466b-bc29-8a42babefe40&lt;/guid&gt;&lt;guid&gt;a0578b4a-a1e6-4f54-93e4-8bf201accac6&lt;/guid&gt;&lt;guid&gt;a6d5c4db-5b9a-49b0-b2ba-bd0b3bff0758&lt;/guid&gt;&lt;guid&gt;b8052ebc-3fa8-4abe-9c2e-59c3bb4707ee&lt;/guid&gt;&lt;guid&gt;b794a4d1-9791-4bab-b28e-5253577824c6&lt;/guid&gt;&lt;guid&gt;0998e991-5e28-429f-9c2c-28193cee6032&lt;/guid&gt;&lt;guid&gt;4986f64a-99cf-404c-b710-071ed6bff202&lt;/guid&gt;&lt;guid&gt;9d70877b-88a2-415b-b023-87e5f0f10101&lt;/guid&gt;&lt;guid&gt;62563174-4078-46c5-a87c-d458e27091aa&lt;/guid&gt;&lt;guid&gt;bcf04dda-96d7-464b-ab84-ae63980a8e84&lt;/guid&gt;&lt;guid&gt;0e9c346d-8ca7-47d7-a3ea-dd9761e48c90&lt;/guid&gt;&lt;guid&gt;7e7f40d8-8d37-45ee-9724-a8bf02ad8fcf&lt;/guid&gt;&lt;/SlideGuids&gt;&lt;/NativeSection&gt;&lt;NativeSection&gt;&lt;Name&gt;Introduction to Commands - Cmdlet Syntax&lt;/Name&gt;&lt;FirstSlideIndex&gt;53&lt;/FirstSlideIndex&gt;&lt;SlidesCount&gt;14&lt;/SlidesCount&gt;&lt;SlideGuids&gt;&lt;guid&gt;7209000d-aa96-4e20-a91c-501ebc107778&lt;/guid&gt;&lt;guid&gt;f01cb306-9e1f-4590-9e38-bbf493ef8b1f&lt;/guid&gt;&lt;guid&gt;27b66761-f25d-4ebf-b7cd-c087bafe2652&lt;/guid&gt;&lt;guid&gt;7209000d-aa96-4e20-a91c-501ebc107778&lt;/guid&gt;&lt;guid&gt;7209000d-aa96-4e20-a91c-501ebc107778&lt;/guid&gt;&lt;guid&gt;7209000d-aa96-4e20-a91c-501ebc107778&lt;/guid&gt;&lt;guid&gt;7209000d-aa96-4e20-a91c-501ebc107778&lt;/guid&gt;&lt;guid&gt;7209000d-aa96-4e20-a91c-501ebc107778&lt;/guid&gt;&lt;guid&gt;7209000d-aa96-4e20-a91c-501ebc107778&lt;/guid&gt;&lt;guid&gt;5be2a765-e72f-40ef-9415-d6db991094bf&lt;/guid&gt;&lt;guid&gt;0c6b5fa0-27fa-4460-9bdd-29a275a83938&lt;/guid&gt;&lt;guid&gt;6806274d-ae00-4671-bcc4-6c446fd75137&lt;/guid&gt;&lt;guid&gt;eff1ad0d-edff-4696-b71d-26e747cd86cc&lt;/guid&gt;&lt;guid&gt;7e7f40d8-8d37-45ee-9724-a8bf02ad8fcf&lt;/guid&gt;&lt;/SlideGuids&gt;&lt;/NativeSection&gt;&lt;NativeSection&gt;&lt;Name&gt;Introduction to Commands - Cmdlet Common Parameters&lt;/Name&gt;&lt;FirstSlideIndex&gt;67&lt;/FirstSlideIndex&gt;&lt;SlidesCount&gt;12&lt;/SlidesCount&gt;&lt;SlideGuids&gt;&lt;guid&gt;9654f450-f019-44e6-b65b-d1bb1c9ab9cf&lt;/guid&gt;&lt;guid&gt;3f57c3d8-ad09-42db-8b7f-fb53311bbcb1&lt;/guid&gt;&lt;guid&gt;1b20324c-120d-4cd2-829e-ef4a36f4353a&lt;/guid&gt;&lt;guid&gt;cac7793a-fc43-4ff7-bf41-3e011449d657&lt;/guid&gt;&lt;guid&gt;8f045e5b-b095-40cd-80a0-6e971422544f&lt;/guid&gt;&lt;guid&gt;95714aaa-8dfb-4b1e-8b1e-37271dd273fa&lt;/guid&gt;&lt;guid&gt;9ab87bb2-7e8f-4af4-a94a-a8610fdccfdc&lt;/guid&gt;&lt;guid&gt;777d5f4b-0b2a-4316-82e8-5d730bbccaab&lt;/guid&gt;&lt;guid&gt;4654dda3-5a19-4678-8030-b1706eb3eb3f&lt;/guid&gt;&lt;guid&gt;2446594d-bc9d-40a4-8baa-b7757caf755f&lt;/guid&gt;&lt;guid&gt;b9cda98c-f984-44d2-949b-c0a768deba69&lt;/guid&gt;&lt;guid&gt;7e7f40d8-8d37-45ee-9724-a8bf02ad8fcf&lt;/guid&gt;&lt;/SlideGuids&gt;&lt;/NativeSection&gt;&lt;NativeSection&gt;&lt;Name&gt;Introduction to Commands - Command Termination and Line Continuation&lt;/Name&gt;&lt;FirstSlideIndex&gt;79&lt;/FirstSlideIndex&gt;&lt;SlidesCount&gt;8&lt;/SlidesCount&gt;&lt;SlideGuids&gt;&lt;guid&gt;1a25d4e7-21ea-4c9d-82ca-1c4d40b802e6&lt;/guid&gt;&lt;guid&gt;d4fc2cfb-1f4c-4284-9a90-8a9dfac87a51&lt;/guid&gt;&lt;guid&gt;00691e86-e96c-4ad2-9f74-ef4b3fa2693f&lt;/guid&gt;&lt;guid&gt;24f45a39-5d68-4f45-9666-28a431578cb4&lt;/guid&gt;&lt;guid&gt;cda6b029-eec0-4e35-9554-8139afb73cdf&lt;/guid&gt;&lt;guid&gt;ed0db01f-b035-4031-8354-c833afab6954&lt;/guid&gt;&lt;guid&gt;ae2f9860-d0e5-45d9-aeb9-b8c30276d763&lt;/guid&gt;&lt;guid&gt;7e7f40d8-8d37-45ee-9724-a8bf02ad8fcf&lt;/guid&gt;&lt;/SlideGuids&gt;&lt;/NativeSection&gt;&lt;NativeSection&gt;&lt;Name&gt;Introduction to Commands - Built-in Aliases&lt;/Name&gt;&lt;FirstSlideIndex&gt;87&lt;/FirstSlideIndex&gt;&lt;SlidesCount&gt;5&lt;/SlidesCount&gt;&lt;SlideGuids&gt;&lt;guid&gt;daa0c646-4964-4677-b662-6d7b5bde0af7&lt;/guid&gt;&lt;guid&gt;4df4c6eb-d2a5-4e73-bc8d-d337ce32b5c8&lt;/guid&gt;&lt;guid&gt;c1f56b12-3707-4f35-8733-39b9c38473e9&lt;/guid&gt;&lt;guid&gt;a3c72e30-c9fd-41a2-81b7-774a592681f2&lt;/guid&gt;&lt;guid&gt;7e7f40d8-8d37-45ee-9724-a8bf02ad8fcf&lt;/guid&gt;&lt;/SlideGuids&gt;&lt;/NativeSection&gt;&lt;NativeSection&gt;&lt;Name&gt;Introduction to Commands - User-defined Aliases&lt;/Name&gt;&lt;FirstSlideIndex&gt;92&lt;/FirstSlideIndex&gt;&lt;SlidesCount&gt;5&lt;/SlidesCount&gt;&lt;SlideGuids&gt;&lt;guid&gt;a7c2d5d0-e482-48f2-9014-d873da40f698&lt;/guid&gt;&lt;guid&gt;aa04ec43-c604-4a73-b2eb-0ef0ee77f79c&lt;/guid&gt;&lt;guid&gt;7209000d-aa96-4e20-a91c-501ebc107778&lt;/guid&gt;&lt;guid&gt;20c1946b-9a3c-4b0a-ba7c-74353ae716f5&lt;/guid&gt;&lt;guid&gt;7e7f40d8-8d37-45ee-9724-a8bf02ad8fcf&lt;/guid&gt;&lt;/SlideGuids&gt;&lt;/NativeSection&gt;&lt;NativeSection&gt;&lt;Name&gt;Introduction to Commands - Lab: Introduction to Commands&lt;/Name&gt;&lt;FirstSlideIndex&gt;97&lt;/FirstSlideIndex&gt;&lt;SlidesCount&gt;2&lt;/SlidesCount&gt;&lt;SlideGuids&gt;&lt;guid&gt;e5936d9c-b546-443b-afcc-e10e11a5dae6&lt;/guid&gt;&lt;guid&gt;1e5e1ebb-e8bf-4fba-87f5-5fca36bd0235&lt;/guid&gt;&lt;/SlideGuids&gt;&lt;/NativeSection&gt;&lt;/ArrayOfNativeSection&gt;"/>
  <p:tag name="MIO_EKGUID" val="602ca75f-b92d-4d33-a8d7-07e8571bebc5"/>
  <p:tag name="MIO_UPDATE" val="True"/>
  <p:tag name="MIO_VERSION" val="30.03.2020 15:44:06"/>
  <p:tag name="MIO_DBID" val="12B0C59E-2253-4124-A5E9-470ADF4CB168"/>
  <p:tag name="MIO_LASTDOWNLOADED" val="30.03.2020 17:44:54"/>
  <p:tag name="MIO_OBJECTNAME" val="Module Dark Grey"/>
  <p:tag name="MIO_LASTEDITORNAME" val="Devid Treuling"/>
</p:tagLst>
</file>

<file path=ppt/tags/tag2.xml><?xml version="1.0" encoding="utf-8"?>
<p:tagLst xmlns:a="http://schemas.openxmlformats.org/drawingml/2006/main" xmlns:r="http://schemas.openxmlformats.org/officeDocument/2006/relationships" xmlns:p="http://schemas.openxmlformats.org/presentationml/2006/main">
  <p:tag name="MIO_GUID" val="77499e9a-31aa-40e0-aa71-ba32caef6098"/>
  <p:tag name="MIO_EKGUID" val="dadf7f33-1b3b-444f-82e3-91528bb138ab"/>
  <p:tag name="MIO_UPDATE" val="True"/>
  <p:tag name="MIO_VERSION" val="30.03.2020 15:44:05"/>
  <p:tag name="MIO_DBID" val="12b0c59e-2253-4124-a5e9-470adf4cb168"/>
  <p:tag name="MIO_LASTDOWNLOADED" val="30.03.2020 15:44:51"/>
  <p:tag name="MIO_OBJECTNAME" val="Title"/>
  <p:tag name="MIO_LASTEDITORNAME" val="Devid Treuling"/>
</p:tagLst>
</file>

<file path=ppt/tags/tag3.xml><?xml version="1.0" encoding="utf-8"?>
<p:tagLst xmlns:a="http://schemas.openxmlformats.org/drawingml/2006/main" xmlns:r="http://schemas.openxmlformats.org/officeDocument/2006/relationships" xmlns:p="http://schemas.openxmlformats.org/presentationml/2006/main">
  <p:tag name="MIO_GUID" val="55a10cb0-526b-427f-b329-564b9d813585"/>
  <p:tag name="MIO_EKGUID" val="16198fbd-a8ef-4b10-90b5-600ff933c912"/>
  <p:tag name="MIO_UPDATE" val="True"/>
  <p:tag name="MIO_VERSION" val="30.03.2020 15:44:05"/>
  <p:tag name="MIO_DBID" val="12b0c59e-2253-4124-a5e9-470adf4cb168"/>
  <p:tag name="MIO_LASTDOWNLOADED" val="30.03.2020 15:44:51"/>
  <p:tag name="MIO_OBJECTNAME" val="Disclaimer"/>
  <p:tag name="MIO_LASTEDITORNAME" val="Devid Treuling"/>
</p:tagLst>
</file>

<file path=ppt/tags/tag4.xml><?xml version="1.0" encoding="utf-8"?>
<p:tagLst xmlns:a="http://schemas.openxmlformats.org/drawingml/2006/main" xmlns:r="http://schemas.openxmlformats.org/officeDocument/2006/relationships" xmlns:p="http://schemas.openxmlformats.org/presentationml/2006/main">
  <p:tag name="MIO_GUID" val="3f15d768-aaeb-472a-a613-08046adda187"/>
  <p:tag name="MIO_EKGUID" val="66b2b442-327e-43dd-bd4d-df915862f5d3"/>
  <p:tag name="MIO_UPDATE" val="True"/>
  <p:tag name="MIO_VERSION" val="30.03.2020 15:44:05"/>
  <p:tag name="MIO_DBID" val="12b0c59e-2253-4124-a5e9-470adf4cb168"/>
  <p:tag name="MIO_LASTDOWNLOADED" val="30.03.2020 15:44:51"/>
  <p:tag name="MIO_OBJECTNAME" val="Learning Units covered in this Module"/>
  <p:tag name="MIO_LASTEDITORNAME" val="Devid Treuling"/>
</p:tagLst>
</file>

<file path=ppt/tags/tag5.xml><?xml version="1.0" encoding="utf-8"?>
<p:tagLst xmlns:a="http://schemas.openxmlformats.org/drawingml/2006/main" xmlns:r="http://schemas.openxmlformats.org/officeDocument/2006/relationships" xmlns:p="http://schemas.openxmlformats.org/presentationml/2006/main">
  <p:tag name="MIO_GUID" val="9d9e1da7-2723-4f69-b69f-21b1693715c5"/>
  <p:tag name="MIO_EKGUID" val="54ade1c1-5b04-4aab-863d-fd2e000d0565"/>
  <p:tag name="MIO_UPDATE" val="True"/>
  <p:tag name="MIO_VERSION" val="30.03.2020 15:44:05"/>
  <p:tag name="MIO_DBID" val="12b0c59e-2253-4124-a5e9-470adf4cb168"/>
  <p:tag name="MIO_LASTDOWNLOADED" val="30.03.2020 15:44:51"/>
  <p:tag name="MIO_OBJECTNAME" val="Learning 1"/>
  <p:tag name="MIO_LASTEDITORNAME" val="Devid Treuling"/>
</p:tagLst>
</file>

<file path=ppt/tags/tag6.xml><?xml version="1.0" encoding="utf-8"?>
<p:tagLst xmlns:a="http://schemas.openxmlformats.org/drawingml/2006/main" xmlns:r="http://schemas.openxmlformats.org/officeDocument/2006/relationships" xmlns:p="http://schemas.openxmlformats.org/presentationml/2006/main">
  <p:tag name="MIO_GUID" val="9d9e1da7-2723-4f69-b69f-21b1693715c5"/>
  <p:tag name="MIO_EKGUID" val="54ade1c1-5b04-4aab-863d-fd2e000d0565"/>
  <p:tag name="MIO_UPDATE" val="True"/>
  <p:tag name="MIO_VERSION" val="30.03.2020 15:44:05"/>
  <p:tag name="MIO_DBID" val="12b0c59e-2253-4124-a5e9-470adf4cb168"/>
  <p:tag name="MIO_LASTDOWNLOADED" val="30.03.2020 15:44:51"/>
  <p:tag name="MIO_OBJECTNAME" val="Learning 1"/>
  <p:tag name="MIO_LASTEDITORNAME" val="Devid Treuling"/>
</p:tagLst>
</file>

<file path=ppt/tags/tag7.xml><?xml version="1.0" encoding="utf-8"?>
<p:tagLst xmlns:a="http://schemas.openxmlformats.org/drawingml/2006/main" xmlns:r="http://schemas.openxmlformats.org/officeDocument/2006/relationships" xmlns:p="http://schemas.openxmlformats.org/presentationml/2006/main">
  <p:tag name="MIO_GUID" val="9d9e1da7-2723-4f69-b69f-21b1693715c5"/>
  <p:tag name="MIO_EKGUID" val="54ade1c1-5b04-4aab-863d-fd2e000d0565"/>
  <p:tag name="MIO_UPDATE" val="True"/>
  <p:tag name="MIO_VERSION" val="30.03.2020 15:44:05"/>
  <p:tag name="MIO_DBID" val="12b0c59e-2253-4124-a5e9-470adf4cb168"/>
  <p:tag name="MIO_LASTDOWNLOADED" val="30.03.2020 15:44:51"/>
  <p:tag name="MIO_OBJECTNAME" val="Learning 1"/>
  <p:tag name="MIO_LASTEDITORNAME" val="Devid Treuling"/>
</p:tagLst>
</file>

<file path=ppt/tags/tag8.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b0bc2a4e-b359-41fd-8d02-f26205a8e61a"/>
  <p:tag name="MIO_UPDATE" val="True"/>
  <p:tag name="MIO_VERSION" val="30.03.2020 15:44:05"/>
  <p:tag name="MIO_DBID" val="12b0c59e-2253-4124-a5e9-470adf4cb168"/>
  <p:tag name="MIO_LASTDOWNLOADED" val="30.03.2020 15:44:52"/>
  <p:tag name="MIO_OBJECTNAME" val="Questions?"/>
  <p:tag name="MIO_LASTEDITORNAME" val="Devid Treuling"/>
</p:tagLst>
</file>

<file path=ppt/tags/tag9.xml><?xml version="1.0" encoding="utf-8"?>
<p:tagLst xmlns:a="http://schemas.openxmlformats.org/drawingml/2006/main" xmlns:r="http://schemas.openxmlformats.org/officeDocument/2006/relationships" xmlns:p="http://schemas.openxmlformats.org/presentationml/2006/main">
  <p:tag name="MIO_GUID" val="e5936d9c-b546-443b-afcc-e10e11a5dae6"/>
  <p:tag name="MIO_EKGUID" val="49620678-51bf-43f9-9090-c87048a425b9"/>
  <p:tag name="MIO_UPDATE" val="True"/>
  <p:tag name="MIO_VERSION" val="30.03.2020 15:44:06"/>
  <p:tag name="MIO_DBID" val="12b0c59e-2253-4124-a5e9-470adf4cb168"/>
  <p:tag name="MIO_LASTDOWNLOADED" val="30.03.2020 15:44:52"/>
  <p:tag name="MIO_OBJECTNAME" val="Lab Name"/>
  <p:tag name="MIO_LASTEDITORNAME" val="Devid Treuling"/>
</p:tagLst>
</file>

<file path=ppt/theme/theme1.xml><?xml version="1.0" encoding="utf-8"?>
<a:theme xmlns:a="http://schemas.openxmlformats.org/drawingml/2006/main" name="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item1.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3.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4.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5.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6.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7.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8.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9.xml><?xml version="1.0" encoding="utf-8"?>
<?mso-contentType ?>
<FormTemplates xmlns="http://schemas.microsoft.com/sharepoint/v3/contenttype/forms">
  <Display>DocumentLibraryForm</Display>
  <Edit>DocumentLibraryForm</Edit>
  <New>DocumentLibraryForm</New>
</FormTemplates>
</file>

<file path=customXml/item10.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1.xml><?xml version="1.0" encoding="utf-8"?>
<ct:contentTypeSchema xmlns:ct="http://schemas.microsoft.com/office/2006/metadata/contentType" xmlns:ma="http://schemas.microsoft.com/office/2006/metadata/properties/metaAttributes" ct:_="" ma:_="" ma:contentTypeName="Document" ma:contentTypeID="0x010100E69BC7A8EC74B74F8EB826872BF35821" ma:contentTypeVersion="11" ma:contentTypeDescription="Create a new document." ma:contentTypeScope="" ma:versionID="98f8333384bacb13134c50c15d5bcc22">
  <xsd:schema xmlns:xsd="http://www.w3.org/2001/XMLSchema" xmlns:xs="http://www.w3.org/2001/XMLSchema" xmlns:p="http://schemas.microsoft.com/office/2006/metadata/properties" xmlns:ns1="http://schemas.microsoft.com/sharepoint/v3" xmlns:ns2="fe7a4c3d-94ce-45db-961b-252eaa2a0914" targetNamespace="http://schemas.microsoft.com/office/2006/metadata/properties" ma:root="true" ma:fieldsID="760a6c141a50ce6b1373ff46f6810f2c" ns1:_="" ns2:_="">
    <xsd:import namespace="http://schemas.microsoft.com/sharepoint/v3"/>
    <xsd:import namespace="fe7a4c3d-94ce-45db-961b-252eaa2a091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MediaServiceDoc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Unified Compliance Policy Properties" ma:hidden="true" ma:internalName="_ip_UnifiedCompliancePolicyProperties">
      <xsd:simpleType>
        <xsd:restriction base="dms:Note"/>
      </xsd:simpleType>
    </xsd:element>
    <xsd:element name="_ip_UnifiedCompliancePolicyUIAction" ma:index="1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e7a4c3d-94ce-45db-961b-252eaa2a091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3" nillable="true" ma:displayName="MediaServiceBillingMetadata" ma:hidden="true" ma:internalName="MediaServiceBillingMetadata"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DocTags" ma:index="18" nillable="true" ma:displayName="MediaServiceDocTags" ma:hidden="true" ma:internalName="MediaServiceDocTag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2.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13.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4.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15.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16.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1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8.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9.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0.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3.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4.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5.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2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8.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9.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1.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3.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4.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MediaLengthInSeconds xmlns="fe7a4c3d-94ce-45db-961b-252eaa2a0914" xsi:nil="true"/>
  </documentManagement>
</p:properties>
</file>

<file path=customXml/item3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7.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38.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39.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40.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4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42.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Props1.xml><?xml version="1.0" encoding="utf-8"?>
<ds:datastoreItem xmlns:ds="http://schemas.openxmlformats.org/officeDocument/2006/customXml" ds:itemID="{7BE5F28F-50CA-40F1-A02E-E794FE33362D}">
  <ds:schemaRefs>
    <ds:schemaRef ds:uri="Strauss.PersonalizationDefinition"/>
  </ds:schemaRefs>
</ds:datastoreItem>
</file>

<file path=customXml/itemProps2.xml><?xml version="1.0" encoding="utf-8"?>
<ds:datastoreItem xmlns:ds="http://schemas.openxmlformats.org/officeDocument/2006/customXml" ds:itemID="{A09B3D8F-A36C-4B6D-871D-C53F61DFD219}">
  <ds:schemaRefs>
    <ds:schemaRef ds:uri="Strauss.PersonalizationDefinition"/>
  </ds:schemaRefs>
</ds:datastoreItem>
</file>

<file path=customXml/itemProps3.xml><?xml version="1.0" encoding="utf-8"?>
<ds:datastoreItem xmlns:ds="http://schemas.openxmlformats.org/officeDocument/2006/customXml" ds:itemID="{74B2B3C6-F775-40F7-BD53-02161FA6EF9A}">
  <ds:schemaRefs>
    <ds:schemaRef ds:uri="Strauss.PersonalizationDefinition"/>
  </ds:schemaRefs>
</ds:datastoreItem>
</file>

<file path=customXml/itemProps4.xml><?xml version="1.0" encoding="utf-8"?>
<ds:datastoreItem xmlns:ds="http://schemas.openxmlformats.org/officeDocument/2006/customXml" ds:itemID="{E7EBEF02-C69B-46E0-B38A-E51611CE5254}">
  <ds:schemaRefs>
    <ds:schemaRef ds:uri="Strauss.PersonalizationDefinition"/>
  </ds:schemaRefs>
</ds:datastoreItem>
</file>

<file path=customXml/itemProps5.xml><?xml version="1.0" encoding="utf-8"?>
<ds:datastoreItem xmlns:ds="http://schemas.openxmlformats.org/officeDocument/2006/customXml" ds:itemID="{11767EAE-0FC6-472D-9D35-EB3533243F22}">
  <ds:schemaRefs>
    <ds:schemaRef ds:uri="Strauss.PersonalizationDefinition"/>
  </ds:schemaRefs>
</ds:datastoreItem>
</file>

<file path=customXml/itemProps6.xml><?xml version="1.0" encoding="utf-8"?>
<ds:datastoreItem xmlns:ds="http://schemas.openxmlformats.org/officeDocument/2006/customXml" ds:itemID="{406127A5-B8F7-4F8A-95A9-8E20F72EA129}">
  <ds:schemaRefs>
    <ds:schemaRef ds:uri="Strauss.PersonalizationDefinition"/>
  </ds:schemaRefs>
</ds:datastoreItem>
</file>

<file path=customXml/itemProps7.xml><?xml version="1.0" encoding="utf-8"?>
<ds:datastoreItem xmlns:ds="http://schemas.openxmlformats.org/officeDocument/2006/customXml" ds:itemID="{6F485757-9F3C-4A1E-9E86-E1C1551910BA}">
  <ds:schemaRefs>
    <ds:schemaRef ds:uri="Strauss.PersonalizationDefinition"/>
  </ds:schemaRefs>
</ds:datastoreItem>
</file>

<file path=customXml/itemProps8.xml><?xml version="1.0" encoding="utf-8"?>
<ds:datastoreItem xmlns:ds="http://schemas.openxmlformats.org/officeDocument/2006/customXml" ds:itemID="{F56EB5D8-3CD5-48EE-9536-13CF2B9AC25D}">
  <ds:schemaRefs>
    <ds:schemaRef ds:uri="Strauss.PersonalizationDefinition"/>
  </ds:schemaRefs>
</ds:datastoreItem>
</file>

<file path=customXml/itemProps9.xml><?xml version="1.0" encoding="utf-8"?>
<ds:datastoreItem xmlns:ds="http://schemas.openxmlformats.org/officeDocument/2006/customXml" ds:itemID="{C18D3FE9-2C4E-470C-9B85-FEEE51F2FFFE}">
  <ds:schemaRefs>
    <ds:schemaRef ds:uri="http://schemas.microsoft.com/sharepoint/v3/contenttype/forms"/>
  </ds:schemaRefs>
</ds:datastoreItem>
</file>

<file path=customXml/itemProps10.xml><?xml version="1.0" encoding="utf-8"?>
<ds:datastoreItem xmlns:ds="http://schemas.openxmlformats.org/officeDocument/2006/customXml" ds:itemID="{32920470-F086-4197-B6FE-12027DE25DCC}">
  <ds:schemaRefs>
    <ds:schemaRef ds:uri="Strauss.PersonalizationDefinition"/>
  </ds:schemaRefs>
</ds:datastoreItem>
</file>

<file path=customXml/itemProps11.xml><?xml version="1.0" encoding="utf-8"?>
<ds:datastoreItem xmlns:ds="http://schemas.openxmlformats.org/officeDocument/2006/customXml" ds:itemID="{C25D289C-7306-49B5-BB5A-6E525F51B95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e7a4c3d-94ce-45db-961b-252eaa2a091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12.xml><?xml version="1.0" encoding="utf-8"?>
<ds:datastoreItem xmlns:ds="http://schemas.openxmlformats.org/officeDocument/2006/customXml" ds:itemID="{EF4AA5EB-A638-4D3A-B852-E71E18ED4953}">
  <ds:schemaRefs>
    <ds:schemaRef ds:uri="Strauss.PersonalizationDefinition"/>
  </ds:schemaRefs>
</ds:datastoreItem>
</file>

<file path=customXml/itemProps13.xml><?xml version="1.0" encoding="utf-8"?>
<ds:datastoreItem xmlns:ds="http://schemas.openxmlformats.org/officeDocument/2006/customXml" ds:itemID="{5C919DC8-E31E-42F0-9621-B916C2E029BA}">
  <ds:schemaRefs>
    <ds:schemaRef ds:uri="Strauss.PersonalizationDefinition"/>
  </ds:schemaRefs>
</ds:datastoreItem>
</file>

<file path=customXml/itemProps14.xml><?xml version="1.0" encoding="utf-8"?>
<ds:datastoreItem xmlns:ds="http://schemas.openxmlformats.org/officeDocument/2006/customXml" ds:itemID="{D76C1D54-C31A-41C7-8796-37E3A885C9B9}">
  <ds:schemaRefs>
    <ds:schemaRef ds:uri="Strauss.PersonalizationDefinition"/>
  </ds:schemaRefs>
</ds:datastoreItem>
</file>

<file path=customXml/itemProps15.xml><?xml version="1.0" encoding="utf-8"?>
<ds:datastoreItem xmlns:ds="http://schemas.openxmlformats.org/officeDocument/2006/customXml" ds:itemID="{541D4602-AC17-4CBD-B95E-D5B3D757BC54}">
  <ds:schemaRefs>
    <ds:schemaRef ds:uri="Strauss.PersonalizationDefinition"/>
  </ds:schemaRefs>
</ds:datastoreItem>
</file>

<file path=customXml/itemProps16.xml><?xml version="1.0" encoding="utf-8"?>
<ds:datastoreItem xmlns:ds="http://schemas.openxmlformats.org/officeDocument/2006/customXml" ds:itemID="{13A5538B-5199-4900-941A-B01E377F2065}">
  <ds:schemaRefs>
    <ds:schemaRef ds:uri="Strauss.PersonalizationDefinition"/>
  </ds:schemaRefs>
</ds:datastoreItem>
</file>

<file path=customXml/itemProps17.xml><?xml version="1.0" encoding="utf-8"?>
<ds:datastoreItem xmlns:ds="http://schemas.openxmlformats.org/officeDocument/2006/customXml" ds:itemID="{EDFBA6C8-3A38-44F0-B645-B6B0034983DA}">
  <ds:schemaRefs>
    <ds:schemaRef ds:uri="Strauss.PersonalizationDefinition"/>
  </ds:schemaRefs>
</ds:datastoreItem>
</file>

<file path=customXml/itemProps18.xml><?xml version="1.0" encoding="utf-8"?>
<ds:datastoreItem xmlns:ds="http://schemas.openxmlformats.org/officeDocument/2006/customXml" ds:itemID="{103AB8E4-C30A-4895-9606-8D77F2E70F19}">
  <ds:schemaRefs>
    <ds:schemaRef ds:uri="Strauss.PersonalizationDefinition"/>
  </ds:schemaRefs>
</ds:datastoreItem>
</file>

<file path=customXml/itemProps19.xml><?xml version="1.0" encoding="utf-8"?>
<ds:datastoreItem xmlns:ds="http://schemas.openxmlformats.org/officeDocument/2006/customXml" ds:itemID="{6552B3D2-5F72-49FB-8B35-AFE12BF36804}">
  <ds:schemaRefs>
    <ds:schemaRef ds:uri="Strauss.PersonalizationDefinition"/>
  </ds:schemaRefs>
</ds:datastoreItem>
</file>

<file path=customXml/itemProps20.xml><?xml version="1.0" encoding="utf-8"?>
<ds:datastoreItem xmlns:ds="http://schemas.openxmlformats.org/officeDocument/2006/customXml" ds:itemID="{BC268A45-186B-46A3-937F-0E016CEA70C1}">
  <ds:schemaRefs>
    <ds:schemaRef ds:uri="Strauss.PersonalizationDefinition"/>
  </ds:schemaRefs>
</ds:datastoreItem>
</file>

<file path=customXml/itemProps21.xml><?xml version="1.0" encoding="utf-8"?>
<ds:datastoreItem xmlns:ds="http://schemas.openxmlformats.org/officeDocument/2006/customXml" ds:itemID="{08068EAD-DA6C-4DC8-843E-9CB0982D15F3}">
  <ds:schemaRefs>
    <ds:schemaRef ds:uri="Strauss.PersonalizationDefinition"/>
  </ds:schemaRefs>
</ds:datastoreItem>
</file>

<file path=customXml/itemProps22.xml><?xml version="1.0" encoding="utf-8"?>
<ds:datastoreItem xmlns:ds="http://schemas.openxmlformats.org/officeDocument/2006/customXml" ds:itemID="{734F6CED-B619-41E0-BEDE-58B64D5F5EB2}">
  <ds:schemaRefs>
    <ds:schemaRef ds:uri="Strauss.PersonalizationDefinition"/>
  </ds:schemaRefs>
</ds:datastoreItem>
</file>

<file path=customXml/itemProps23.xml><?xml version="1.0" encoding="utf-8"?>
<ds:datastoreItem xmlns:ds="http://schemas.openxmlformats.org/officeDocument/2006/customXml" ds:itemID="{2BCFCE7B-4A43-491B-887D-365E2A1C50B2}">
  <ds:schemaRefs>
    <ds:schemaRef ds:uri="Strauss.PersonalizationDefinition"/>
  </ds:schemaRefs>
</ds:datastoreItem>
</file>

<file path=customXml/itemProps24.xml><?xml version="1.0" encoding="utf-8"?>
<ds:datastoreItem xmlns:ds="http://schemas.openxmlformats.org/officeDocument/2006/customXml" ds:itemID="{712108F3-86F2-4B95-AF2D-FE4E45965FCC}">
  <ds:schemaRefs>
    <ds:schemaRef ds:uri="Strauss.PersonalizationDefinition"/>
  </ds:schemaRefs>
</ds:datastoreItem>
</file>

<file path=customXml/itemProps25.xml><?xml version="1.0" encoding="utf-8"?>
<ds:datastoreItem xmlns:ds="http://schemas.openxmlformats.org/officeDocument/2006/customXml" ds:itemID="{628127A0-F2C3-45C3-BB9F-5B29A6B848BE}">
  <ds:schemaRefs>
    <ds:schemaRef ds:uri="Strauss.PersonalizationDefinition"/>
  </ds:schemaRefs>
</ds:datastoreItem>
</file>

<file path=customXml/itemProps26.xml><?xml version="1.0" encoding="utf-8"?>
<ds:datastoreItem xmlns:ds="http://schemas.openxmlformats.org/officeDocument/2006/customXml" ds:itemID="{D7FDC28F-4CBD-40ED-9D33-0A1360D5DEC4}">
  <ds:schemaRefs>
    <ds:schemaRef ds:uri="Strauss.PersonalizationDefinition"/>
  </ds:schemaRefs>
</ds:datastoreItem>
</file>

<file path=customXml/itemProps27.xml><?xml version="1.0" encoding="utf-8"?>
<ds:datastoreItem xmlns:ds="http://schemas.openxmlformats.org/officeDocument/2006/customXml" ds:itemID="{C1060A51-5976-4775-97EE-ABE1B1E4972A}">
  <ds:schemaRefs>
    <ds:schemaRef ds:uri="Strauss.PersonalizationDefinition"/>
  </ds:schemaRefs>
</ds:datastoreItem>
</file>

<file path=customXml/itemProps28.xml><?xml version="1.0" encoding="utf-8"?>
<ds:datastoreItem xmlns:ds="http://schemas.openxmlformats.org/officeDocument/2006/customXml" ds:itemID="{4EA01338-72BB-48B6-B6A4-05B31FE21105}">
  <ds:schemaRefs>
    <ds:schemaRef ds:uri="Strauss.PersonalizationDefinition"/>
  </ds:schemaRefs>
</ds:datastoreItem>
</file>

<file path=customXml/itemProps29.xml><?xml version="1.0" encoding="utf-8"?>
<ds:datastoreItem xmlns:ds="http://schemas.openxmlformats.org/officeDocument/2006/customXml" ds:itemID="{ECCE7DC3-F525-4E76-8812-56FCA2D21E50}">
  <ds:schemaRefs>
    <ds:schemaRef ds:uri="Strauss.PersonalizationDefinition"/>
  </ds:schemaRefs>
</ds:datastoreItem>
</file>

<file path=customXml/itemProps30.xml><?xml version="1.0" encoding="utf-8"?>
<ds:datastoreItem xmlns:ds="http://schemas.openxmlformats.org/officeDocument/2006/customXml" ds:itemID="{68BE9F8F-073F-46B7-B2D0-86DC8E2E9DCE}">
  <ds:schemaRefs>
    <ds:schemaRef ds:uri="Strauss.PersonalizationDefinition"/>
  </ds:schemaRefs>
</ds:datastoreItem>
</file>

<file path=customXml/itemProps31.xml><?xml version="1.0" encoding="utf-8"?>
<ds:datastoreItem xmlns:ds="http://schemas.openxmlformats.org/officeDocument/2006/customXml" ds:itemID="{B228D3F7-8445-4CE7-92DC-AC7FE2D5A2AF}">
  <ds:schemaRefs>
    <ds:schemaRef ds:uri="Strauss.PersonalizationDefinition"/>
  </ds:schemaRefs>
</ds:datastoreItem>
</file>

<file path=customXml/itemProps32.xml><?xml version="1.0" encoding="utf-8"?>
<ds:datastoreItem xmlns:ds="http://schemas.openxmlformats.org/officeDocument/2006/customXml" ds:itemID="{82C716E8-B770-4139-99B0-F35B9C64B90F}">
  <ds:schemaRefs>
    <ds:schemaRef ds:uri="Strauss.PersonalizationDefinition"/>
  </ds:schemaRefs>
</ds:datastoreItem>
</file>

<file path=customXml/itemProps33.xml><?xml version="1.0" encoding="utf-8"?>
<ds:datastoreItem xmlns:ds="http://schemas.openxmlformats.org/officeDocument/2006/customXml" ds:itemID="{4A3F169F-E27D-4A25-888C-4C5D83BAC082}">
  <ds:schemaRefs>
    <ds:schemaRef ds:uri="Strauss.PersonalizationDefinition"/>
  </ds:schemaRefs>
</ds:datastoreItem>
</file>

<file path=customXml/itemProps34.xml><?xml version="1.0" encoding="utf-8"?>
<ds:datastoreItem xmlns:ds="http://schemas.openxmlformats.org/officeDocument/2006/customXml" ds:itemID="{AC7687D8-5695-4F99-A8BA-1D247B418C22}">
  <ds:schemaRefs>
    <ds:schemaRef ds:uri="http://www.w3.org/XML/1998/namespace"/>
    <ds:schemaRef ds:uri="fb9ea31f-0ab8-44ff-80d1-5777f6d9d945"/>
    <ds:schemaRef ds:uri="http://schemas.microsoft.com/sharepoint/v3"/>
    <ds:schemaRef ds:uri="http://schemas.microsoft.com/office/2006/metadata/properties"/>
    <ds:schemaRef ds:uri="http://purl.org/dc/terms/"/>
    <ds:schemaRef ds:uri="cea7764e-6bf9-427d-be15-e74097e0a61c"/>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230e9df3-be65-4c73-a93b-d1236ebd677e"/>
    <ds:schemaRef ds:uri="http://purl.org/dc/elements/1.1/"/>
    <ds:schemaRef ds:uri="fe7a4c3d-94ce-45db-961b-252eaa2a0914"/>
  </ds:schemaRefs>
</ds:datastoreItem>
</file>

<file path=customXml/itemProps35.xml><?xml version="1.0" encoding="utf-8"?>
<ds:datastoreItem xmlns:ds="http://schemas.openxmlformats.org/officeDocument/2006/customXml" ds:itemID="{B09E3EAE-66CA-4A91-A5FE-A34A70B099ED}">
  <ds:schemaRefs>
    <ds:schemaRef ds:uri="Strauss.PersonalizationDefinition"/>
  </ds:schemaRefs>
</ds:datastoreItem>
</file>

<file path=customXml/itemProps36.xml><?xml version="1.0" encoding="utf-8"?>
<ds:datastoreItem xmlns:ds="http://schemas.openxmlformats.org/officeDocument/2006/customXml" ds:itemID="{DE0DC7DC-A960-4E6E-BF1B-D3D906B081A2}">
  <ds:schemaRefs>
    <ds:schemaRef ds:uri="Strauss.PersonalizationDefinition"/>
  </ds:schemaRefs>
</ds:datastoreItem>
</file>

<file path=customXml/itemProps37.xml><?xml version="1.0" encoding="utf-8"?>
<ds:datastoreItem xmlns:ds="http://schemas.openxmlformats.org/officeDocument/2006/customXml" ds:itemID="{FC25CD5D-A9DA-407F-9106-47BDA14BCED9}">
  <ds:schemaRefs>
    <ds:schemaRef ds:uri="Strauss.PersonalizationDefinition"/>
  </ds:schemaRefs>
</ds:datastoreItem>
</file>

<file path=customXml/itemProps38.xml><?xml version="1.0" encoding="utf-8"?>
<ds:datastoreItem xmlns:ds="http://schemas.openxmlformats.org/officeDocument/2006/customXml" ds:itemID="{D55AC15F-0A03-4D96-AA43-65FC3DCE2717}">
  <ds:schemaRefs>
    <ds:schemaRef ds:uri="Strauss.PersonalizationDefinition"/>
  </ds:schemaRefs>
</ds:datastoreItem>
</file>

<file path=customXml/itemProps39.xml><?xml version="1.0" encoding="utf-8"?>
<ds:datastoreItem xmlns:ds="http://schemas.openxmlformats.org/officeDocument/2006/customXml" ds:itemID="{58F42C43-5950-4EFD-8F43-1C8E6A58474E}">
  <ds:schemaRefs>
    <ds:schemaRef ds:uri="Strauss.PersonalizationDefinition"/>
  </ds:schemaRefs>
</ds:datastoreItem>
</file>

<file path=customXml/itemProps40.xml><?xml version="1.0" encoding="utf-8"?>
<ds:datastoreItem xmlns:ds="http://schemas.openxmlformats.org/officeDocument/2006/customXml" ds:itemID="{4C485A9E-99A8-4277-BE90-E837A967DB2E}">
  <ds:schemaRefs>
    <ds:schemaRef ds:uri="Strauss.PersonalizationDefinition"/>
  </ds:schemaRefs>
</ds:datastoreItem>
</file>

<file path=customXml/itemProps41.xml><?xml version="1.0" encoding="utf-8"?>
<ds:datastoreItem xmlns:ds="http://schemas.openxmlformats.org/officeDocument/2006/customXml" ds:itemID="{FBC13881-F2DC-4AA3-88C8-97C40CA1EBC7}">
  <ds:schemaRefs>
    <ds:schemaRef ds:uri="Strauss.PersonalizationDefinition"/>
  </ds:schemaRefs>
</ds:datastoreItem>
</file>

<file path=customXml/itemProps42.xml><?xml version="1.0" encoding="utf-8"?>
<ds:datastoreItem xmlns:ds="http://schemas.openxmlformats.org/officeDocument/2006/customXml" ds:itemID="{DF333A1B-0A9C-4DA8-ADAB-4378B69FDC48}">
  <ds:schemaRefs>
    <ds:schemaRef ds:uri="Strauss.PersonalizationDefinition"/>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Module_Template</Template>
  <TotalTime>0</TotalTime>
  <Words>1436</Words>
  <Application>Microsoft Office PowerPoint</Application>
  <PresentationFormat>Widescreen</PresentationFormat>
  <Paragraphs>221</Paragraphs>
  <Slides>19</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Segoe Semibold</vt:lpstr>
      <vt:lpstr>Segoe UI</vt:lpstr>
      <vt:lpstr>Segoe UI Semibold</vt:lpstr>
      <vt:lpstr>Wingdings</vt:lpstr>
      <vt:lpstr>White Template</vt:lpstr>
      <vt:lpstr>What is AKS?</vt:lpstr>
      <vt:lpstr>Conditions and terms of use</vt:lpstr>
      <vt:lpstr>Topics</vt:lpstr>
      <vt:lpstr>Components and Features</vt:lpstr>
      <vt:lpstr>What is AKS?</vt:lpstr>
      <vt:lpstr>When to use it</vt:lpstr>
      <vt:lpstr>Components</vt:lpstr>
      <vt:lpstr>Features</vt:lpstr>
      <vt:lpstr>Tiers and offerings</vt:lpstr>
      <vt:lpstr>AKS Standard and AKS Automatic</vt:lpstr>
      <vt:lpstr>Deploying AKS</vt:lpstr>
      <vt:lpstr>Supported Versions</vt:lpstr>
      <vt:lpstr> Add-ons and Extensions</vt:lpstr>
      <vt:lpstr>Add-ons</vt:lpstr>
      <vt:lpstr>Extensions</vt:lpstr>
      <vt:lpstr>3rd party and Open source integrations</vt:lpstr>
      <vt:lpstr>PowerPoint Presentation</vt:lpstr>
      <vt:lpstr>Questions?</vt:lpstr>
      <vt:lpstr>Lab: What is AKS?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WorkshopPLUS - Windows PowerShell: Foundation Skills</dc:title>
  <dc:creator>Mike O'Neill</dc:creator>
  <cp:lastModifiedBy>Ore Akin-Odidi</cp:lastModifiedBy>
  <cp:revision>21</cp:revision>
  <dcterms:created xsi:type="dcterms:W3CDTF">2019-02-08T20:09:46Z</dcterms:created>
  <dcterms:modified xsi:type="dcterms:W3CDTF">2026-07-30T10:47:06Z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mconeill@microsoft.com</vt:lpwstr>
  </property>
  <property fmtid="{D5CDD505-2E9C-101B-9397-08002B2CF9AE}" pid="5" name="MSIP_Label_f42aa342-8706-4288-bd11-ebb85995028c_SetDate">
    <vt:lpwstr>2019-02-08T20:18:02.6502176Z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c97fa254-6a58-4427-a7a7-d6af83db1ac5</vt:lpwstr>
  </property>
  <property fmtid="{D5CDD505-2E9C-101B-9397-08002B2CF9AE}" pid="9" name="MSIP_Label_f42aa342-8706-4288-bd11-ebb85995028c_Extended_MSFT_Method">
    <vt:lpwstr>Automatic</vt:lpwstr>
  </property>
  <property fmtid="{D5CDD505-2E9C-101B-9397-08002B2CF9AE}" pid="10" name="ContentTypeId">
    <vt:lpwstr>0x010100E69BC7A8EC74B74F8EB826872BF35821</vt:lpwstr>
  </property>
  <property fmtid="{D5CDD505-2E9C-101B-9397-08002B2CF9AE}" pid="11" name="_dlc_DocIdItemGuid">
    <vt:lpwstr>faeaa986-2e78-4567-bd40-f1286550cf24</vt:lpwstr>
  </property>
  <property fmtid="{D5CDD505-2E9C-101B-9397-08002B2CF9AE}" pid="12" name="MediaServiceImageTags">
    <vt:lpwstr/>
  </property>
  <property fmtid="{D5CDD505-2E9C-101B-9397-08002B2CF9AE}" pid="13" name="MSIP_Label_8aa191f1-c555-4a9e-8b3e-85ef51701160_Enabled">
    <vt:lpwstr>true</vt:lpwstr>
  </property>
  <property fmtid="{D5CDD505-2E9C-101B-9397-08002B2CF9AE}" pid="14" name="MSIP_Label_8aa191f1-c555-4a9e-8b3e-85ef51701160_SetDate">
    <vt:lpwstr>2021-11-23T16:30:11Z</vt:lpwstr>
  </property>
  <property fmtid="{D5CDD505-2E9C-101B-9397-08002B2CF9AE}" pid="15" name="MSIP_Label_8aa191f1-c555-4a9e-8b3e-85ef51701160_Method">
    <vt:lpwstr>Standard</vt:lpwstr>
  </property>
  <property fmtid="{D5CDD505-2E9C-101B-9397-08002B2CF9AE}" pid="16" name="MSIP_Label_8aa191f1-c555-4a9e-8b3e-85ef51701160_Name">
    <vt:lpwstr>Confidential</vt:lpwstr>
  </property>
  <property fmtid="{D5CDD505-2E9C-101B-9397-08002B2CF9AE}" pid="17" name="MSIP_Label_8aa191f1-c555-4a9e-8b3e-85ef51701160_SiteId">
    <vt:lpwstr>a57507b2-d296-4dca-a9ae-67b1484e02a9</vt:lpwstr>
  </property>
  <property fmtid="{D5CDD505-2E9C-101B-9397-08002B2CF9AE}" pid="18" name="MSIP_Label_8aa191f1-c555-4a9e-8b3e-85ef51701160_ActionId">
    <vt:lpwstr>75c8a85a-1c6e-478a-ae68-029fd0558de5</vt:lpwstr>
  </property>
  <property fmtid="{D5CDD505-2E9C-101B-9397-08002B2CF9AE}" pid="19" name="MSIP_Label_8aa191f1-c555-4a9e-8b3e-85ef51701160_ContentBits">
    <vt:lpwstr>0</vt:lpwstr>
  </property>
  <property fmtid="{D5CDD505-2E9C-101B-9397-08002B2CF9AE}" pid="20" name="Order">
    <vt:r8>25243000</vt:r8>
  </property>
  <property fmtid="{D5CDD505-2E9C-101B-9397-08002B2CF9AE}" pid="21" name="Lead Signoff">
    <vt:bool>false</vt:bool>
  </property>
  <property fmtid="{D5CDD505-2E9C-101B-9397-08002B2CF9AE}" pid="22" name="Title URL">
    <vt:lpwstr>, </vt:lpwstr>
  </property>
  <property fmtid="{D5CDD505-2E9C-101B-9397-08002B2CF9AE}" pid="23" name="xd_Signature">
    <vt:bool>false</vt:bool>
  </property>
  <property fmtid="{D5CDD505-2E9C-101B-9397-08002B2CF9AE}" pid="24" name="xd_ProgID">
    <vt:lpwstr/>
  </property>
  <property fmtid="{D5CDD505-2E9C-101B-9397-08002B2CF9AE}" pid="25" name="_SourceUrl">
    <vt:lpwstr/>
  </property>
  <property fmtid="{D5CDD505-2E9C-101B-9397-08002B2CF9AE}" pid="26" name="_SharedFileIndex">
    <vt:lpwstr/>
  </property>
  <property fmtid="{D5CDD505-2E9C-101B-9397-08002B2CF9AE}" pid="27" name="ComplianceAssetId">
    <vt:lpwstr/>
  </property>
  <property fmtid="{D5CDD505-2E9C-101B-9397-08002B2CF9AE}" pid="28" name="TemplateUrl">
    <vt:lpwstr/>
  </property>
  <property fmtid="{D5CDD505-2E9C-101B-9397-08002B2CF9AE}" pid="29" name="State">
    <vt:lpwstr>Open</vt:lpwstr>
  </property>
  <property fmtid="{D5CDD505-2E9C-101B-9397-08002B2CF9AE}" pid="30" name="_ExtendedDescription">
    <vt:lpwstr/>
  </property>
  <property fmtid="{D5CDD505-2E9C-101B-9397-08002B2CF9AE}" pid="31" name="TriggerFlowInfo">
    <vt:lpwstr/>
  </property>
  <property fmtid="{D5CDD505-2E9C-101B-9397-08002B2CF9AE}" pid="32" name="Mail Sent">
    <vt:bool>false</vt:bool>
  </property>
</Properties>
</file>