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tags/tag9.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3"/>
  </p:sldMasterIdLst>
  <p:notesMasterIdLst>
    <p:notesMasterId r:id="rId61"/>
  </p:notesMasterIdLst>
  <p:sldIdLst>
    <p:sldId id="256" r:id="rId44"/>
    <p:sldId id="257" r:id="rId45"/>
    <p:sldId id="2147469889" r:id="rId46"/>
    <p:sldId id="259" r:id="rId47"/>
    <p:sldId id="2147469900" r:id="rId48"/>
    <p:sldId id="2147469913" r:id="rId49"/>
    <p:sldId id="2147469918" r:id="rId50"/>
    <p:sldId id="2147469909" r:id="rId51"/>
    <p:sldId id="2147469911" r:id="rId52"/>
    <p:sldId id="2147469915" r:id="rId53"/>
    <p:sldId id="2147469916" r:id="rId54"/>
    <p:sldId id="2147469910" r:id="rId55"/>
    <p:sldId id="2147469912" r:id="rId56"/>
    <p:sldId id="2147469917" r:id="rId57"/>
    <p:sldId id="2147469919" r:id="rId58"/>
    <p:sldId id="266" r:id="rId59"/>
    <p:sldId id="265" r:id="rId60"/>
  </p:sldIdLst>
  <p:sldSz cx="12192000" cy="6858000"/>
  <p:notesSz cx="6858000" cy="9144000"/>
  <p:custDataLst>
    <p:tags r:id="rId6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568DCA-21B2-CD93-C687-13D46297E6A0}" v="2" dt="2025-09-08T18:31:30.991"/>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70" autoAdjust="0"/>
    <p:restoredTop sz="86620" autoAdjust="0"/>
  </p:normalViewPr>
  <p:slideViewPr>
    <p:cSldViewPr snapToGrid="0">
      <p:cViewPr varScale="1">
        <p:scale>
          <a:sx n="129" d="100"/>
          <a:sy n="129" d="100"/>
        </p:scale>
        <p:origin x="1032" y="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4.xml"/><Relationship Id="rId63" Type="http://schemas.openxmlformats.org/officeDocument/2006/relationships/commentAuthors" Target="commentAuthors.xml"/><Relationship Id="rId68" Type="http://schemas.microsoft.com/office/2016/11/relationships/changesInfo" Target="changesInfos/changesInfo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slide" Target="slides/slide2.xml"/><Relationship Id="rId53" Type="http://schemas.openxmlformats.org/officeDocument/2006/relationships/slide" Target="slides/slide10.xml"/><Relationship Id="rId58" Type="http://schemas.openxmlformats.org/officeDocument/2006/relationships/slide" Target="slides/slide15.xml"/><Relationship Id="rId66" Type="http://schemas.openxmlformats.org/officeDocument/2006/relationships/theme" Target="theme/theme1.xml"/><Relationship Id="rId5" Type="http://schemas.openxmlformats.org/officeDocument/2006/relationships/customXml" Target="../customXml/item5.xml"/><Relationship Id="rId61" Type="http://schemas.openxmlformats.org/officeDocument/2006/relationships/notesMaster" Target="notesMasters/notesMaster1.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slideMaster" Target="slideMasters/slideMaster1.xml"/><Relationship Id="rId48" Type="http://schemas.openxmlformats.org/officeDocument/2006/relationships/slide" Target="slides/slide5.xml"/><Relationship Id="rId56" Type="http://schemas.openxmlformats.org/officeDocument/2006/relationships/slide" Target="slides/slide13.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customXml" Target="../customXml/item8.xml"/><Relationship Id="rId51" Type="http://schemas.openxmlformats.org/officeDocument/2006/relationships/slide" Target="slides/slide8.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 Target="slides/slide3.xml"/><Relationship Id="rId59" Type="http://schemas.openxmlformats.org/officeDocument/2006/relationships/slide" Target="slides/slide16.xml"/><Relationship Id="rId67" Type="http://schemas.openxmlformats.org/officeDocument/2006/relationships/tableStyles" Target="tableStyles.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11.xml"/><Relationship Id="rId62" Type="http://schemas.openxmlformats.org/officeDocument/2006/relationships/tags" Target="tags/tag1.xml"/><Relationship Id="rId70"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6.xml"/><Relationship Id="rId57" Type="http://schemas.openxmlformats.org/officeDocument/2006/relationships/slide" Target="slides/slide14.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1.xml"/><Relationship Id="rId52" Type="http://schemas.openxmlformats.org/officeDocument/2006/relationships/slide" Target="slides/slide9.xml"/><Relationship Id="rId60" Type="http://schemas.openxmlformats.org/officeDocument/2006/relationships/slide" Target="slides/slide17.xml"/><Relationship Id="rId65"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7.xml"/><Relationship Id="rId55"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Albers" userId="S::andrewalbers@microsoft.com::05a0db6f-a93d-4086-9310-e241c2ed23ed" providerId="AD" clId="Web-{D8568DCA-21B2-CD93-C687-13D46297E6A0}"/>
    <pc:docChg chg="delSld">
      <pc:chgData name="Andrew Albers" userId="S::andrewalbers@microsoft.com::05a0db6f-a93d-4086-9310-e241c2ed23ed" providerId="AD" clId="Web-{D8568DCA-21B2-CD93-C687-13D46297E6A0}" dt="2025-09-08T18:31:30.991" v="1"/>
      <pc:docMkLst>
        <pc:docMk/>
      </pc:docMkLst>
      <pc:sldChg chg="del">
        <pc:chgData name="Andrew Albers" userId="S::andrewalbers@microsoft.com::05a0db6f-a93d-4086-9310-e241c2ed23ed" providerId="AD" clId="Web-{D8568DCA-21B2-CD93-C687-13D46297E6A0}" dt="2025-09-08T18:31:30.991" v="1"/>
        <pc:sldMkLst>
          <pc:docMk/>
          <pc:sldMk cId="1590938168" sldId="2147469867"/>
        </pc:sldMkLst>
      </pc:sldChg>
      <pc:sldChg chg="del">
        <pc:chgData name="Andrew Albers" userId="S::andrewalbers@microsoft.com::05a0db6f-a93d-4086-9310-e241c2ed23ed" providerId="AD" clId="Web-{D8568DCA-21B2-CD93-C687-13D46297E6A0}" dt="2025-09-08T18:31:28.475" v="0"/>
        <pc:sldMkLst>
          <pc:docMk/>
          <pc:sldMk cId="1497532563" sldId="2147469876"/>
        </pc:sldMkLst>
      </pc:sldChg>
    </pc:docChg>
  </pc:docChgLst>
  <pc:docChgLst>
    <pc:chgData name="Andrew Albers" userId="05a0db6f-a93d-4086-9310-e241c2ed23ed" providerId="ADAL" clId="{2676AFB2-4A5A-44E4-A31D-5022E82A47A1}"/>
    <pc:docChg chg="undo custSel addSld delSld modSld sldOrd">
      <pc:chgData name="Andrew Albers" userId="05a0db6f-a93d-4086-9310-e241c2ed23ed" providerId="ADAL" clId="{2676AFB2-4A5A-44E4-A31D-5022E82A47A1}" dt="2025-05-05T19:03:33.048" v="2245" actId="20577"/>
      <pc:docMkLst>
        <pc:docMk/>
      </pc:docMkLst>
      <pc:sldChg chg="modSp mod">
        <pc:chgData name="Andrew Albers" userId="05a0db6f-a93d-4086-9310-e241c2ed23ed" providerId="ADAL" clId="{2676AFB2-4A5A-44E4-A31D-5022E82A47A1}" dt="2025-05-05T19:03:33.048" v="2245" actId="20577"/>
        <pc:sldMkLst>
          <pc:docMk/>
          <pc:sldMk cId="2181956486" sldId="256"/>
        </pc:sldMkLst>
      </pc:sldChg>
      <pc:sldChg chg="modSp mod">
        <pc:chgData name="Andrew Albers" userId="05a0db6f-a93d-4086-9310-e241c2ed23ed" providerId="ADAL" clId="{2676AFB2-4A5A-44E4-A31D-5022E82A47A1}" dt="2025-04-17T18:07:55.499" v="219" actId="20577"/>
        <pc:sldMkLst>
          <pc:docMk/>
          <pc:sldMk cId="1635881331" sldId="259"/>
        </pc:sldMkLst>
      </pc:sldChg>
      <pc:sldChg chg="del">
        <pc:chgData name="Andrew Albers" userId="05a0db6f-a93d-4086-9310-e241c2ed23ed" providerId="ADAL" clId="{2676AFB2-4A5A-44E4-A31D-5022E82A47A1}" dt="2025-04-17T16:45:24.393" v="180" actId="47"/>
        <pc:sldMkLst>
          <pc:docMk/>
          <pc:sldMk cId="2379444036" sldId="262"/>
        </pc:sldMkLst>
      </pc:sldChg>
      <pc:sldChg chg="add del">
        <pc:chgData name="Andrew Albers" userId="05a0db6f-a93d-4086-9310-e241c2ed23ed" providerId="ADAL" clId="{2676AFB2-4A5A-44E4-A31D-5022E82A47A1}" dt="2025-04-17T19:26:41.513" v="2177" actId="47"/>
        <pc:sldMkLst>
          <pc:docMk/>
          <pc:sldMk cId="1385431110" sldId="263"/>
        </pc:sldMkLst>
      </pc:sldChg>
      <pc:sldChg chg="del">
        <pc:chgData name="Andrew Albers" userId="05a0db6f-a93d-4086-9310-e241c2ed23ed" providerId="ADAL" clId="{2676AFB2-4A5A-44E4-A31D-5022E82A47A1}" dt="2025-04-17T19:26:43.270" v="2178" actId="47"/>
        <pc:sldMkLst>
          <pc:docMk/>
          <pc:sldMk cId="3996308554" sldId="264"/>
        </pc:sldMkLst>
      </pc:sldChg>
      <pc:sldChg chg="add del">
        <pc:chgData name="Andrew Albers" userId="05a0db6f-a93d-4086-9310-e241c2ed23ed" providerId="ADAL" clId="{2676AFB2-4A5A-44E4-A31D-5022E82A47A1}" dt="2025-04-17T19:26:39.243" v="2175" actId="47"/>
        <pc:sldMkLst>
          <pc:docMk/>
          <pc:sldMk cId="1660683684" sldId="272"/>
        </pc:sldMkLst>
      </pc:sldChg>
      <pc:sldChg chg="del">
        <pc:chgData name="Andrew Albers" userId="05a0db6f-a93d-4086-9310-e241c2ed23ed" providerId="ADAL" clId="{2676AFB2-4A5A-44E4-A31D-5022E82A47A1}" dt="2025-04-17T16:41:44.554" v="153" actId="47"/>
        <pc:sldMkLst>
          <pc:docMk/>
          <pc:sldMk cId="2901160637" sldId="274"/>
        </pc:sldMkLst>
      </pc:sldChg>
      <pc:sldChg chg="add del">
        <pc:chgData name="Andrew Albers" userId="05a0db6f-a93d-4086-9310-e241c2ed23ed" providerId="ADAL" clId="{2676AFB2-4A5A-44E4-A31D-5022E82A47A1}" dt="2025-04-17T19:26:40.467" v="2176" actId="47"/>
        <pc:sldMkLst>
          <pc:docMk/>
          <pc:sldMk cId="2658098196" sldId="277"/>
        </pc:sldMkLst>
      </pc:sldChg>
      <pc:sldChg chg="del">
        <pc:chgData name="Andrew Albers" userId="05a0db6f-a93d-4086-9310-e241c2ed23ed" providerId="ADAL" clId="{2676AFB2-4A5A-44E4-A31D-5022E82A47A1}" dt="2025-04-17T16:45:25.581" v="181" actId="47"/>
        <pc:sldMkLst>
          <pc:docMk/>
          <pc:sldMk cId="1116137402" sldId="278"/>
        </pc:sldMkLst>
      </pc:sldChg>
      <pc:sldChg chg="add del">
        <pc:chgData name="Andrew Albers" userId="05a0db6f-a93d-4086-9310-e241c2ed23ed" providerId="ADAL" clId="{2676AFB2-4A5A-44E4-A31D-5022E82A47A1}" dt="2025-04-17T19:26:37.844" v="2174" actId="47"/>
        <pc:sldMkLst>
          <pc:docMk/>
          <pc:sldMk cId="2079012354" sldId="279"/>
        </pc:sldMkLst>
      </pc:sldChg>
      <pc:sldChg chg="del">
        <pc:chgData name="Andrew Albers" userId="05a0db6f-a93d-4086-9310-e241c2ed23ed" providerId="ADAL" clId="{2676AFB2-4A5A-44E4-A31D-5022E82A47A1}" dt="2025-04-17T19:26:44.692" v="2179" actId="47"/>
        <pc:sldMkLst>
          <pc:docMk/>
          <pc:sldMk cId="984083080" sldId="280"/>
        </pc:sldMkLst>
      </pc:sldChg>
      <pc:sldChg chg="del">
        <pc:chgData name="Andrew Albers" userId="05a0db6f-a93d-4086-9310-e241c2ed23ed" providerId="ADAL" clId="{2676AFB2-4A5A-44E4-A31D-5022E82A47A1}" dt="2025-04-17T19:28:18.186" v="2185" actId="47"/>
        <pc:sldMkLst>
          <pc:docMk/>
          <pc:sldMk cId="3906565222" sldId="2147469849"/>
        </pc:sldMkLst>
      </pc:sldChg>
      <pc:sldChg chg="del">
        <pc:chgData name="Andrew Albers" userId="05a0db6f-a93d-4086-9310-e241c2ed23ed" providerId="ADAL" clId="{2676AFB2-4A5A-44E4-A31D-5022E82A47A1}" dt="2025-04-17T19:27:02.267" v="2183" actId="47"/>
        <pc:sldMkLst>
          <pc:docMk/>
          <pc:sldMk cId="3833674747" sldId="2147469853"/>
        </pc:sldMkLst>
      </pc:sldChg>
      <pc:sldChg chg="del">
        <pc:chgData name="Andrew Albers" userId="05a0db6f-a93d-4086-9310-e241c2ed23ed" providerId="ADAL" clId="{2676AFB2-4A5A-44E4-A31D-5022E82A47A1}" dt="2025-04-17T19:27:03.320" v="2184" actId="47"/>
        <pc:sldMkLst>
          <pc:docMk/>
          <pc:sldMk cId="3096303819" sldId="2147469859"/>
        </pc:sldMkLst>
      </pc:sldChg>
      <pc:sldChg chg="del">
        <pc:chgData name="Andrew Albers" userId="05a0db6f-a93d-4086-9310-e241c2ed23ed" providerId="ADAL" clId="{2676AFB2-4A5A-44E4-A31D-5022E82A47A1}" dt="2025-04-17T19:28:26.122" v="2187" actId="47"/>
        <pc:sldMkLst>
          <pc:docMk/>
          <pc:sldMk cId="4015218864" sldId="2147469872"/>
        </pc:sldMkLst>
      </pc:sldChg>
      <pc:sldChg chg="del">
        <pc:chgData name="Andrew Albers" userId="05a0db6f-a93d-4086-9310-e241c2ed23ed" providerId="ADAL" clId="{2676AFB2-4A5A-44E4-A31D-5022E82A47A1}" dt="2025-04-17T19:28:27.973" v="2188" actId="47"/>
        <pc:sldMkLst>
          <pc:docMk/>
          <pc:sldMk cId="2635820762" sldId="2147469873"/>
        </pc:sldMkLst>
      </pc:sldChg>
      <pc:sldChg chg="del">
        <pc:chgData name="Andrew Albers" userId="05a0db6f-a93d-4086-9310-e241c2ed23ed" providerId="ADAL" clId="{2676AFB2-4A5A-44E4-A31D-5022E82A47A1}" dt="2025-04-17T19:28:21.068" v="2186" actId="47"/>
        <pc:sldMkLst>
          <pc:docMk/>
          <pc:sldMk cId="2235235484" sldId="2147469875"/>
        </pc:sldMkLst>
      </pc:sldChg>
      <pc:sldChg chg="del">
        <pc:chgData name="Andrew Albers" userId="05a0db6f-a93d-4086-9310-e241c2ed23ed" providerId="ADAL" clId="{2676AFB2-4A5A-44E4-A31D-5022E82A47A1}" dt="2025-04-17T19:26:59.019" v="2181" actId="47"/>
        <pc:sldMkLst>
          <pc:docMk/>
          <pc:sldMk cId="522795473" sldId="2147469885"/>
        </pc:sldMkLst>
      </pc:sldChg>
      <pc:sldChg chg="del">
        <pc:chgData name="Andrew Albers" userId="05a0db6f-a93d-4086-9310-e241c2ed23ed" providerId="ADAL" clId="{2676AFB2-4A5A-44E4-A31D-5022E82A47A1}" dt="2025-04-17T19:27:00.836" v="2182" actId="47"/>
        <pc:sldMkLst>
          <pc:docMk/>
          <pc:sldMk cId="1952507436" sldId="2147469886"/>
        </pc:sldMkLst>
      </pc:sldChg>
      <pc:sldChg chg="del">
        <pc:chgData name="Andrew Albers" userId="05a0db6f-a93d-4086-9310-e241c2ed23ed" providerId="ADAL" clId="{2676AFB2-4A5A-44E4-A31D-5022E82A47A1}" dt="2025-04-17T19:28:29.029" v="2189" actId="47"/>
        <pc:sldMkLst>
          <pc:docMk/>
          <pc:sldMk cId="3592306970" sldId="2147469887"/>
        </pc:sldMkLst>
      </pc:sldChg>
      <pc:sldChg chg="del">
        <pc:chgData name="Andrew Albers" userId="05a0db6f-a93d-4086-9310-e241c2ed23ed" providerId="ADAL" clId="{2676AFB2-4A5A-44E4-A31D-5022E82A47A1}" dt="2025-04-17T19:26:57.421" v="2180" actId="47"/>
        <pc:sldMkLst>
          <pc:docMk/>
          <pc:sldMk cId="3486580683" sldId="2147469888"/>
        </pc:sldMkLst>
      </pc:sldChg>
      <pc:sldChg chg="delSp modSp mod">
        <pc:chgData name="Andrew Albers" userId="05a0db6f-a93d-4086-9310-e241c2ed23ed" providerId="ADAL" clId="{2676AFB2-4A5A-44E4-A31D-5022E82A47A1}" dt="2025-04-17T18:08:02.583" v="229" actId="20577"/>
        <pc:sldMkLst>
          <pc:docMk/>
          <pc:sldMk cId="3291269963" sldId="2147469889"/>
        </pc:sldMkLst>
      </pc:sldChg>
      <pc:sldChg chg="del">
        <pc:chgData name="Andrew Albers" userId="05a0db6f-a93d-4086-9310-e241c2ed23ed" providerId="ADAL" clId="{2676AFB2-4A5A-44E4-A31D-5022E82A47A1}" dt="2025-04-17T16:40:44.509" v="98" actId="47"/>
        <pc:sldMkLst>
          <pc:docMk/>
          <pc:sldMk cId="3573563435" sldId="2147469890"/>
        </pc:sldMkLst>
      </pc:sldChg>
      <pc:sldChg chg="del">
        <pc:chgData name="Andrew Albers" userId="05a0db6f-a93d-4086-9310-e241c2ed23ed" providerId="ADAL" clId="{2676AFB2-4A5A-44E4-A31D-5022E82A47A1}" dt="2025-04-17T16:40:40.639" v="96" actId="47"/>
        <pc:sldMkLst>
          <pc:docMk/>
          <pc:sldMk cId="3382956385" sldId="2147469891"/>
        </pc:sldMkLst>
      </pc:sldChg>
      <pc:sldChg chg="del">
        <pc:chgData name="Andrew Albers" userId="05a0db6f-a93d-4086-9310-e241c2ed23ed" providerId="ADAL" clId="{2676AFB2-4A5A-44E4-A31D-5022E82A47A1}" dt="2025-04-17T16:40:42.393" v="97" actId="47"/>
        <pc:sldMkLst>
          <pc:docMk/>
          <pc:sldMk cId="3162923012" sldId="2147469892"/>
        </pc:sldMkLst>
      </pc:sldChg>
      <pc:sldChg chg="modSp add del mod ord">
        <pc:chgData name="Andrew Albers" userId="05a0db6f-a93d-4086-9310-e241c2ed23ed" providerId="ADAL" clId="{2676AFB2-4A5A-44E4-A31D-5022E82A47A1}" dt="2025-04-17T18:09:54.177" v="288" actId="20577"/>
        <pc:sldMkLst>
          <pc:docMk/>
          <pc:sldMk cId="272191530" sldId="2147469900"/>
        </pc:sldMkLst>
      </pc:sldChg>
      <pc:sldChg chg="del">
        <pc:chgData name="Andrew Albers" userId="05a0db6f-a93d-4086-9310-e241c2ed23ed" providerId="ADAL" clId="{2676AFB2-4A5A-44E4-A31D-5022E82A47A1}" dt="2025-04-17T16:41:41.824" v="152" actId="47"/>
        <pc:sldMkLst>
          <pc:docMk/>
          <pc:sldMk cId="641711193" sldId="2147469902"/>
        </pc:sldMkLst>
      </pc:sldChg>
      <pc:sldChg chg="modSp add mod">
        <pc:chgData name="Andrew Albers" userId="05a0db6f-a93d-4086-9310-e241c2ed23ed" providerId="ADAL" clId="{2676AFB2-4A5A-44E4-A31D-5022E82A47A1}" dt="2025-04-17T16:41:32.138" v="151" actId="20577"/>
        <pc:sldMkLst>
          <pc:docMk/>
          <pc:sldMk cId="213056789" sldId="2147469909"/>
        </pc:sldMkLst>
      </pc:sldChg>
      <pc:sldChg chg="modSp add mod">
        <pc:chgData name="Andrew Albers" userId="05a0db6f-a93d-4086-9310-e241c2ed23ed" providerId="ADAL" clId="{2676AFB2-4A5A-44E4-A31D-5022E82A47A1}" dt="2025-04-17T16:45:20.407" v="179" actId="20577"/>
        <pc:sldMkLst>
          <pc:docMk/>
          <pc:sldMk cId="824158616" sldId="2147469910"/>
        </pc:sldMkLst>
      </pc:sldChg>
      <pc:sldChg chg="delSp modSp add mod ord">
        <pc:chgData name="Andrew Albers" userId="05a0db6f-a93d-4086-9310-e241c2ed23ed" providerId="ADAL" clId="{2676AFB2-4A5A-44E4-A31D-5022E82A47A1}" dt="2025-04-17T18:31:36.348" v="1210" actId="478"/>
        <pc:sldMkLst>
          <pc:docMk/>
          <pc:sldMk cId="2439582351" sldId="2147469911"/>
        </pc:sldMkLst>
      </pc:sldChg>
      <pc:sldChg chg="delSp modSp add mod ord">
        <pc:chgData name="Andrew Albers" userId="05a0db6f-a93d-4086-9310-e241c2ed23ed" providerId="ADAL" clId="{2676AFB2-4A5A-44E4-A31D-5022E82A47A1}" dt="2025-04-17T19:21:08.927" v="2173" actId="313"/>
        <pc:sldMkLst>
          <pc:docMk/>
          <pc:sldMk cId="1146671792" sldId="2147469912"/>
        </pc:sldMkLst>
      </pc:sldChg>
      <pc:sldChg chg="modSp add mod">
        <pc:chgData name="Andrew Albers" userId="05a0db6f-a93d-4086-9310-e241c2ed23ed" providerId="ADAL" clId="{2676AFB2-4A5A-44E4-A31D-5022E82A47A1}" dt="2025-04-17T18:09:40.973" v="269" actId="20577"/>
        <pc:sldMkLst>
          <pc:docMk/>
          <pc:sldMk cId="203859818" sldId="2147469913"/>
        </pc:sldMkLst>
      </pc:sldChg>
      <pc:sldChg chg="modSp add mod">
        <pc:chgData name="Andrew Albers" userId="05a0db6f-a93d-4086-9310-e241c2ed23ed" providerId="ADAL" clId="{2676AFB2-4A5A-44E4-A31D-5022E82A47A1}" dt="2025-04-17T18:09:48.825" v="282" actId="20577"/>
        <pc:sldMkLst>
          <pc:docMk/>
          <pc:sldMk cId="1471249835" sldId="2147469914"/>
        </pc:sldMkLst>
      </pc:sldChg>
      <pc:sldChg chg="addSp delSp modSp add mod modNotesTx">
        <pc:chgData name="Andrew Albers" userId="05a0db6f-a93d-4086-9310-e241c2ed23ed" providerId="ADAL" clId="{2676AFB2-4A5A-44E4-A31D-5022E82A47A1}" dt="2025-04-17T18:33:57.291" v="1396"/>
        <pc:sldMkLst>
          <pc:docMk/>
          <pc:sldMk cId="1165046288" sldId="2147469915"/>
        </pc:sldMkLst>
      </pc:sldChg>
      <pc:sldChg chg="addSp delSp modSp new mod modTransition modMedia modClrScheme delAnim chgLayout modNotesTx">
        <pc:chgData name="Andrew Albers" userId="05a0db6f-a93d-4086-9310-e241c2ed23ed" providerId="ADAL" clId="{2676AFB2-4A5A-44E4-A31D-5022E82A47A1}" dt="2025-04-17T19:12:32.809" v="1946" actId="20577"/>
        <pc:sldMkLst>
          <pc:docMk/>
          <pc:sldMk cId="54957035" sldId="2147469916"/>
        </pc:sldMkLst>
      </pc:sldChg>
      <pc:sldChg chg="addSp delSp modSp add mod">
        <pc:chgData name="Andrew Albers" userId="05a0db6f-a93d-4086-9310-e241c2ed23ed" providerId="ADAL" clId="{2676AFB2-4A5A-44E4-A31D-5022E82A47A1}" dt="2025-04-17T19:21:00.058" v="2172" actId="478"/>
        <pc:sldMkLst>
          <pc:docMk/>
          <pc:sldMk cId="349524020" sldId="2147469917"/>
        </pc:sldMkLst>
      </pc:sldChg>
      <pc:sldChg chg="modSp mod">
        <pc:chgData name="Andrew Albers" userId="05a0db6f-a93d-4086-9310-e241c2ed23ed" providerId="ADAL" clId="{2676AFB2-4A5A-44E4-A31D-5022E82A47A1}" dt="2025-04-22T16:00:34.452" v="2240" actId="20577"/>
        <pc:sldMkLst>
          <pc:docMk/>
          <pc:sldMk cId="2593775031" sldId="2147469919"/>
        </pc:sldMkLst>
      </pc:sldChg>
    </pc:docChg>
  </pc:docChgLst>
  <pc:docChgLst>
    <pc:chgData name="Andrew Albers" userId="05a0db6f-a93d-4086-9310-e241c2ed23ed" providerId="ADAL" clId="{718673AE-47B9-2345-A002-76E135B6C788}"/>
    <pc:docChg chg="undo custSel addSld delSld modSld">
      <pc:chgData name="Andrew Albers" userId="05a0db6f-a93d-4086-9310-e241c2ed23ed" providerId="ADAL" clId="{718673AE-47B9-2345-A002-76E135B6C788}" dt="2025-04-18T16:26:28.970" v="2968" actId="20577"/>
      <pc:docMkLst>
        <pc:docMk/>
      </pc:docMkLst>
      <pc:sldChg chg="modSp mod">
        <pc:chgData name="Andrew Albers" userId="05a0db6f-a93d-4086-9310-e241c2ed23ed" providerId="ADAL" clId="{718673AE-47B9-2345-A002-76E135B6C788}" dt="2025-04-18T15:53:49.520" v="1389" actId="20577"/>
        <pc:sldMkLst>
          <pc:docMk/>
          <pc:sldMk cId="2181956486" sldId="256"/>
        </pc:sldMkLst>
      </pc:sldChg>
      <pc:sldChg chg="modSp mod">
        <pc:chgData name="Andrew Albers" userId="05a0db6f-a93d-4086-9310-e241c2ed23ed" providerId="ADAL" clId="{718673AE-47B9-2345-A002-76E135B6C788}" dt="2025-04-18T15:53:37.895" v="1388" actId="14100"/>
        <pc:sldMkLst>
          <pc:docMk/>
          <pc:sldMk cId="1635881331" sldId="259"/>
        </pc:sldMkLst>
      </pc:sldChg>
      <pc:sldChg chg="modSp mod">
        <pc:chgData name="Andrew Albers" userId="05a0db6f-a93d-4086-9310-e241c2ed23ed" providerId="ADAL" clId="{718673AE-47B9-2345-A002-76E135B6C788}" dt="2025-04-18T15:39:40.774" v="990" actId="20577"/>
        <pc:sldMkLst>
          <pc:docMk/>
          <pc:sldMk cId="3977638465" sldId="266"/>
        </pc:sldMkLst>
      </pc:sldChg>
      <pc:sldChg chg="del">
        <pc:chgData name="Andrew Albers" userId="05a0db6f-a93d-4086-9310-e241c2ed23ed" providerId="ADAL" clId="{718673AE-47B9-2345-A002-76E135B6C788}" dt="2025-04-18T15:13:49.170" v="194" actId="2696"/>
        <pc:sldMkLst>
          <pc:docMk/>
          <pc:sldMk cId="596524640" sldId="2065"/>
        </pc:sldMkLst>
      </pc:sldChg>
      <pc:sldChg chg="del">
        <pc:chgData name="Andrew Albers" userId="05a0db6f-a93d-4086-9310-e241c2ed23ed" providerId="ADAL" clId="{718673AE-47B9-2345-A002-76E135B6C788}" dt="2025-04-18T16:11:46.152" v="1701" actId="2696"/>
        <pc:sldMkLst>
          <pc:docMk/>
          <pc:sldMk cId="1398734143" sldId="2066"/>
        </pc:sldMkLst>
      </pc:sldChg>
      <pc:sldChg chg="del">
        <pc:chgData name="Andrew Albers" userId="05a0db6f-a93d-4086-9310-e241c2ed23ed" providerId="ADAL" clId="{718673AE-47B9-2345-A002-76E135B6C788}" dt="2025-04-18T15:13:41.104" v="191" actId="2696"/>
        <pc:sldMkLst>
          <pc:docMk/>
          <pc:sldMk cId="2382552501" sldId="4478"/>
        </pc:sldMkLst>
      </pc:sldChg>
      <pc:sldChg chg="del">
        <pc:chgData name="Andrew Albers" userId="05a0db6f-a93d-4086-9310-e241c2ed23ed" providerId="ADAL" clId="{718673AE-47B9-2345-A002-76E135B6C788}" dt="2025-04-18T15:13:40.528" v="190" actId="2696"/>
        <pc:sldMkLst>
          <pc:docMk/>
          <pc:sldMk cId="1168219790" sldId="4479"/>
        </pc:sldMkLst>
      </pc:sldChg>
      <pc:sldChg chg="del">
        <pc:chgData name="Andrew Albers" userId="05a0db6f-a93d-4086-9310-e241c2ed23ed" providerId="ADAL" clId="{718673AE-47B9-2345-A002-76E135B6C788}" dt="2025-04-18T15:13:39.874" v="189" actId="2696"/>
        <pc:sldMkLst>
          <pc:docMk/>
          <pc:sldMk cId="2297312889" sldId="4480"/>
        </pc:sldMkLst>
      </pc:sldChg>
      <pc:sldChg chg="del">
        <pc:chgData name="Andrew Albers" userId="05a0db6f-a93d-4086-9310-e241c2ed23ed" providerId="ADAL" clId="{718673AE-47B9-2345-A002-76E135B6C788}" dt="2025-04-18T15:13:39.145" v="188" actId="2696"/>
        <pc:sldMkLst>
          <pc:docMk/>
          <pc:sldMk cId="695900476" sldId="4481"/>
        </pc:sldMkLst>
      </pc:sldChg>
      <pc:sldChg chg="del">
        <pc:chgData name="Andrew Albers" userId="05a0db6f-a93d-4086-9310-e241c2ed23ed" providerId="ADAL" clId="{718673AE-47B9-2345-A002-76E135B6C788}" dt="2025-04-18T15:13:38.539" v="187" actId="2696"/>
        <pc:sldMkLst>
          <pc:docMk/>
          <pc:sldMk cId="1028115571" sldId="4482"/>
        </pc:sldMkLst>
      </pc:sldChg>
      <pc:sldChg chg="del">
        <pc:chgData name="Andrew Albers" userId="05a0db6f-a93d-4086-9310-e241c2ed23ed" providerId="ADAL" clId="{718673AE-47B9-2345-A002-76E135B6C788}" dt="2025-04-18T15:13:37.733" v="186" actId="2696"/>
        <pc:sldMkLst>
          <pc:docMk/>
          <pc:sldMk cId="644073378" sldId="4483"/>
        </pc:sldMkLst>
      </pc:sldChg>
      <pc:sldChg chg="del">
        <pc:chgData name="Andrew Albers" userId="05a0db6f-a93d-4086-9310-e241c2ed23ed" providerId="ADAL" clId="{718673AE-47B9-2345-A002-76E135B6C788}" dt="2025-04-18T15:13:36.907" v="185" actId="2696"/>
        <pc:sldMkLst>
          <pc:docMk/>
          <pc:sldMk cId="239421901" sldId="4484"/>
        </pc:sldMkLst>
      </pc:sldChg>
      <pc:sldChg chg="del">
        <pc:chgData name="Andrew Albers" userId="05a0db6f-a93d-4086-9310-e241c2ed23ed" providerId="ADAL" clId="{718673AE-47B9-2345-A002-76E135B6C788}" dt="2025-04-18T15:13:35.580" v="184" actId="2696"/>
        <pc:sldMkLst>
          <pc:docMk/>
          <pc:sldMk cId="1500392918" sldId="4485"/>
        </pc:sldMkLst>
      </pc:sldChg>
      <pc:sldChg chg="del">
        <pc:chgData name="Andrew Albers" userId="05a0db6f-a93d-4086-9310-e241c2ed23ed" providerId="ADAL" clId="{718673AE-47B9-2345-A002-76E135B6C788}" dt="2025-04-18T15:13:33.288" v="183" actId="2696"/>
        <pc:sldMkLst>
          <pc:docMk/>
          <pc:sldMk cId="3907173977" sldId="4486"/>
        </pc:sldMkLst>
      </pc:sldChg>
      <pc:sldChg chg="del">
        <pc:chgData name="Andrew Albers" userId="05a0db6f-a93d-4086-9310-e241c2ed23ed" providerId="ADAL" clId="{718673AE-47B9-2345-A002-76E135B6C788}" dt="2025-04-18T15:13:20.885" v="182" actId="2696"/>
        <pc:sldMkLst>
          <pc:docMk/>
          <pc:sldMk cId="44891446" sldId="4490"/>
        </pc:sldMkLst>
      </pc:sldChg>
      <pc:sldChg chg="del">
        <pc:chgData name="Andrew Albers" userId="05a0db6f-a93d-4086-9310-e241c2ed23ed" providerId="ADAL" clId="{718673AE-47B9-2345-A002-76E135B6C788}" dt="2025-04-18T15:13:01.019" v="181" actId="2696"/>
        <pc:sldMkLst>
          <pc:docMk/>
          <pc:sldMk cId="61196204" sldId="2147469784"/>
        </pc:sldMkLst>
      </pc:sldChg>
      <pc:sldChg chg="del">
        <pc:chgData name="Andrew Albers" userId="05a0db6f-a93d-4086-9310-e241c2ed23ed" providerId="ADAL" clId="{718673AE-47B9-2345-A002-76E135B6C788}" dt="2025-04-18T15:13:56.078" v="197" actId="2696"/>
        <pc:sldMkLst>
          <pc:docMk/>
          <pc:sldMk cId="615209057" sldId="2147469785"/>
        </pc:sldMkLst>
      </pc:sldChg>
      <pc:sldChg chg="del">
        <pc:chgData name="Andrew Albers" userId="05a0db6f-a93d-4086-9310-e241c2ed23ed" providerId="ADAL" clId="{718673AE-47B9-2345-A002-76E135B6C788}" dt="2025-04-18T15:13:57.675" v="198" actId="2696"/>
        <pc:sldMkLst>
          <pc:docMk/>
          <pc:sldMk cId="3320859369" sldId="2147469786"/>
        </pc:sldMkLst>
      </pc:sldChg>
      <pc:sldChg chg="del">
        <pc:chgData name="Andrew Albers" userId="05a0db6f-a93d-4086-9310-e241c2ed23ed" providerId="ADAL" clId="{718673AE-47B9-2345-A002-76E135B6C788}" dt="2025-04-18T15:13:58.583" v="199" actId="2696"/>
        <pc:sldMkLst>
          <pc:docMk/>
          <pc:sldMk cId="793519299" sldId="2147469787"/>
        </pc:sldMkLst>
      </pc:sldChg>
      <pc:sldChg chg="del">
        <pc:chgData name="Andrew Albers" userId="05a0db6f-a93d-4086-9310-e241c2ed23ed" providerId="ADAL" clId="{718673AE-47B9-2345-A002-76E135B6C788}" dt="2025-04-18T15:14:00.409" v="200" actId="2696"/>
        <pc:sldMkLst>
          <pc:docMk/>
          <pc:sldMk cId="1750121600" sldId="2147469788"/>
        </pc:sldMkLst>
      </pc:sldChg>
      <pc:sldChg chg="del">
        <pc:chgData name="Andrew Albers" userId="05a0db6f-a93d-4086-9310-e241c2ed23ed" providerId="ADAL" clId="{718673AE-47B9-2345-A002-76E135B6C788}" dt="2025-04-18T15:13:48.213" v="193" actId="2696"/>
        <pc:sldMkLst>
          <pc:docMk/>
          <pc:sldMk cId="3457369424" sldId="2147469790"/>
        </pc:sldMkLst>
      </pc:sldChg>
      <pc:sldChg chg="del">
        <pc:chgData name="Andrew Albers" userId="05a0db6f-a93d-4086-9310-e241c2ed23ed" providerId="ADAL" clId="{718673AE-47B9-2345-A002-76E135B6C788}" dt="2025-04-18T15:14:01.467" v="201" actId="2696"/>
        <pc:sldMkLst>
          <pc:docMk/>
          <pc:sldMk cId="4064413298" sldId="2147469792"/>
        </pc:sldMkLst>
      </pc:sldChg>
      <pc:sldChg chg="del">
        <pc:chgData name="Andrew Albers" userId="05a0db6f-a93d-4086-9310-e241c2ed23ed" providerId="ADAL" clId="{718673AE-47B9-2345-A002-76E135B6C788}" dt="2025-04-18T15:14:02.468" v="202" actId="2696"/>
        <pc:sldMkLst>
          <pc:docMk/>
          <pc:sldMk cId="682416994" sldId="2147469794"/>
        </pc:sldMkLst>
      </pc:sldChg>
      <pc:sldChg chg="del">
        <pc:chgData name="Andrew Albers" userId="05a0db6f-a93d-4086-9310-e241c2ed23ed" providerId="ADAL" clId="{718673AE-47B9-2345-A002-76E135B6C788}" dt="2025-04-18T16:11:41.491" v="1700" actId="2696"/>
        <pc:sldMkLst>
          <pc:docMk/>
          <pc:sldMk cId="3788446741" sldId="2147469798"/>
        </pc:sldMkLst>
      </pc:sldChg>
      <pc:sldChg chg="del">
        <pc:chgData name="Andrew Albers" userId="05a0db6f-a93d-4086-9310-e241c2ed23ed" providerId="ADAL" clId="{718673AE-47B9-2345-A002-76E135B6C788}" dt="2025-04-18T15:14:03.518" v="203" actId="2696"/>
        <pc:sldMkLst>
          <pc:docMk/>
          <pc:sldMk cId="859227491" sldId="2147469835"/>
        </pc:sldMkLst>
      </pc:sldChg>
      <pc:sldChg chg="del">
        <pc:chgData name="Andrew Albers" userId="05a0db6f-a93d-4086-9310-e241c2ed23ed" providerId="ADAL" clId="{718673AE-47B9-2345-A002-76E135B6C788}" dt="2025-04-18T15:14:04.568" v="204" actId="2696"/>
        <pc:sldMkLst>
          <pc:docMk/>
          <pc:sldMk cId="3304016034" sldId="2147469836"/>
        </pc:sldMkLst>
      </pc:sldChg>
      <pc:sldChg chg="del">
        <pc:chgData name="Andrew Albers" userId="05a0db6f-a93d-4086-9310-e241c2ed23ed" providerId="ADAL" clId="{718673AE-47B9-2345-A002-76E135B6C788}" dt="2025-04-18T15:13:51.016" v="195" actId="2696"/>
        <pc:sldMkLst>
          <pc:docMk/>
          <pc:sldMk cId="3358395208" sldId="2147469864"/>
        </pc:sldMkLst>
      </pc:sldChg>
      <pc:sldChg chg="mod modShow">
        <pc:chgData name="Andrew Albers" userId="05a0db6f-a93d-4086-9310-e241c2ed23ed" providerId="ADAL" clId="{718673AE-47B9-2345-A002-76E135B6C788}" dt="2025-04-18T16:11:29.574" v="1699" actId="729"/>
        <pc:sldMkLst>
          <pc:docMk/>
          <pc:sldMk cId="1590938168" sldId="2147469867"/>
        </pc:sldMkLst>
      </pc:sldChg>
      <pc:sldChg chg="del">
        <pc:chgData name="Andrew Albers" userId="05a0db6f-a93d-4086-9310-e241c2ed23ed" providerId="ADAL" clId="{718673AE-47B9-2345-A002-76E135B6C788}" dt="2025-04-18T15:13:54.570" v="196" actId="2696"/>
        <pc:sldMkLst>
          <pc:docMk/>
          <pc:sldMk cId="591597269" sldId="2147469868"/>
        </pc:sldMkLst>
      </pc:sldChg>
      <pc:sldChg chg="mod modShow">
        <pc:chgData name="Andrew Albers" userId="05a0db6f-a93d-4086-9310-e241c2ed23ed" providerId="ADAL" clId="{718673AE-47B9-2345-A002-76E135B6C788}" dt="2025-04-18T16:11:26.455" v="1698" actId="729"/>
        <pc:sldMkLst>
          <pc:docMk/>
          <pc:sldMk cId="1497532563" sldId="2147469876"/>
        </pc:sldMkLst>
      </pc:sldChg>
      <pc:sldChg chg="addSp delSp modSp mod modNotesTx">
        <pc:chgData name="Andrew Albers" userId="05a0db6f-a93d-4086-9310-e241c2ed23ed" providerId="ADAL" clId="{718673AE-47B9-2345-A002-76E135B6C788}" dt="2025-04-18T16:04:19.437" v="1586" actId="20577"/>
        <pc:sldMkLst>
          <pc:docMk/>
          <pc:sldMk cId="272191530" sldId="2147469900"/>
        </pc:sldMkLst>
      </pc:sldChg>
      <pc:sldChg chg="del">
        <pc:chgData name="Andrew Albers" userId="05a0db6f-a93d-4086-9310-e241c2ed23ed" providerId="ADAL" clId="{718673AE-47B9-2345-A002-76E135B6C788}" dt="2025-04-18T15:13:41.917" v="192" actId="2696"/>
        <pc:sldMkLst>
          <pc:docMk/>
          <pc:sldMk cId="1440339225" sldId="2147469908"/>
        </pc:sldMkLst>
      </pc:sldChg>
      <pc:sldChg chg="modSp mod">
        <pc:chgData name="Andrew Albers" userId="05a0db6f-a93d-4086-9310-e241c2ed23ed" providerId="ADAL" clId="{718673AE-47B9-2345-A002-76E135B6C788}" dt="2025-04-18T15:38:42.145" v="862" actId="20577"/>
        <pc:sldMkLst>
          <pc:docMk/>
          <pc:sldMk cId="1146671792" sldId="2147469912"/>
        </pc:sldMkLst>
      </pc:sldChg>
      <pc:sldChg chg="delSp modSp mod modNotesTx">
        <pc:chgData name="Andrew Albers" userId="05a0db6f-a93d-4086-9310-e241c2ed23ed" providerId="ADAL" clId="{718673AE-47B9-2345-A002-76E135B6C788}" dt="2025-04-18T16:20:20.076" v="2379" actId="20577"/>
        <pc:sldMkLst>
          <pc:docMk/>
          <pc:sldMk cId="203859818" sldId="2147469913"/>
        </pc:sldMkLst>
      </pc:sldChg>
      <pc:sldChg chg="del">
        <pc:chgData name="Andrew Albers" userId="05a0db6f-a93d-4086-9310-e241c2ed23ed" providerId="ADAL" clId="{718673AE-47B9-2345-A002-76E135B6C788}" dt="2025-04-18T16:05:28.121" v="1695" actId="2696"/>
        <pc:sldMkLst>
          <pc:docMk/>
          <pc:sldMk cId="1471249835" sldId="2147469914"/>
        </pc:sldMkLst>
      </pc:sldChg>
      <pc:sldChg chg="addSp delSp modSp add mod modNotesTx">
        <pc:chgData name="Andrew Albers" userId="05a0db6f-a93d-4086-9310-e241c2ed23ed" providerId="ADAL" clId="{718673AE-47B9-2345-A002-76E135B6C788}" dt="2025-04-18T16:26:28.970" v="2968" actId="20577"/>
        <pc:sldMkLst>
          <pc:docMk/>
          <pc:sldMk cId="2846072718" sldId="2147469918"/>
        </pc:sldMkLst>
      </pc:sldChg>
      <pc:sldChg chg="delSp modSp add mod">
        <pc:chgData name="Andrew Albers" userId="05a0db6f-a93d-4086-9310-e241c2ed23ed" providerId="ADAL" clId="{718673AE-47B9-2345-A002-76E135B6C788}" dt="2025-04-18T16:12:45.795" v="1744" actId="255"/>
        <pc:sldMkLst>
          <pc:docMk/>
          <pc:sldMk cId="2593775031" sldId="214746991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9/8/2025</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9/8/2025</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9/8/2025</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3147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a:t>
            </a:fld>
            <a:endParaRPr lang="en-US"/>
          </a:p>
        </p:txBody>
      </p:sp>
      <p:sp>
        <p:nvSpPr>
          <p:cNvPr id="3" name="Date Placeholder 2">
            <a:extLst>
              <a:ext uri="{FF2B5EF4-FFF2-40B4-BE49-F238E27FC236}">
                <a16:creationId xmlns:a16="http://schemas.microsoft.com/office/drawing/2014/main" id="{253F21FE-6D90-469E-9047-D9E85B68DF6B}"/>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C7B11183-186A-4BBC-B2F8-7884666DA15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F5BB2EB-6EC5-46BF-B848-AF78DF3313FB}"/>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D2DE8FA8-BD65-4569-8095-2AAA0C0CEA0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38753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System node pools and </a:t>
            </a:r>
            <a:r>
              <a:rPr lang="en-US" dirty="0" err="1"/>
              <a:t>linux</a:t>
            </a:r>
            <a:r>
              <a:rPr lang="en-US" dirty="0"/>
              <a:t> nodes pools</a:t>
            </a:r>
          </a:p>
          <a:p>
            <a:endParaRPr lang="en-US" dirty="0"/>
          </a:p>
          <a:p>
            <a:r>
              <a:rPr lang="en-US" dirty="0"/>
              <a:t>System Node Pools </a:t>
            </a:r>
          </a:p>
          <a:p>
            <a:pPr marL="171450" indent="-171450">
              <a:buFont typeface="Arial" panose="020B0604020202020204" pitchFamily="34" charset="0"/>
              <a:buChar char="•"/>
            </a:pPr>
            <a:r>
              <a:rPr lang="en-US" dirty="0"/>
              <a:t>Linux based</a:t>
            </a:r>
          </a:p>
          <a:p>
            <a:pPr marL="171450" indent="-171450">
              <a:buFont typeface="Arial" panose="020B0604020202020204" pitchFamily="34" charset="0"/>
              <a:buChar char="•"/>
            </a:pPr>
            <a:r>
              <a:rPr lang="en-US" dirty="0"/>
              <a:t>Need to support a minimum of 30 pods</a:t>
            </a:r>
          </a:p>
          <a:p>
            <a:pPr marL="171450" indent="-171450">
              <a:buFont typeface="Arial" panose="020B0604020202020204" pitchFamily="34" charset="0"/>
              <a:buChar char="•"/>
            </a:pPr>
            <a:r>
              <a:rPr lang="en-US" dirty="0"/>
              <a:t>Should not be used for underlying app workloads</a:t>
            </a:r>
          </a:p>
          <a:p>
            <a:pPr marL="171450" indent="-171450">
              <a:buFont typeface="Arial" panose="020B0604020202020204" pitchFamily="34" charset="0"/>
              <a:buChar char="•"/>
            </a:pPr>
            <a:r>
              <a:rPr lang="en-US" dirty="0"/>
              <a:t>Minimum of 3 Nodes</a:t>
            </a:r>
          </a:p>
          <a:p>
            <a:pPr marL="171450" indent="-171450">
              <a:buFont typeface="Arial" panose="020B0604020202020204" pitchFamily="34" charset="0"/>
              <a:buChar char="•"/>
            </a:pPr>
            <a:r>
              <a:rPr lang="en-US" dirty="0"/>
              <a:t>Should not be confused with the Kubernetes control plane</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User Node Pools</a:t>
            </a:r>
          </a:p>
          <a:p>
            <a:pPr marL="171450" indent="-171450">
              <a:buFont typeface="Arial" panose="020B0604020202020204" pitchFamily="34" charset="0"/>
              <a:buChar char="•"/>
            </a:pPr>
            <a:r>
              <a:rPr lang="en-US" dirty="0"/>
              <a:t>Where the apps live</a:t>
            </a:r>
          </a:p>
          <a:p>
            <a:pPr marL="171450" indent="-171450">
              <a:buFont typeface="Arial" panose="020B0604020202020204" pitchFamily="34" charset="0"/>
              <a:buChar char="•"/>
            </a:pPr>
            <a:r>
              <a:rPr lang="en-US" dirty="0"/>
              <a:t>Consists of Windows and Linux nodes</a:t>
            </a:r>
          </a:p>
          <a:p>
            <a:pPr marL="171450" indent="-171450">
              <a:buFont typeface="Arial" panose="020B0604020202020204" pitchFamily="34" charset="0"/>
              <a:buChar char="•"/>
            </a:pPr>
            <a:r>
              <a:rPr lang="en-US" dirty="0"/>
              <a:t>Can be ubuntu </a:t>
            </a:r>
            <a:r>
              <a:rPr lang="en-US" dirty="0" err="1"/>
              <a:t>linux</a:t>
            </a:r>
            <a:r>
              <a:rPr lang="en-US" dirty="0"/>
              <a:t> or Azure </a:t>
            </a:r>
            <a:r>
              <a:rPr lang="en-US" dirty="0" err="1"/>
              <a:t>linux</a:t>
            </a:r>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5</a:t>
            </a:fld>
            <a:endParaRPr lang="en-US"/>
          </a:p>
        </p:txBody>
      </p:sp>
    </p:spTree>
    <p:extLst>
      <p:ext uri="{BB962C8B-B14F-4D97-AF65-F5344CB8AC3E}">
        <p14:creationId xmlns:p14="http://schemas.microsoft.com/office/powerpoint/2010/main" val="1745647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general reasons for scaling and why its important to k8s.</a:t>
            </a:r>
          </a:p>
          <a:p>
            <a:endParaRPr lang="en-US" dirty="0"/>
          </a:p>
          <a:p>
            <a:r>
              <a:rPr lang="en-US" dirty="0"/>
              <a:t>Generally define Zone Spanning, Zone Aligned, and Regional Scaling. Go more </a:t>
            </a:r>
            <a:r>
              <a:rPr lang="en-US" dirty="0" err="1"/>
              <a:t>indepth</a:t>
            </a:r>
            <a:r>
              <a:rPr lang="en-US" dirty="0"/>
              <a:t> on the next slide</a:t>
            </a:r>
          </a:p>
          <a:p>
            <a:endParaRPr lang="en-US" dirty="0"/>
          </a:p>
          <a:p>
            <a:r>
              <a:rPr lang="en-US" dirty="0"/>
              <a:t>Generally define NAP and Cluster </a:t>
            </a:r>
            <a:r>
              <a:rPr lang="en-US" dirty="0" err="1"/>
              <a:t>autoscaler</a:t>
            </a:r>
            <a:r>
              <a:rPr lang="en-US" dirty="0"/>
              <a:t>. You will go more </a:t>
            </a:r>
            <a:r>
              <a:rPr lang="en-US" dirty="0" err="1"/>
              <a:t>indepth</a:t>
            </a:r>
            <a:r>
              <a:rPr lang="en-US" dirty="0"/>
              <a:t> later in the presentation</a:t>
            </a:r>
          </a:p>
        </p:txBody>
      </p:sp>
      <p:sp>
        <p:nvSpPr>
          <p:cNvPr id="4" name="Slide Number Placeholder 3"/>
          <p:cNvSpPr>
            <a:spLocks noGrp="1"/>
          </p:cNvSpPr>
          <p:nvPr>
            <p:ph type="sldNum" sz="quarter" idx="5"/>
          </p:nvPr>
        </p:nvSpPr>
        <p:spPr/>
        <p:txBody>
          <a:bodyPr/>
          <a:lstStyle/>
          <a:p>
            <a:fld id="{1D09229F-6F41-4CC3-A51C-EB832A3392C5}" type="slidenum">
              <a:rPr lang="en-US" smtClean="0"/>
              <a:t>6</a:t>
            </a:fld>
            <a:endParaRPr lang="en-US"/>
          </a:p>
        </p:txBody>
      </p:sp>
    </p:spTree>
    <p:extLst>
      <p:ext uri="{BB962C8B-B14F-4D97-AF65-F5344CB8AC3E}">
        <p14:creationId xmlns:p14="http://schemas.microsoft.com/office/powerpoint/2010/main" val="2234599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a:t>
            </a:r>
            <a:r>
              <a:rPr lang="en-US" dirty="0" err="1"/>
              <a:t>indepth</a:t>
            </a:r>
            <a:r>
              <a:rPr lang="en-US" dirty="0"/>
              <a:t> here on the scaling options</a:t>
            </a:r>
          </a:p>
          <a:p>
            <a:endParaRPr lang="en-US" dirty="0"/>
          </a:p>
          <a:p>
            <a:r>
              <a:rPr lang="en-US" dirty="0"/>
              <a:t>Zone Spanning </a:t>
            </a:r>
          </a:p>
          <a:p>
            <a:endParaRPr lang="en-US" dirty="0"/>
          </a:p>
          <a:p>
            <a:pPr marL="171450" indent="-171450">
              <a:buFont typeface="Arial" panose="020B0604020202020204" pitchFamily="34" charset="0"/>
              <a:buChar char="•"/>
            </a:pPr>
            <a:r>
              <a:rPr lang="en-US" dirty="0"/>
              <a:t>Spreads the scaling across all selected zones for the node pool</a:t>
            </a:r>
          </a:p>
          <a:p>
            <a:pPr marL="171450" indent="-171450">
              <a:buFont typeface="Arial" panose="020B0604020202020204" pitchFamily="34" charset="0"/>
              <a:buChar char="•"/>
            </a:pPr>
            <a:r>
              <a:rPr lang="en-US" dirty="0"/>
              <a:t>AKS balances the nodes between the selected zones</a:t>
            </a:r>
          </a:p>
          <a:p>
            <a:pPr marL="171450" indent="-171450">
              <a:buFont typeface="Arial" panose="020B0604020202020204" pitchFamily="34" charset="0"/>
              <a:buChar char="•"/>
            </a:pPr>
            <a:r>
              <a:rPr lang="en-US" dirty="0"/>
              <a:t>A zonal outage wont impact the nodes in other zones</a:t>
            </a:r>
          </a:p>
          <a:p>
            <a:endParaRPr lang="en-US" dirty="0"/>
          </a:p>
          <a:p>
            <a:endParaRPr lang="en-US" dirty="0"/>
          </a:p>
          <a:p>
            <a:r>
              <a:rPr lang="en-US" dirty="0"/>
              <a:t>https://</a:t>
            </a:r>
            <a:r>
              <a:rPr lang="en-US" dirty="0" err="1"/>
              <a:t>learn.microsoft.com</a:t>
            </a:r>
            <a:r>
              <a:rPr lang="en-US" dirty="0"/>
              <a:t>/</a:t>
            </a:r>
            <a:r>
              <a:rPr lang="en-US" dirty="0" err="1"/>
              <a:t>en</a:t>
            </a:r>
            <a:r>
              <a:rPr lang="en-US" dirty="0"/>
              <a:t>-us/azure/</a:t>
            </a:r>
            <a:r>
              <a:rPr lang="en-US" dirty="0" err="1"/>
              <a:t>aks</a:t>
            </a:r>
            <a:r>
              <a:rPr lang="en-US" dirty="0"/>
              <a:t>/</a:t>
            </a:r>
            <a:r>
              <a:rPr lang="en-US" dirty="0" err="1"/>
              <a:t>availability-zones-overview#zone-spanning</a:t>
            </a:r>
            <a:endParaRPr lang="en-US" dirty="0"/>
          </a:p>
          <a:p>
            <a:endParaRPr lang="en-US" dirty="0"/>
          </a:p>
          <a:p>
            <a:r>
              <a:rPr lang="en-US" dirty="0"/>
              <a:t>Zone Aligned</a:t>
            </a:r>
          </a:p>
          <a:p>
            <a:endParaRPr lang="en-US" dirty="0"/>
          </a:p>
          <a:p>
            <a:pPr marL="171450" indent="-171450">
              <a:buFont typeface="Arial" panose="020B0604020202020204" pitchFamily="34" charset="0"/>
              <a:buChar char="•"/>
            </a:pPr>
            <a:r>
              <a:rPr lang="en-US" dirty="0" err="1"/>
              <a:t>Involes</a:t>
            </a:r>
            <a:r>
              <a:rPr lang="en-US" dirty="0"/>
              <a:t> pinning nodes to zones. IE 3 nodes would be pinned to zones A, B, C</a:t>
            </a:r>
          </a:p>
          <a:p>
            <a:endParaRPr lang="en-US" dirty="0"/>
          </a:p>
          <a:p>
            <a:r>
              <a:rPr lang="en-US" dirty="0"/>
              <a:t>https://</a:t>
            </a:r>
            <a:r>
              <a:rPr lang="en-US" dirty="0" err="1"/>
              <a:t>learn.microsoft.com</a:t>
            </a:r>
            <a:r>
              <a:rPr lang="en-US" dirty="0"/>
              <a:t>/</a:t>
            </a:r>
            <a:r>
              <a:rPr lang="en-US" dirty="0" err="1"/>
              <a:t>en</a:t>
            </a:r>
            <a:r>
              <a:rPr lang="en-US" dirty="0"/>
              <a:t>-us/azure/</a:t>
            </a:r>
            <a:r>
              <a:rPr lang="en-US" dirty="0" err="1"/>
              <a:t>aks</a:t>
            </a:r>
            <a:r>
              <a:rPr lang="en-US" dirty="0"/>
              <a:t>/</a:t>
            </a:r>
            <a:r>
              <a:rPr lang="en-US" dirty="0" err="1"/>
              <a:t>availability-zones-overview#zone-aligned</a:t>
            </a:r>
            <a:endParaRPr lang="en-US" dirty="0"/>
          </a:p>
          <a:p>
            <a:endParaRPr lang="en-US" dirty="0"/>
          </a:p>
          <a:p>
            <a:r>
              <a:rPr lang="en-US" dirty="0"/>
              <a:t>Regional</a:t>
            </a:r>
          </a:p>
          <a:p>
            <a:endParaRPr lang="en-US" dirty="0"/>
          </a:p>
          <a:p>
            <a:pPr marL="171450" indent="-171450">
              <a:buFont typeface="Arial" panose="020B0604020202020204" pitchFamily="34" charset="0"/>
              <a:buChar char="•"/>
            </a:pPr>
            <a:r>
              <a:rPr lang="en-US" dirty="0"/>
              <a:t>Nodes are created in the region</a:t>
            </a:r>
          </a:p>
          <a:p>
            <a:pPr marL="171450" indent="-171450">
              <a:buFont typeface="Arial" panose="020B0604020202020204" pitchFamily="34" charset="0"/>
              <a:buChar char="•"/>
            </a:pPr>
            <a:r>
              <a:rPr lang="en-US" dirty="0"/>
              <a:t>No guarantees that they are in separate zones or will be available in the event of a </a:t>
            </a:r>
            <a:r>
              <a:rPr lang="en-US"/>
              <a:t>zonal outage</a:t>
            </a:r>
          </a:p>
          <a:p>
            <a:pPr marL="171450" indent="-171450">
              <a:buFont typeface="Arial" panose="020B0604020202020204" pitchFamily="34" charset="0"/>
              <a:buChar char="•"/>
            </a:pPr>
            <a:endParaRPr lang="en-US"/>
          </a:p>
          <a:p>
            <a:endParaRPr lang="en-US" dirty="0"/>
          </a:p>
          <a:p>
            <a:r>
              <a:rPr lang="en-US" dirty="0"/>
              <a:t>https://</a:t>
            </a:r>
            <a:r>
              <a:rPr lang="en-US" dirty="0" err="1"/>
              <a:t>learn.microsoft.com</a:t>
            </a:r>
            <a:r>
              <a:rPr lang="en-US" dirty="0"/>
              <a:t>/</a:t>
            </a:r>
            <a:r>
              <a:rPr lang="en-US" dirty="0" err="1"/>
              <a:t>en</a:t>
            </a:r>
            <a:r>
              <a:rPr lang="en-US" dirty="0"/>
              <a:t>-us/azure/</a:t>
            </a:r>
            <a:r>
              <a:rPr lang="en-US" dirty="0" err="1"/>
              <a:t>aks</a:t>
            </a:r>
            <a:r>
              <a:rPr lang="en-US" dirty="0"/>
              <a:t>/availability-zones-overview#regional-not-using-availability-zones</a:t>
            </a:r>
          </a:p>
        </p:txBody>
      </p:sp>
      <p:sp>
        <p:nvSpPr>
          <p:cNvPr id="4" name="Slide Number Placeholder 3"/>
          <p:cNvSpPr>
            <a:spLocks noGrp="1"/>
          </p:cNvSpPr>
          <p:nvPr>
            <p:ph type="sldNum" sz="quarter" idx="5"/>
          </p:nvPr>
        </p:nvSpPr>
        <p:spPr/>
        <p:txBody>
          <a:bodyPr/>
          <a:lstStyle/>
          <a:p>
            <a:fld id="{1D09229F-6F41-4CC3-A51C-EB832A3392C5}" type="slidenum">
              <a:rPr lang="en-US" smtClean="0"/>
              <a:t>7</a:t>
            </a:fld>
            <a:endParaRPr lang="en-US"/>
          </a:p>
        </p:txBody>
      </p:sp>
    </p:spTree>
    <p:extLst>
      <p:ext uri="{BB962C8B-B14F-4D97-AF65-F5344CB8AC3E}">
        <p14:creationId xmlns:p14="http://schemas.microsoft.com/office/powerpoint/2010/main" val="3293193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583B6-5B1E-3A09-1B22-468D2DF4335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E32DE5-39EE-B4EE-DCBE-BE870DCFE529}"/>
              </a:ext>
            </a:extLst>
          </p:cNvPr>
          <p:cNvSpPr>
            <a:spLocks noGrp="1"/>
          </p:cNvSpPr>
          <p:nvPr>
            <p:ph type="sldNum" sz="quarter" idx="10"/>
          </p:nvPr>
        </p:nvSpPr>
        <p:spPr/>
        <p:txBody>
          <a:bodyPr/>
          <a:lstStyle/>
          <a:p>
            <a:fld id="{F475C4C8-7DEA-455A-9336-A4C7DB3AE516}" type="slidenum">
              <a:rPr lang="en-US"/>
              <a:pPr/>
              <a:t>8</a:t>
            </a:fld>
            <a:endParaRPr lang="en-US"/>
          </a:p>
        </p:txBody>
      </p:sp>
      <p:sp>
        <p:nvSpPr>
          <p:cNvPr id="3" name="Date Placeholder 2">
            <a:extLst>
              <a:ext uri="{FF2B5EF4-FFF2-40B4-BE49-F238E27FC236}">
                <a16:creationId xmlns:a16="http://schemas.microsoft.com/office/drawing/2014/main" id="{72DF36F5-EC5E-FA56-6EB6-7725DBA24739}"/>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BBD854ED-DD0C-A12C-57F1-AAC44C63EB95}"/>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259F3739-66CB-D8F1-56B0-0EF6406D3764}"/>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97DBEB96-505C-DC3A-5923-21E7ADD2570B}"/>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794608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how </a:t>
            </a:r>
            <a:r>
              <a:rPr lang="en-US" dirty="0" err="1"/>
              <a:t>Karpenter</a:t>
            </a:r>
            <a:r>
              <a:rPr lang="en-US" dirty="0"/>
              <a:t> works on the cluster and mention the advantages like Improved app availability, lower compute costs, and minizines the operational overhead. </a:t>
            </a:r>
          </a:p>
          <a:p>
            <a:endParaRPr lang="en-US" dirty="0"/>
          </a:p>
          <a:p>
            <a:pPr algn="l">
              <a:buFont typeface="Arial" panose="020B0604020202020204" pitchFamily="34" charset="0"/>
              <a:buChar char="•"/>
            </a:pPr>
            <a:r>
              <a:rPr lang="en-US" b="1" i="0" dirty="0">
                <a:solidFill>
                  <a:srgbClr val="222222"/>
                </a:solidFill>
                <a:effectLst/>
                <a:latin typeface="poppins" panose="020B0502040204020203" pitchFamily="2" charset="0"/>
              </a:rPr>
              <a:t>Watching</a:t>
            </a:r>
            <a:r>
              <a:rPr lang="en-US" b="0" i="0" dirty="0">
                <a:solidFill>
                  <a:srgbClr val="222222"/>
                </a:solidFill>
                <a:effectLst/>
                <a:latin typeface="poppins" panose="020B0502040204020203" pitchFamily="2" charset="0"/>
              </a:rPr>
              <a:t> for pods that the Kubernetes scheduler has marked as </a:t>
            </a:r>
            <a:r>
              <a:rPr lang="en-US" b="0" i="0" dirty="0" err="1">
                <a:solidFill>
                  <a:srgbClr val="222222"/>
                </a:solidFill>
                <a:effectLst/>
                <a:latin typeface="poppins" panose="020B0502040204020203" pitchFamily="2" charset="0"/>
              </a:rPr>
              <a:t>unschedulable</a:t>
            </a:r>
            <a:endParaRPr lang="en-US" b="0" i="0" dirty="0">
              <a:solidFill>
                <a:srgbClr val="222222"/>
              </a:solidFill>
              <a:effectLst/>
              <a:latin typeface="poppins" panose="020B0502040204020203" pitchFamily="2" charset="0"/>
            </a:endParaRPr>
          </a:p>
          <a:p>
            <a:pPr algn="l">
              <a:buFont typeface="Arial" panose="020B0604020202020204" pitchFamily="34" charset="0"/>
              <a:buChar char="•"/>
            </a:pPr>
            <a:r>
              <a:rPr lang="en-US" b="1" i="0" dirty="0">
                <a:solidFill>
                  <a:srgbClr val="222222"/>
                </a:solidFill>
                <a:effectLst/>
                <a:latin typeface="poppins" panose="020B0502040204020203" pitchFamily="2" charset="0"/>
              </a:rPr>
              <a:t>Evaluating</a:t>
            </a:r>
            <a:r>
              <a:rPr lang="en-US" b="0" i="0" dirty="0">
                <a:solidFill>
                  <a:srgbClr val="222222"/>
                </a:solidFill>
                <a:effectLst/>
                <a:latin typeface="poppins" panose="020B0502040204020203" pitchFamily="2" charset="0"/>
              </a:rPr>
              <a:t> scheduling constraints (resource requests, </a:t>
            </a:r>
            <a:r>
              <a:rPr lang="en-US" b="0" i="0" dirty="0" err="1">
                <a:solidFill>
                  <a:srgbClr val="222222"/>
                </a:solidFill>
                <a:effectLst/>
                <a:latin typeface="poppins" panose="020B0502040204020203" pitchFamily="2" charset="0"/>
              </a:rPr>
              <a:t>nodeselectors</a:t>
            </a:r>
            <a:r>
              <a:rPr lang="en-US" b="0" i="0" dirty="0">
                <a:solidFill>
                  <a:srgbClr val="222222"/>
                </a:solidFill>
                <a:effectLst/>
                <a:latin typeface="poppins" panose="020B0502040204020203" pitchFamily="2" charset="0"/>
              </a:rPr>
              <a:t>, affinities, tolerations, and topology spread constraints) requested by the pods</a:t>
            </a:r>
          </a:p>
          <a:p>
            <a:pPr algn="l">
              <a:buFont typeface="Arial" panose="020B0604020202020204" pitchFamily="34" charset="0"/>
              <a:buChar char="•"/>
            </a:pPr>
            <a:r>
              <a:rPr lang="en-US" b="1" i="0" dirty="0">
                <a:solidFill>
                  <a:srgbClr val="222222"/>
                </a:solidFill>
                <a:effectLst/>
                <a:latin typeface="poppins" panose="020B0502040204020203" pitchFamily="2" charset="0"/>
              </a:rPr>
              <a:t>Provisioning</a:t>
            </a:r>
            <a:r>
              <a:rPr lang="en-US" b="0" i="0" dirty="0">
                <a:solidFill>
                  <a:srgbClr val="222222"/>
                </a:solidFill>
                <a:effectLst/>
                <a:latin typeface="poppins" panose="020B0502040204020203" pitchFamily="2" charset="0"/>
              </a:rPr>
              <a:t> nodes that meet the requirements of the pods</a:t>
            </a:r>
          </a:p>
          <a:p>
            <a:pPr algn="l">
              <a:buFont typeface="Arial" panose="020B0604020202020204" pitchFamily="34" charset="0"/>
              <a:buChar char="•"/>
            </a:pPr>
            <a:r>
              <a:rPr lang="en-US" b="1" i="0" dirty="0">
                <a:solidFill>
                  <a:srgbClr val="222222"/>
                </a:solidFill>
                <a:effectLst/>
                <a:latin typeface="poppins" panose="020B0502040204020203" pitchFamily="2" charset="0"/>
              </a:rPr>
              <a:t>Disrupting</a:t>
            </a:r>
            <a:r>
              <a:rPr lang="en-US" b="0" i="0" dirty="0">
                <a:solidFill>
                  <a:srgbClr val="222222"/>
                </a:solidFill>
                <a:effectLst/>
                <a:latin typeface="poppins" panose="020B0502040204020203" pitchFamily="2" charset="0"/>
              </a:rPr>
              <a:t> the nodes when the nodes are no longer needed</a:t>
            </a:r>
          </a:p>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10</a:t>
            </a:fld>
            <a:endParaRPr lang="en-US"/>
          </a:p>
        </p:txBody>
      </p:sp>
    </p:spTree>
    <p:extLst>
      <p:ext uri="{BB962C8B-B14F-4D97-AF65-F5344CB8AC3E}">
        <p14:creationId xmlns:p14="http://schemas.microsoft.com/office/powerpoint/2010/main" val="4274770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to have a cluster created with </a:t>
            </a:r>
            <a:r>
              <a:rPr lang="en-US" dirty="0" err="1"/>
              <a:t>karpenter</a:t>
            </a:r>
            <a:r>
              <a:rPr lang="en-US" dirty="0"/>
              <a:t> enabled or record it beforehand so the customer can see how it works and is configured. Demoing via a WSL terminal, node pool view in the portal or using k9s is preferred. </a:t>
            </a:r>
          </a:p>
        </p:txBody>
      </p:sp>
      <p:sp>
        <p:nvSpPr>
          <p:cNvPr id="4" name="Slide Number Placeholder 3"/>
          <p:cNvSpPr>
            <a:spLocks noGrp="1"/>
          </p:cNvSpPr>
          <p:nvPr>
            <p:ph type="sldNum" sz="quarter" idx="5"/>
          </p:nvPr>
        </p:nvSpPr>
        <p:spPr/>
        <p:txBody>
          <a:bodyPr/>
          <a:lstStyle/>
          <a:p>
            <a:fld id="{1D09229F-6F41-4CC3-A51C-EB832A3392C5}" type="slidenum">
              <a:rPr lang="en-US" smtClean="0"/>
              <a:t>11</a:t>
            </a:fld>
            <a:endParaRPr lang="en-US"/>
          </a:p>
        </p:txBody>
      </p:sp>
    </p:spTree>
    <p:extLst>
      <p:ext uri="{BB962C8B-B14F-4D97-AF65-F5344CB8AC3E}">
        <p14:creationId xmlns:p14="http://schemas.microsoft.com/office/powerpoint/2010/main" val="2861081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EA028-CC13-627D-C4D2-6EF0ED2AE7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6CDA072-093D-C27B-032D-12423C25CD39}"/>
              </a:ext>
            </a:extLst>
          </p:cNvPr>
          <p:cNvSpPr>
            <a:spLocks noGrp="1"/>
          </p:cNvSpPr>
          <p:nvPr>
            <p:ph type="sldNum" sz="quarter" idx="10"/>
          </p:nvPr>
        </p:nvSpPr>
        <p:spPr/>
        <p:txBody>
          <a:bodyPr/>
          <a:lstStyle/>
          <a:p>
            <a:fld id="{F475C4C8-7DEA-455A-9336-A4C7DB3AE516}" type="slidenum">
              <a:rPr lang="en-US"/>
              <a:pPr/>
              <a:t>12</a:t>
            </a:fld>
            <a:endParaRPr lang="en-US"/>
          </a:p>
        </p:txBody>
      </p:sp>
      <p:sp>
        <p:nvSpPr>
          <p:cNvPr id="3" name="Date Placeholder 2">
            <a:extLst>
              <a:ext uri="{FF2B5EF4-FFF2-40B4-BE49-F238E27FC236}">
                <a16:creationId xmlns:a16="http://schemas.microsoft.com/office/drawing/2014/main" id="{4E6E0460-3B1A-42AD-1F60-8E7309BD420A}"/>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FEEAE48B-7DAF-C11C-811E-B6E1856DBAFF}"/>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DCE15B3-B03E-FE6A-8EC1-3BC8F8795B4F}"/>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56D290-7032-091D-71A9-889E115F0781}"/>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346579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AF857-0DD0-24AB-33BB-05CCF73C5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372BB-AA83-8F06-73FD-6261535B1B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DF923-9BD8-4D9F-D1A2-39835FD72E1E}"/>
              </a:ext>
            </a:extLst>
          </p:cNvPr>
          <p:cNvSpPr>
            <a:spLocks noGrp="1"/>
          </p:cNvSpPr>
          <p:nvPr>
            <p:ph type="body" idx="1"/>
          </p:nvPr>
        </p:nvSpPr>
        <p:spPr/>
        <p:txBody>
          <a:bodyPr/>
          <a:lstStyle/>
          <a:p>
            <a:r>
              <a:rPr lang="en-US" dirty="0"/>
              <a:t>Make sure to have a cluster created with </a:t>
            </a:r>
            <a:r>
              <a:rPr lang="en-US" dirty="0" err="1"/>
              <a:t>karpenter</a:t>
            </a:r>
            <a:r>
              <a:rPr lang="en-US" dirty="0"/>
              <a:t> enabled or record it beforehand so the customer can see how it works and is configured. Demoing via a WSL terminal, node pool view in the portal or using k9s is preferred. </a:t>
            </a:r>
          </a:p>
        </p:txBody>
      </p:sp>
      <p:sp>
        <p:nvSpPr>
          <p:cNvPr id="4" name="Slide Number Placeholder 3">
            <a:extLst>
              <a:ext uri="{FF2B5EF4-FFF2-40B4-BE49-F238E27FC236}">
                <a16:creationId xmlns:a16="http://schemas.microsoft.com/office/drawing/2014/main" id="{56F67321-F3E3-D095-8E40-868B3FBF05D1}"/>
              </a:ext>
            </a:extLst>
          </p:cNvPr>
          <p:cNvSpPr>
            <a:spLocks noGrp="1"/>
          </p:cNvSpPr>
          <p:nvPr>
            <p:ph type="sldNum" sz="quarter" idx="5"/>
          </p:nvPr>
        </p:nvSpPr>
        <p:spPr/>
        <p:txBody>
          <a:bodyPr/>
          <a:lstStyle/>
          <a:p>
            <a:fld id="{1D09229F-6F41-4CC3-A51C-EB832A3392C5}" type="slidenum">
              <a:rPr lang="en-US" smtClean="0"/>
              <a:t>15</a:t>
            </a:fld>
            <a:endParaRPr lang="en-US"/>
          </a:p>
        </p:txBody>
      </p:sp>
    </p:spTree>
    <p:extLst>
      <p:ext uri="{BB962C8B-B14F-4D97-AF65-F5344CB8AC3E}">
        <p14:creationId xmlns:p14="http://schemas.microsoft.com/office/powerpoint/2010/main" val="759077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Link to lab: https://labondemand.com/LabProfile/</a:t>
            </a:r>
          </a:p>
          <a:p>
            <a:endParaRPr lang="en-US"/>
          </a:p>
          <a:p>
            <a:r>
              <a:rPr lang="en-US"/>
              <a:t>##########</a:t>
            </a:r>
          </a:p>
        </p:txBody>
      </p:sp>
      <p:sp>
        <p:nvSpPr>
          <p:cNvPr id="4" name="Slide Number Placeholder 3"/>
          <p:cNvSpPr>
            <a:spLocks noGrp="1"/>
          </p:cNvSpPr>
          <p:nvPr>
            <p:ph type="sldNum" sz="quarter" idx="10"/>
          </p:nvPr>
        </p:nvSpPr>
        <p:spPr/>
        <p:txBody>
          <a:bodyPr/>
          <a:lstStyle/>
          <a:p>
            <a:fld id="{B4008EB6-D09E-4580-8CD6-DDB14511944F}" type="slidenum">
              <a:rPr lang="en-US" smtClean="0"/>
              <a:pPr/>
              <a:t>16</a:t>
            </a:fld>
            <a:endParaRPr lang="en-US"/>
          </a:p>
        </p:txBody>
      </p:sp>
      <p:sp>
        <p:nvSpPr>
          <p:cNvPr id="5" name="Footer Placeholder 4"/>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2128168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smtClean="0"/>
              <a:pPr/>
              <a:t>17</a:t>
            </a:fld>
            <a:endParaRPr lang="en-US"/>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smtClean="0"/>
              <a:t>9/8/2025</a:t>
            </a:fld>
            <a:endParaRPr lang="en-US"/>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936056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38.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9.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en-us/azure/aks/quotas-skus-regions#supported-vm-sizes"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25.xml"/><Relationship Id="rId1" Type="http://schemas.openxmlformats.org/officeDocument/2006/relationships/tags" Target="../tags/tag6.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karpenter.sh/" TargetMode="External"/><Relationship Id="rId2" Type="http://schemas.openxmlformats.org/officeDocument/2006/relationships/hyperlink" Target="https://github.com/Azure/karpenter-provider-azure"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42.xml"/><Relationship Id="rId1" Type="http://schemas.openxmlformats.org/officeDocument/2006/relationships/tags" Target="../tags/tag7.xml"/><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3318975"/>
            <a:ext cx="9274908" cy="2031325"/>
          </a:xfrm>
        </p:spPr>
        <p:txBody>
          <a:bodyPr/>
          <a:lstStyle/>
          <a:p>
            <a:r>
              <a:rPr lang="en-US" dirty="0">
                <a:latin typeface="Segoe UI Semibold"/>
                <a:cs typeface="Segoe UI Semibold"/>
              </a:rPr>
              <a:t>Scaling Nodes on AKS </a:t>
            </a:r>
            <a:endParaRPr lang="en-US" dirty="0"/>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a:xfrm>
            <a:off x="582042" y="5634620"/>
            <a:ext cx="5654635" cy="338554"/>
          </a:xfrm>
        </p:spPr>
        <p:txBody>
          <a:bodyPr>
            <a:normAutofit/>
          </a:bodyPr>
          <a:lstStyle/>
          <a:p>
            <a:r>
              <a:rPr lang="en-US" dirty="0" err="1"/>
              <a:t>WorkshopPlus</a:t>
            </a:r>
            <a:r>
              <a:rPr lang="en-US" dirty="0"/>
              <a:t> – Kubernetes Tech Briefing</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p:txBody>
          <a:bodyPr lIns="0" tIns="0" rIns="0" bIns="0" anchor="t"/>
          <a:lstStyle/>
          <a:p>
            <a:r>
              <a:rPr lang="en-US" dirty="0"/>
              <a:t>Topics</a:t>
            </a:r>
          </a:p>
        </p:txBody>
      </p:sp>
      <p:graphicFrame>
        <p:nvGraphicFramePr>
          <p:cNvPr id="112" name="Table 3">
            <a:extLst>
              <a:ext uri="{FF2B5EF4-FFF2-40B4-BE49-F238E27FC236}">
                <a16:creationId xmlns:a16="http://schemas.microsoft.com/office/drawing/2014/main" id="{45AD0972-9AFC-406A-BE0A-DFF9FDD00D65}"/>
              </a:ext>
            </a:extLst>
          </p:cNvPr>
          <p:cNvGraphicFramePr>
            <a:graphicFrameLocks noGrp="1"/>
          </p:cNvGraphicFramePr>
          <p:nvPr>
            <p:extLst>
              <p:ext uri="{D42A27DB-BD31-4B8C-83A1-F6EECF244321}">
                <p14:modId xmlns:p14="http://schemas.microsoft.com/office/powerpoint/2010/main" val="2350619048"/>
              </p:ext>
            </p:extLst>
          </p:nvPr>
        </p:nvGraphicFramePr>
        <p:xfrm>
          <a:off x="575481" y="1815577"/>
          <a:ext cx="5669280" cy="4453461"/>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Nodes and Scaling</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Node Autoprovisioning (NAP) aka Karpenter</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Cluster Autoscaler</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88902310"/>
                  </a:ext>
                </a:extLst>
              </a:tr>
            </a:tbl>
          </a:graphicData>
        </a:graphic>
      </p:graphicFrame>
      <p:grpSp>
        <p:nvGrpSpPr>
          <p:cNvPr id="141" name="Group 140">
            <a:extLst>
              <a:ext uri="{FF2B5EF4-FFF2-40B4-BE49-F238E27FC236}">
                <a16:creationId xmlns:a16="http://schemas.microsoft.com/office/drawing/2014/main" id="{27BF13F4-E0FF-4E0D-8D3F-E5716F8C4FFC}"/>
              </a:ext>
              <a:ext uri="{C183D7F6-B498-43B3-948B-1728B52AA6E4}">
                <adec:decorative xmlns:adec="http://schemas.microsoft.com/office/drawing/2017/decorative" val="1"/>
              </a:ext>
            </a:extLst>
          </p:cNvPr>
          <p:cNvGrpSpPr>
            <a:grpSpLocks noChangeAspect="1"/>
          </p:cNvGrpSpPr>
          <p:nvPr/>
        </p:nvGrpSpPr>
        <p:grpSpPr>
          <a:xfrm>
            <a:off x="722184" y="2307171"/>
            <a:ext cx="522238" cy="522238"/>
            <a:chOff x="10323474" y="1468393"/>
            <a:chExt cx="751672" cy="751672"/>
          </a:xfrm>
        </p:grpSpPr>
        <p:sp>
          <p:nvSpPr>
            <p:cNvPr id="142" name="Oval 141">
              <a:extLst>
                <a:ext uri="{FF2B5EF4-FFF2-40B4-BE49-F238E27FC236}">
                  <a16:creationId xmlns:a16="http://schemas.microsoft.com/office/drawing/2014/main" id="{6C5EA0E7-F61F-4807-8925-4019D8289A8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43" name="Group 142">
              <a:extLst>
                <a:ext uri="{FF2B5EF4-FFF2-40B4-BE49-F238E27FC236}">
                  <a16:creationId xmlns:a16="http://schemas.microsoft.com/office/drawing/2014/main" id="{E17734FA-7052-4385-9C3F-7476E48B2A9D}"/>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44" name="Freeform: Shape 143">
                <a:extLst>
                  <a:ext uri="{FF2B5EF4-FFF2-40B4-BE49-F238E27FC236}">
                    <a16:creationId xmlns:a16="http://schemas.microsoft.com/office/drawing/2014/main" id="{7B30EEDD-248E-40B3-8BDB-830FD42D10D2}"/>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1E7E6FA4-6A0E-4023-A290-81458375DFA0}"/>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1BDFD5CF-E9DB-480F-B75C-67DE7088254C}"/>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F1D18E4A-5504-4BF0-BA73-AF1A27F741E7}"/>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FF7483BE-1FCD-45D4-BDCF-4970A89C4BED}"/>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B83FF2B8-DB01-41ED-A40D-888FD6673EBC}"/>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32CBB42B-C150-4420-A23B-B6E09320C637}"/>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EBC0F9DC-C657-43FE-831D-ECA77D07CBDB}"/>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2" name="Freeform: Shape 151">
                <a:extLst>
                  <a:ext uri="{FF2B5EF4-FFF2-40B4-BE49-F238E27FC236}">
                    <a16:creationId xmlns:a16="http://schemas.microsoft.com/office/drawing/2014/main" id="{FA06B8CA-FC95-4BC2-B74C-EC554BEDE826}"/>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E6CC598E-EC81-457D-9E79-393DE65067FF}"/>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366FC206-3649-4105-BD6F-ADD6A8E9D6FD}"/>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67" name="Straight Connector 166">
            <a:extLst>
              <a:ext uri="{FF2B5EF4-FFF2-40B4-BE49-F238E27FC236}">
                <a16:creationId xmlns:a16="http://schemas.microsoft.com/office/drawing/2014/main" id="{7B195598-F76A-4EA1-BF44-B801A69B2AEB}"/>
              </a:ext>
              <a:ext uri="{C183D7F6-B498-43B3-948B-1728B52AA6E4}">
                <adec:decorative xmlns:adec="http://schemas.microsoft.com/office/drawing/2017/decorative" val="1"/>
              </a:ext>
            </a:extLst>
          </p:cNvPr>
          <p:cNvCxnSpPr>
            <a:cxnSpLocks/>
          </p:cNvCxnSpPr>
          <p:nvPr/>
        </p:nvCxnSpPr>
        <p:spPr>
          <a:xfrm>
            <a:off x="5771254" y="329609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CFA8B499-6B1B-4EFC-93B7-524975374A05}"/>
              </a:ext>
              <a:ext uri="{C183D7F6-B498-43B3-948B-1728B52AA6E4}">
                <adec:decorative xmlns:adec="http://schemas.microsoft.com/office/drawing/2017/decorative" val="1"/>
              </a:ext>
            </a:extLst>
          </p:cNvPr>
          <p:cNvGrpSpPr/>
          <p:nvPr/>
        </p:nvGrpSpPr>
        <p:grpSpPr>
          <a:xfrm>
            <a:off x="722184" y="3802549"/>
            <a:ext cx="522238" cy="522238"/>
            <a:chOff x="724354" y="2781602"/>
            <a:chExt cx="438218" cy="438964"/>
          </a:xfrm>
        </p:grpSpPr>
        <p:sp>
          <p:nvSpPr>
            <p:cNvPr id="179" name="Oval 178">
              <a:extLst>
                <a:ext uri="{FF2B5EF4-FFF2-40B4-BE49-F238E27FC236}">
                  <a16:creationId xmlns:a16="http://schemas.microsoft.com/office/drawing/2014/main" id="{411DDA84-71CD-44BA-9140-44D1A91A6550}"/>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80" name="Trackers_EADF">
              <a:extLst>
                <a:ext uri="{FF2B5EF4-FFF2-40B4-BE49-F238E27FC236}">
                  <a16:creationId xmlns:a16="http://schemas.microsoft.com/office/drawing/2014/main" id="{B21AA2D5-3452-4E03-BA76-5FD47784B1FC}"/>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92" name="Straight Connector 191">
            <a:extLst>
              <a:ext uri="{FF2B5EF4-FFF2-40B4-BE49-F238E27FC236}">
                <a16:creationId xmlns:a16="http://schemas.microsoft.com/office/drawing/2014/main" id="{E0224169-9119-47EF-96EE-DDA203D7C417}"/>
              </a:ext>
              <a:ext uri="{C183D7F6-B498-43B3-948B-1728B52AA6E4}">
                <adec:decorative xmlns:adec="http://schemas.microsoft.com/office/drawing/2017/decorative" val="1"/>
              </a:ext>
            </a:extLst>
          </p:cNvPr>
          <p:cNvCxnSpPr>
            <a:cxnSpLocks/>
          </p:cNvCxnSpPr>
          <p:nvPr/>
        </p:nvCxnSpPr>
        <p:spPr>
          <a:xfrm>
            <a:off x="5771254" y="4787423"/>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9" name="Group 198">
            <a:extLst>
              <a:ext uri="{FF2B5EF4-FFF2-40B4-BE49-F238E27FC236}">
                <a16:creationId xmlns:a16="http://schemas.microsoft.com/office/drawing/2014/main" id="{026E5944-69DF-4321-BDB3-841BA2C11C04}"/>
              </a:ext>
              <a:ext uri="{C183D7F6-B498-43B3-948B-1728B52AA6E4}">
                <adec:decorative xmlns:adec="http://schemas.microsoft.com/office/drawing/2017/decorative" val="1"/>
              </a:ext>
            </a:extLst>
          </p:cNvPr>
          <p:cNvGrpSpPr>
            <a:grpSpLocks/>
          </p:cNvGrpSpPr>
          <p:nvPr/>
        </p:nvGrpSpPr>
        <p:grpSpPr>
          <a:xfrm>
            <a:off x="722184" y="5297927"/>
            <a:ext cx="522238" cy="522238"/>
            <a:chOff x="7039782" y="1468393"/>
            <a:chExt cx="751672" cy="751672"/>
          </a:xfrm>
        </p:grpSpPr>
        <p:sp>
          <p:nvSpPr>
            <p:cNvPr id="200" name="Oval 199">
              <a:extLst>
                <a:ext uri="{FF2B5EF4-FFF2-40B4-BE49-F238E27FC236}">
                  <a16:creationId xmlns:a16="http://schemas.microsoft.com/office/drawing/2014/main" id="{9FCF0032-1DAB-434C-8E68-E23616E5312F}"/>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1" name="list_4">
              <a:extLst>
                <a:ext uri="{FF2B5EF4-FFF2-40B4-BE49-F238E27FC236}">
                  <a16:creationId xmlns:a16="http://schemas.microsoft.com/office/drawing/2014/main" id="{5949B67D-CC59-478A-AB79-3C00B775DB3E}"/>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3" name="Footer Placeholder 4">
            <a:extLst>
              <a:ext uri="{FF2B5EF4-FFF2-40B4-BE49-F238E27FC236}">
                <a16:creationId xmlns:a16="http://schemas.microsoft.com/office/drawing/2014/main" id="{10E54606-57C2-4DE8-9859-0E9A1418A5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14" name="Picture 213" descr="Two young employees sitting in a coffee table working on a laptop">
            <a:extLst>
              <a:ext uri="{FF2B5EF4-FFF2-40B4-BE49-F238E27FC236}">
                <a16:creationId xmlns:a16="http://schemas.microsoft.com/office/drawing/2014/main" id="{862DE29E-5032-41FF-9267-7440425DBBCA}"/>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216" name="Slide Number Placeholder 5">
            <a:extLst>
              <a:ext uri="{FF2B5EF4-FFF2-40B4-BE49-F238E27FC236}">
                <a16:creationId xmlns:a16="http://schemas.microsoft.com/office/drawing/2014/main" id="{063ECB81-19EB-41B2-B6F9-134822DB431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29126996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name="HIDDEN - Slide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132E6D-A6EE-402B-895A-D0B053AB702A}"/>
              </a:ext>
            </a:extLst>
          </p:cNvPr>
          <p:cNvSpPr>
            <a:spLocks noGrp="1"/>
          </p:cNvSpPr>
          <p:nvPr>
            <p:ph type="title"/>
            <p:custDataLst>
              <p:custData r:id="rId2"/>
            </p:custDataLst>
          </p:nvPr>
        </p:nvSpPr>
        <p:spPr>
          <a:xfrm>
            <a:off x="584199" y="3318975"/>
            <a:ext cx="10189817" cy="2031325"/>
          </a:xfrm>
        </p:spPr>
        <p:txBody>
          <a:bodyPr/>
          <a:lstStyle/>
          <a:p>
            <a:r>
              <a:rPr lang="en-US" dirty="0"/>
              <a:t>Nodes pools and Scaling  </a:t>
            </a:r>
          </a:p>
        </p:txBody>
      </p:sp>
      <p:sp>
        <p:nvSpPr>
          <p:cNvPr id="2" name="Text Placeholder 1">
            <a:extLst>
              <a:ext uri="{FF2B5EF4-FFF2-40B4-BE49-F238E27FC236}">
                <a16:creationId xmlns:a16="http://schemas.microsoft.com/office/drawing/2014/main" id="{482FEA19-2650-4EE7-9268-C5AD0D758CBB}"/>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B6557B7F-8930-45B3-8C92-8E2F48E4CF5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3D1B8DB-CDB5-4538-B1E2-EE9AC4FA8B6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63588133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521DB97-E703-4F74-9617-EEB7FEC1FDDC}"/>
              </a:ext>
            </a:extLst>
          </p:cNvPr>
          <p:cNvSpPr>
            <a:spLocks noGrp="1"/>
          </p:cNvSpPr>
          <p:nvPr>
            <p:ph type="title"/>
          </p:nvPr>
        </p:nvSpPr>
        <p:spPr/>
        <p:txBody>
          <a:bodyPr/>
          <a:lstStyle/>
          <a:p>
            <a:r>
              <a:rPr lang="en-US" dirty="0"/>
              <a:t>Nodes pool Types</a:t>
            </a:r>
          </a:p>
        </p:txBody>
      </p:sp>
      <p:sp>
        <p:nvSpPr>
          <p:cNvPr id="38" name="Rectangle 37">
            <a:extLst>
              <a:ext uri="{FF2B5EF4-FFF2-40B4-BE49-F238E27FC236}">
                <a16:creationId xmlns:a16="http://schemas.microsoft.com/office/drawing/2014/main" id="{B9270937-A193-43E5-A5B1-7A724F97D640}"/>
              </a:ext>
              <a:ext uri="{C183D7F6-B498-43B3-948B-1728B52AA6E4}">
                <adec:decorative xmlns:adec="http://schemas.microsoft.com/office/drawing/2017/decorative" val="1"/>
              </a:ext>
            </a:extLst>
          </p:cNvPr>
          <p:cNvSpPr/>
          <p:nvPr/>
        </p:nvSpPr>
        <p:spPr bwMode="auto">
          <a:xfrm>
            <a:off x="575481" y="1943965"/>
            <a:ext cx="4472575"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System Node Pools</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User Node pools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Linux Node pools</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Ubuntu or Azure Linux</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Windows Node Pools</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Windows Server 2022</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3"/>
              </a:rPr>
              <a:t>Supported VM Types</a:t>
            </a:r>
            <a:endParaRPr lang="en-GB">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endParaRPr lang="en-GB">
              <a:solidFill>
                <a:schemeClr val="accent6"/>
              </a:solidFill>
              <a:cs typeface="Segoe UI Semibold" panose="020B0702040204020203" pitchFamily="34" charset="0"/>
            </a:endParaRPr>
          </a:p>
        </p:txBody>
      </p:sp>
      <p:sp>
        <p:nvSpPr>
          <p:cNvPr id="58" name="Footer Placeholder 13">
            <a:extLst>
              <a:ext uri="{FF2B5EF4-FFF2-40B4-BE49-F238E27FC236}">
                <a16:creationId xmlns:a16="http://schemas.microsoft.com/office/drawing/2014/main" id="{C0F83B9C-7AC5-48CB-8EBA-4E048C2F8AD5}"/>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96F4E541-783E-47DC-BB92-50514EBF8776}"/>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5</a:t>
            </a:fld>
            <a:endParaRPr lang="en-US" noProof="0"/>
          </a:p>
        </p:txBody>
      </p:sp>
      <p:pic>
        <p:nvPicPr>
          <p:cNvPr id="1026" name="Picture 2">
            <a:extLst>
              <a:ext uri="{FF2B5EF4-FFF2-40B4-BE49-F238E27FC236}">
                <a16:creationId xmlns:a16="http://schemas.microsoft.com/office/drawing/2014/main" id="{B46E8092-F209-08E2-D9ED-74EF08A3B0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8252" y="1802296"/>
            <a:ext cx="3198816" cy="445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9153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FC3F-99FB-E8DF-D5FC-B5F90BC9285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6818161-5AD7-C174-CA90-6467ACF1D032}"/>
              </a:ext>
            </a:extLst>
          </p:cNvPr>
          <p:cNvSpPr>
            <a:spLocks noGrp="1"/>
          </p:cNvSpPr>
          <p:nvPr>
            <p:ph type="title"/>
          </p:nvPr>
        </p:nvSpPr>
        <p:spPr/>
        <p:txBody>
          <a:bodyPr/>
          <a:lstStyle/>
          <a:p>
            <a:r>
              <a:rPr lang="en-US" dirty="0"/>
              <a:t>Scaling </a:t>
            </a:r>
          </a:p>
        </p:txBody>
      </p:sp>
      <p:sp>
        <p:nvSpPr>
          <p:cNvPr id="38" name="Rectangle 37">
            <a:extLst>
              <a:ext uri="{FF2B5EF4-FFF2-40B4-BE49-F238E27FC236}">
                <a16:creationId xmlns:a16="http://schemas.microsoft.com/office/drawing/2014/main" id="{15677A35-AE9C-A5AE-946C-F1E62DFEEF88}"/>
              </a:ext>
              <a:ext uri="{C183D7F6-B498-43B3-948B-1728B52AA6E4}">
                <adec:decorative xmlns:adec="http://schemas.microsoft.com/office/drawing/2017/decorative" val="1"/>
              </a:ext>
            </a:extLst>
          </p:cNvPr>
          <p:cNvSpPr/>
          <p:nvPr/>
        </p:nvSpPr>
        <p:spPr bwMode="auto">
          <a:xfrm>
            <a:off x="575481" y="1943965"/>
            <a:ext cx="110450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Why do we need to scale </a:t>
            </a:r>
            <a:r>
              <a:rPr lang="en-GB" dirty="0" err="1">
                <a:solidFill>
                  <a:schemeClr val="accent6"/>
                </a:solidFill>
                <a:cs typeface="Segoe UI Semibold" panose="020B0702040204020203" pitchFamily="34" charset="0"/>
              </a:rPr>
              <a:t>nodepools</a:t>
            </a:r>
            <a:r>
              <a:rPr lang="en-GB" dirty="0">
                <a:solidFill>
                  <a:schemeClr val="accent6"/>
                </a:solidFill>
                <a:cs typeface="Segoe UI Semibold" panose="020B0702040204020203" pitchFamily="34" charset="0"/>
              </a:rPr>
              <a:t>?</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App availability</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Redundancy</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Reliability</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General Scaling options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Zone Spanning</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Zone Aligned</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Regional</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Node scaling</a:t>
            </a:r>
            <a:endParaRPr lang="en-GB">
              <a:solidFill>
                <a:schemeClr val="accent6"/>
              </a:solidFill>
              <a:cs typeface="Segoe UI Semibold" panose="020B0702040204020203" pitchFamily="34" charset="0"/>
            </a:endParaRP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Node Auto Provision (NAP) </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Cluster </a:t>
            </a:r>
            <a:r>
              <a:rPr lang="en-GB" dirty="0" err="1">
                <a:solidFill>
                  <a:schemeClr val="accent6"/>
                </a:solidFill>
                <a:cs typeface="Segoe UI Semibold" panose="020B0702040204020203" pitchFamily="34" charset="0"/>
              </a:rPr>
              <a:t>Autoscaler</a:t>
            </a:r>
            <a:endParaRPr lang="en-GB" dirty="0">
              <a:solidFill>
                <a:schemeClr val="accent6"/>
              </a:solidFill>
              <a:cs typeface="Segoe UI Semibold" panose="020B0702040204020203" pitchFamily="34" charset="0"/>
            </a:endParaRPr>
          </a:p>
        </p:txBody>
      </p:sp>
      <p:sp>
        <p:nvSpPr>
          <p:cNvPr id="58" name="Footer Placeholder 13">
            <a:extLst>
              <a:ext uri="{FF2B5EF4-FFF2-40B4-BE49-F238E27FC236}">
                <a16:creationId xmlns:a16="http://schemas.microsoft.com/office/drawing/2014/main" id="{313DFB64-2F4A-0F45-AD53-9FBEB289D812}"/>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C47BFABE-0691-B7A5-73D9-DA48D2C0CFB6}"/>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6</a:t>
            </a:fld>
            <a:endParaRPr lang="en-US" noProof="0"/>
          </a:p>
        </p:txBody>
      </p:sp>
    </p:spTree>
    <p:extLst>
      <p:ext uri="{BB962C8B-B14F-4D97-AF65-F5344CB8AC3E}">
        <p14:creationId xmlns:p14="http://schemas.microsoft.com/office/powerpoint/2010/main" val="2038598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35D77-F809-4D34-3AF7-8736C15B52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C55D239-D998-BBC5-04CC-E3789F4D034D}"/>
              </a:ext>
            </a:extLst>
          </p:cNvPr>
          <p:cNvSpPr>
            <a:spLocks noGrp="1"/>
          </p:cNvSpPr>
          <p:nvPr>
            <p:ph type="title"/>
          </p:nvPr>
        </p:nvSpPr>
        <p:spPr/>
        <p:txBody>
          <a:bodyPr/>
          <a:lstStyle/>
          <a:p>
            <a:r>
              <a:rPr lang="en-US" dirty="0"/>
              <a:t>Scaling – </a:t>
            </a:r>
            <a:r>
              <a:rPr lang="en-US" dirty="0" err="1"/>
              <a:t>Availabilty</a:t>
            </a:r>
            <a:r>
              <a:rPr lang="en-US" dirty="0"/>
              <a:t> Zones </a:t>
            </a:r>
          </a:p>
        </p:txBody>
      </p:sp>
      <p:sp>
        <p:nvSpPr>
          <p:cNvPr id="58" name="Footer Placeholder 13">
            <a:extLst>
              <a:ext uri="{FF2B5EF4-FFF2-40B4-BE49-F238E27FC236}">
                <a16:creationId xmlns:a16="http://schemas.microsoft.com/office/drawing/2014/main" id="{B2B027AC-10C7-2EB8-F514-29A4C3A35F0A}"/>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514651F9-0EB9-DD10-15AF-EA737F188ACE}"/>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7</a:t>
            </a:fld>
            <a:endParaRPr lang="en-US" noProof="0"/>
          </a:p>
        </p:txBody>
      </p:sp>
      <p:pic>
        <p:nvPicPr>
          <p:cNvPr id="2050" name="Picture 2" descr="Diagram that shows AKS node distribution across availability zones in the different models.">
            <a:extLst>
              <a:ext uri="{FF2B5EF4-FFF2-40B4-BE49-F238E27FC236}">
                <a16:creationId xmlns:a16="http://schemas.microsoft.com/office/drawing/2014/main" id="{48EA6399-0612-E786-E4DE-6E8806EECF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6392" y="1681723"/>
            <a:ext cx="7902713" cy="5176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607271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5BBA1-6E1E-CF2F-D41B-80509CA0567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52009A-A31A-3F4C-52FC-8B0763344C8B}"/>
              </a:ext>
            </a:extLst>
          </p:cNvPr>
          <p:cNvSpPr>
            <a:spLocks noGrp="1"/>
          </p:cNvSpPr>
          <p:nvPr>
            <p:ph type="title"/>
            <p:custDataLst>
              <p:custData r:id="rId2"/>
            </p:custDataLst>
          </p:nvPr>
        </p:nvSpPr>
        <p:spPr>
          <a:xfrm>
            <a:off x="584200" y="3318975"/>
            <a:ext cx="9169400" cy="2031325"/>
          </a:xfrm>
        </p:spPr>
        <p:txBody>
          <a:bodyPr/>
          <a:lstStyle/>
          <a:p>
            <a:r>
              <a:rPr lang="en-US" dirty="0"/>
              <a:t>Node </a:t>
            </a:r>
            <a:r>
              <a:rPr lang="en-US" dirty="0" err="1"/>
              <a:t>Autoprovision</a:t>
            </a:r>
            <a:r>
              <a:rPr lang="en-US" dirty="0"/>
              <a:t> (NAP) aka </a:t>
            </a:r>
            <a:r>
              <a:rPr lang="en-US" dirty="0" err="1"/>
              <a:t>Karpenter</a:t>
            </a:r>
            <a:r>
              <a:rPr lang="en-US" dirty="0"/>
              <a:t> </a:t>
            </a:r>
          </a:p>
        </p:txBody>
      </p:sp>
      <p:sp>
        <p:nvSpPr>
          <p:cNvPr id="2" name="Text Placeholder 1">
            <a:extLst>
              <a:ext uri="{FF2B5EF4-FFF2-40B4-BE49-F238E27FC236}">
                <a16:creationId xmlns:a16="http://schemas.microsoft.com/office/drawing/2014/main" id="{645537EA-F1AD-28E0-04CC-2CEB63000196}"/>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D8B4E587-0ADE-8F9A-0BAA-F6481DC823F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6B6E5609-7297-0A34-08B5-A3FBCA5E1F9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1305678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7CC5C-98A2-A605-2F18-CA435C94403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CE796C2-CF74-E9AF-ABAA-0A58B75F4EB8}"/>
              </a:ext>
            </a:extLst>
          </p:cNvPr>
          <p:cNvSpPr>
            <a:spLocks noGrp="1"/>
          </p:cNvSpPr>
          <p:nvPr>
            <p:ph type="title"/>
          </p:nvPr>
        </p:nvSpPr>
        <p:spPr/>
        <p:txBody>
          <a:bodyPr/>
          <a:lstStyle/>
          <a:p>
            <a:r>
              <a:rPr lang="en-US" dirty="0"/>
              <a:t>What is it?</a:t>
            </a:r>
          </a:p>
        </p:txBody>
      </p:sp>
      <p:sp>
        <p:nvSpPr>
          <p:cNvPr id="38" name="Rectangle 37">
            <a:extLst>
              <a:ext uri="{FF2B5EF4-FFF2-40B4-BE49-F238E27FC236}">
                <a16:creationId xmlns:a16="http://schemas.microsoft.com/office/drawing/2014/main" id="{0BFF405C-A3E7-FB9B-74B6-CA87A5E3E184}"/>
              </a:ext>
              <a:ext uri="{C183D7F6-B498-43B3-948B-1728B52AA6E4}">
                <adec:decorative xmlns:adec="http://schemas.microsoft.com/office/drawing/2017/decorative" val="1"/>
              </a:ext>
            </a:extLst>
          </p:cNvPr>
          <p:cNvSpPr/>
          <p:nvPr/>
        </p:nvSpPr>
        <p:spPr bwMode="auto">
          <a:xfrm>
            <a:off x="575481" y="1943965"/>
            <a:ext cx="110450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defTabSz="932563">
              <a:spcBef>
                <a:spcPts val="300"/>
              </a:spcBef>
              <a:spcAft>
                <a:spcPts val="200"/>
              </a:spcAft>
            </a:pPr>
            <a:r>
              <a:rPr lang="en-GB" dirty="0">
                <a:solidFill>
                  <a:schemeClr val="accent6"/>
                </a:solidFill>
                <a:cs typeface="Segoe UI Semibold" panose="020B0702040204020203" pitchFamily="34" charset="0"/>
                <a:hlinkClick r:id="rId2"/>
              </a:rPr>
              <a:t>NAP</a:t>
            </a:r>
            <a:r>
              <a:rPr lang="en-GB" dirty="0">
                <a:solidFill>
                  <a:schemeClr val="accent6"/>
                </a:solidFill>
                <a:cs typeface="Segoe UI Semibold" panose="020B0702040204020203" pitchFamily="34" charset="0"/>
              </a:rPr>
              <a:t> allows for node auto provisioning on your cluster vs managing individual nodes pools and leverages the </a:t>
            </a:r>
            <a:r>
              <a:rPr lang="en-GB" dirty="0">
                <a:solidFill>
                  <a:schemeClr val="accent6"/>
                </a:solidFill>
                <a:cs typeface="Segoe UI Semibold" panose="020B0702040204020203" pitchFamily="34" charset="0"/>
                <a:hlinkClick r:id="rId3"/>
              </a:rPr>
              <a:t>Karpenter</a:t>
            </a:r>
            <a:r>
              <a:rPr lang="en-GB" dirty="0">
                <a:solidFill>
                  <a:schemeClr val="accent6"/>
                </a:solidFill>
                <a:cs typeface="Segoe UI Semibold" panose="020B0702040204020203" pitchFamily="34" charset="0"/>
              </a:rPr>
              <a:t> OSS project.</a:t>
            </a:r>
          </a:p>
          <a:p>
            <a:pPr defTabSz="932563">
              <a:spcBef>
                <a:spcPts val="300"/>
              </a:spcBef>
              <a:spcAft>
                <a:spcPts val="200"/>
              </a:spcAft>
            </a:pPr>
            <a:r>
              <a:rPr lang="en-GB" dirty="0">
                <a:solidFill>
                  <a:schemeClr val="accent6"/>
                </a:solidFill>
                <a:cs typeface="Segoe UI Semibold" panose="020B0702040204020203" pitchFamily="34" charset="0"/>
              </a:rPr>
              <a:t>Advantages: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Watching for unscheduled pods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Evaluating scheduling constraints put in place (resource limits, node selectors, affinities, tolerations ,etc) requested by the workload</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Provisioning nodes that meet the requirement of the workload</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Removing nodes when they are not needed</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Consolidating existing nodes onto cheaper nodes with higher utilization per node</a:t>
            </a:r>
          </a:p>
          <a:p>
            <a:pPr defTabSz="932563">
              <a:spcBef>
                <a:spcPts val="300"/>
              </a:spcBef>
              <a:spcAft>
                <a:spcPts val="200"/>
              </a:spcAft>
            </a:pPr>
            <a:r>
              <a:rPr lang="en-GB" dirty="0">
                <a:solidFill>
                  <a:schemeClr val="accent6"/>
                </a:solidFill>
                <a:cs typeface="Segoe UI Semibold" panose="020B0702040204020203" pitchFamily="34" charset="0"/>
              </a:rPr>
              <a:t>Modes: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Node Auto Provisioning (NAP) mode is a mode run by AKS as a managed addon similar to the cluster </a:t>
            </a:r>
            <a:r>
              <a:rPr lang="en-GB" dirty="0" err="1">
                <a:solidFill>
                  <a:schemeClr val="accent6"/>
                </a:solidFill>
                <a:cs typeface="Segoe UI Semibold" panose="020B0702040204020203" pitchFamily="34" charset="0"/>
              </a:rPr>
              <a:t>autoscaler</a:t>
            </a:r>
            <a:endParaRPr lang="en-GB" dirty="0">
              <a:solidFill>
                <a:schemeClr val="accent6"/>
              </a:solidFill>
              <a:cs typeface="Segoe UI Semibold" panose="020B0702040204020203" pitchFamily="34" charset="0"/>
            </a:endParaRP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Manual mode: the admin provisions </a:t>
            </a:r>
            <a:r>
              <a:rPr lang="en-GB" dirty="0" err="1">
                <a:solidFill>
                  <a:schemeClr val="accent6"/>
                </a:solidFill>
                <a:cs typeface="Segoe UI Semibold" panose="020B0702040204020203" pitchFamily="34" charset="0"/>
              </a:rPr>
              <a:t>karpenter</a:t>
            </a:r>
            <a:r>
              <a:rPr lang="en-GB" dirty="0">
                <a:solidFill>
                  <a:schemeClr val="accent6"/>
                </a:solidFill>
                <a:cs typeface="Segoe UI Semibold" panose="020B0702040204020203" pitchFamily="34" charset="0"/>
              </a:rPr>
              <a:t> as a standalone deployment in the cluster. </a:t>
            </a:r>
          </a:p>
        </p:txBody>
      </p:sp>
      <p:sp>
        <p:nvSpPr>
          <p:cNvPr id="58" name="Footer Placeholder 13">
            <a:extLst>
              <a:ext uri="{FF2B5EF4-FFF2-40B4-BE49-F238E27FC236}">
                <a16:creationId xmlns:a16="http://schemas.microsoft.com/office/drawing/2014/main" id="{8DF16EA1-EEEE-148F-7ECC-6D4A4233FD7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516FFD40-235F-58A2-9941-0785B4997ECE}"/>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9</a:t>
            </a:fld>
            <a:endParaRPr lang="en-US" noProof="0"/>
          </a:p>
        </p:txBody>
      </p:sp>
    </p:spTree>
    <p:extLst>
      <p:ext uri="{BB962C8B-B14F-4D97-AF65-F5344CB8AC3E}">
        <p14:creationId xmlns:p14="http://schemas.microsoft.com/office/powerpoint/2010/main" val="243958235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2F2A0-D09C-0AEA-25C0-039736C2507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240CF50-8A21-128B-2CA2-2BE565C77155}"/>
              </a:ext>
            </a:extLst>
          </p:cNvPr>
          <p:cNvSpPr>
            <a:spLocks noGrp="1"/>
          </p:cNvSpPr>
          <p:nvPr>
            <p:ph type="title"/>
          </p:nvPr>
        </p:nvSpPr>
        <p:spPr/>
        <p:txBody>
          <a:bodyPr/>
          <a:lstStyle/>
          <a:p>
            <a:r>
              <a:rPr lang="en-US" dirty="0"/>
              <a:t>How it works</a:t>
            </a:r>
          </a:p>
        </p:txBody>
      </p:sp>
      <p:sp>
        <p:nvSpPr>
          <p:cNvPr id="38" name="Rectangle 37">
            <a:extLst>
              <a:ext uri="{FF2B5EF4-FFF2-40B4-BE49-F238E27FC236}">
                <a16:creationId xmlns:a16="http://schemas.microsoft.com/office/drawing/2014/main" id="{142C8450-27FB-E07B-EB81-D404D61F06A3}"/>
              </a:ext>
              <a:ext uri="{C183D7F6-B498-43B3-948B-1728B52AA6E4}">
                <adec:decorative xmlns:adec="http://schemas.microsoft.com/office/drawing/2017/decorative" val="1"/>
              </a:ext>
            </a:extLst>
          </p:cNvPr>
          <p:cNvSpPr/>
          <p:nvPr/>
        </p:nvSpPr>
        <p:spPr bwMode="auto">
          <a:xfrm>
            <a:off x="1093449" y="3627450"/>
            <a:ext cx="8672385" cy="263428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defTabSz="932563">
              <a:spcBef>
                <a:spcPts val="300"/>
              </a:spcBef>
              <a:spcAft>
                <a:spcPts val="200"/>
              </a:spcAft>
            </a:pPr>
            <a:endParaRPr lang="en-GB" dirty="0">
              <a:solidFill>
                <a:schemeClr val="accent6"/>
              </a:solidFill>
              <a:cs typeface="Segoe UI Semibold" panose="020B0702040204020203" pitchFamily="34" charset="0"/>
            </a:endParaRPr>
          </a:p>
        </p:txBody>
      </p:sp>
      <p:sp>
        <p:nvSpPr>
          <p:cNvPr id="58" name="Footer Placeholder 13">
            <a:extLst>
              <a:ext uri="{FF2B5EF4-FFF2-40B4-BE49-F238E27FC236}">
                <a16:creationId xmlns:a16="http://schemas.microsoft.com/office/drawing/2014/main" id="{C1853E48-504A-A004-43AB-1356C0C1DC83}"/>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8068DF22-EE55-24F6-35AA-B770F4CBE909}"/>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10</a:t>
            </a:fld>
            <a:endParaRPr lang="en-US" noProof="0"/>
          </a:p>
        </p:txBody>
      </p:sp>
      <p:pic>
        <p:nvPicPr>
          <p:cNvPr id="1028" name="Picture 4">
            <a:extLst>
              <a:ext uri="{FF2B5EF4-FFF2-40B4-BE49-F238E27FC236}">
                <a16:creationId xmlns:a16="http://schemas.microsoft.com/office/drawing/2014/main" id="{A4D8B7B3-EB67-09D2-AE7F-964E7150A0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733" y="1749778"/>
            <a:ext cx="9572978" cy="5000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0462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EC04C45-C9D9-EC96-08A2-C46347A9DA0B}"/>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BA5A646E-867B-DDDF-3025-21FCAE96749B}"/>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11</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23721466-22DD-F918-71E0-F8A1926A6D2D}"/>
              </a:ext>
            </a:extLst>
          </p:cNvPr>
          <p:cNvSpPr>
            <a:spLocks noGrp="1"/>
          </p:cNvSpPr>
          <p:nvPr>
            <p:ph type="body" sz="quarter" idx="39"/>
          </p:nvPr>
        </p:nvSpPr>
        <p:spPr/>
        <p:txBody>
          <a:bodyPr/>
          <a:lstStyle/>
          <a:p>
            <a:r>
              <a:rPr lang="en-US" dirty="0"/>
              <a:t>Demo</a:t>
            </a:r>
          </a:p>
        </p:txBody>
      </p:sp>
      <p:pic>
        <p:nvPicPr>
          <p:cNvPr id="2050" name="Picture 2">
            <a:extLst>
              <a:ext uri="{FF2B5EF4-FFF2-40B4-BE49-F238E27FC236}">
                <a16:creationId xmlns:a16="http://schemas.microsoft.com/office/drawing/2014/main" id="{3241EA5B-768B-0307-C371-6EF3C2DC5C0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45549" y="476524"/>
            <a:ext cx="6615701" cy="3260253"/>
          </a:xfrm>
          <a:prstGeom prst="rect">
            <a:avLst/>
          </a:prstGeom>
          <a:solidFill>
            <a:srgbClr val="FFFFFF"/>
          </a:solidFill>
          <a:ln w="6350">
            <a:solidFill>
              <a:schemeClr val="bg1">
                <a:lumMod val="75000"/>
              </a:schemeClr>
            </a:solidFill>
          </a:ln>
        </p:spPr>
      </p:pic>
      <p:sp>
        <p:nvSpPr>
          <p:cNvPr id="18" name="TextBox 17">
            <a:extLst>
              <a:ext uri="{FF2B5EF4-FFF2-40B4-BE49-F238E27FC236}">
                <a16:creationId xmlns:a16="http://schemas.microsoft.com/office/drawing/2014/main" id="{02F9E10F-6E66-F253-98D7-C0719471929D}"/>
              </a:ext>
            </a:extLst>
          </p:cNvPr>
          <p:cNvSpPr txBox="1"/>
          <p:nvPr/>
        </p:nvSpPr>
        <p:spPr>
          <a:xfrm>
            <a:off x="4845549" y="4173794"/>
            <a:ext cx="6615701" cy="615553"/>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err="1"/>
              <a:t>Karpenter</a:t>
            </a:r>
            <a:r>
              <a:rPr lang="en-US" sz="2000" dirty="0"/>
              <a:t> YAML File overview</a:t>
            </a:r>
          </a:p>
          <a:p>
            <a:pPr marL="342900" indent="-342900" algn="l">
              <a:buFont typeface="Arial" panose="020B0604020202020204" pitchFamily="34" charset="0"/>
              <a:buChar char="•"/>
            </a:pPr>
            <a:r>
              <a:rPr lang="en-US" sz="2000" dirty="0"/>
              <a:t>Workload deployment on a NAP enabled cluster</a:t>
            </a:r>
          </a:p>
        </p:txBody>
      </p:sp>
    </p:spTree>
    <p:extLst>
      <p:ext uri="{BB962C8B-B14F-4D97-AF65-F5344CB8AC3E}">
        <p14:creationId xmlns:p14="http://schemas.microsoft.com/office/powerpoint/2010/main" val="5495703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0FFB3-8598-D1A6-1B3E-D703700539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3E78D86-55AE-F6EA-BF13-604C64CA04CE}"/>
              </a:ext>
            </a:extLst>
          </p:cNvPr>
          <p:cNvSpPr>
            <a:spLocks noGrp="1"/>
          </p:cNvSpPr>
          <p:nvPr>
            <p:ph type="title"/>
            <p:custDataLst>
              <p:custData r:id="rId2"/>
            </p:custDataLst>
          </p:nvPr>
        </p:nvSpPr>
        <p:spPr/>
        <p:txBody>
          <a:bodyPr/>
          <a:lstStyle/>
          <a:p>
            <a:r>
              <a:rPr lang="en-US" dirty="0"/>
              <a:t>Cluster </a:t>
            </a:r>
            <a:r>
              <a:rPr lang="en-US" dirty="0" err="1"/>
              <a:t>Autoscaler</a:t>
            </a:r>
            <a:r>
              <a:rPr lang="en-US" dirty="0"/>
              <a:t> </a:t>
            </a:r>
          </a:p>
        </p:txBody>
      </p:sp>
      <p:sp>
        <p:nvSpPr>
          <p:cNvPr id="2" name="Text Placeholder 1">
            <a:extLst>
              <a:ext uri="{FF2B5EF4-FFF2-40B4-BE49-F238E27FC236}">
                <a16:creationId xmlns:a16="http://schemas.microsoft.com/office/drawing/2014/main" id="{800CF9DF-0901-686F-0E1A-886969E0CEB1}"/>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313EE06F-D438-C59E-ADDE-8EAD68A14073}"/>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B763B5BE-3753-C32A-360A-37BF606E3F94}"/>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824158616"/>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CE8AA-FD66-F519-F139-25BD741154C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DE70E80-6A53-C163-1EE2-94B0696A9456}"/>
              </a:ext>
            </a:extLst>
          </p:cNvPr>
          <p:cNvSpPr>
            <a:spLocks noGrp="1"/>
          </p:cNvSpPr>
          <p:nvPr>
            <p:ph type="title"/>
          </p:nvPr>
        </p:nvSpPr>
        <p:spPr/>
        <p:txBody>
          <a:bodyPr/>
          <a:lstStyle/>
          <a:p>
            <a:r>
              <a:rPr lang="en-US" dirty="0"/>
              <a:t>Traditional Cluster </a:t>
            </a:r>
            <a:r>
              <a:rPr lang="en-US" dirty="0" err="1"/>
              <a:t>Autoscaler</a:t>
            </a:r>
            <a:endParaRPr lang="en-US" dirty="0"/>
          </a:p>
        </p:txBody>
      </p:sp>
      <p:sp>
        <p:nvSpPr>
          <p:cNvPr id="38" name="Rectangle 37">
            <a:extLst>
              <a:ext uri="{FF2B5EF4-FFF2-40B4-BE49-F238E27FC236}">
                <a16:creationId xmlns:a16="http://schemas.microsoft.com/office/drawing/2014/main" id="{0414B6E7-2A03-B718-AAE1-9A1F45D498FE}"/>
              </a:ext>
              <a:ext uri="{C183D7F6-B498-43B3-948B-1728B52AA6E4}">
                <adec:decorative xmlns:adec="http://schemas.microsoft.com/office/drawing/2017/decorative" val="1"/>
              </a:ext>
            </a:extLst>
          </p:cNvPr>
          <p:cNvSpPr/>
          <p:nvPr/>
        </p:nvSpPr>
        <p:spPr bwMode="auto">
          <a:xfrm>
            <a:off x="575481" y="1943965"/>
            <a:ext cx="110450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Provides autoscaling for individual </a:t>
            </a:r>
            <a:r>
              <a:rPr lang="en-GB" dirty="0" err="1">
                <a:solidFill>
                  <a:schemeClr val="accent6"/>
                </a:solidFill>
                <a:cs typeface="Segoe UI Semibold" panose="020B0702040204020203" pitchFamily="34" charset="0"/>
              </a:rPr>
              <a:t>Nodepools</a:t>
            </a:r>
            <a:r>
              <a:rPr lang="en-GB" dirty="0">
                <a:solidFill>
                  <a:schemeClr val="accent6"/>
                </a:solidFill>
                <a:cs typeface="Segoe UI Semibold" panose="020B0702040204020203" pitchFamily="34" charset="0"/>
              </a:rPr>
              <a:t> based on the the OSS Kubernetes </a:t>
            </a:r>
            <a:r>
              <a:rPr lang="en-GB" dirty="0" err="1">
                <a:solidFill>
                  <a:schemeClr val="accent6"/>
                </a:solidFill>
                <a:cs typeface="Segoe UI Semibold" panose="020B0702040204020203" pitchFamily="34" charset="0"/>
              </a:rPr>
              <a:t>autoscaler</a:t>
            </a: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Each </a:t>
            </a:r>
            <a:r>
              <a:rPr lang="en-GB" dirty="0" err="1">
                <a:solidFill>
                  <a:schemeClr val="accent6"/>
                </a:solidFill>
                <a:cs typeface="Segoe UI Semibold" panose="020B0702040204020203" pitchFamily="34" charset="0"/>
              </a:rPr>
              <a:t>nodepool</a:t>
            </a:r>
            <a:r>
              <a:rPr lang="en-GB" dirty="0">
                <a:solidFill>
                  <a:schemeClr val="accent6"/>
                </a:solidFill>
                <a:cs typeface="Segoe UI Semibold" panose="020B0702040204020203" pitchFamily="34" charset="0"/>
              </a:rPr>
              <a:t> scales individually using the VM SKU type provisioned. </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Scaling occurs when workloads cannot be scheduled due to constraints present in the cluster like: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Lack of CPU available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Lack of memory available</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This increases the size of the existing </a:t>
            </a:r>
            <a:r>
              <a:rPr lang="en-GB" dirty="0" err="1">
                <a:solidFill>
                  <a:schemeClr val="accent6"/>
                </a:solidFill>
                <a:cs typeface="Segoe UI Semibold" panose="020B0702040204020203" pitchFamily="34" charset="0"/>
              </a:rPr>
              <a:t>nodepool</a:t>
            </a:r>
            <a:r>
              <a:rPr lang="en-GB" dirty="0">
                <a:solidFill>
                  <a:schemeClr val="accent6"/>
                </a:solidFill>
                <a:cs typeface="Segoe UI Semibold" panose="020B0702040204020203" pitchFamily="34" charset="0"/>
              </a:rPr>
              <a:t> based on the VM size specified in the node pool</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Its not as efficient or cost effective as NAP the carpenter based scaler. </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Overprovisioning</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More rigid compared to NAP</a:t>
            </a:r>
          </a:p>
          <a:p>
            <a:pPr lvl="1" defTabSz="932563">
              <a:spcBef>
                <a:spcPts val="300"/>
              </a:spcBef>
              <a:spcAft>
                <a:spcPts val="200"/>
              </a:spcAft>
            </a:pPr>
            <a:endParaRPr lang="en-GB" dirty="0">
              <a:solidFill>
                <a:schemeClr val="accent6"/>
              </a:solidFill>
              <a:cs typeface="Segoe UI Semibold" panose="020B0702040204020203" pitchFamily="34" charset="0"/>
            </a:endParaRPr>
          </a:p>
          <a:p>
            <a:pPr marL="742950" lvl="1"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742950" lvl="1"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p:txBody>
      </p:sp>
      <p:grpSp>
        <p:nvGrpSpPr>
          <p:cNvPr id="13" name="Group 12">
            <a:extLst>
              <a:ext uri="{FF2B5EF4-FFF2-40B4-BE49-F238E27FC236}">
                <a16:creationId xmlns:a16="http://schemas.microsoft.com/office/drawing/2014/main" id="{A0F6FFC3-BCDA-CA66-92D3-8DBD094C83A8}"/>
              </a:ext>
              <a:ext uri="{C183D7F6-B498-43B3-948B-1728B52AA6E4}">
                <adec:decorative xmlns:adec="http://schemas.microsoft.com/office/drawing/2017/decorative" val="1"/>
              </a:ext>
            </a:extLst>
          </p:cNvPr>
          <p:cNvGrpSpPr/>
          <p:nvPr/>
        </p:nvGrpSpPr>
        <p:grpSpPr>
          <a:xfrm rot="5400000" flipH="1">
            <a:off x="11076794" y="5477957"/>
            <a:ext cx="623197" cy="692063"/>
            <a:chOff x="10845725" y="1231900"/>
            <a:chExt cx="623197" cy="692063"/>
          </a:xfrm>
        </p:grpSpPr>
        <p:sp>
          <p:nvSpPr>
            <p:cNvPr id="12" name="Trapezoid 11">
              <a:extLst>
                <a:ext uri="{FF2B5EF4-FFF2-40B4-BE49-F238E27FC236}">
                  <a16:creationId xmlns:a16="http://schemas.microsoft.com/office/drawing/2014/main" id="{9A105F5E-32DA-5A97-B3DB-575566B47A11}"/>
                </a:ext>
              </a:extLst>
            </p:cNvPr>
            <p:cNvSpPr/>
            <p:nvPr/>
          </p:nvSpPr>
          <p:spPr bwMode="auto">
            <a:xfrm>
              <a:off x="10845725" y="1231900"/>
              <a:ext cx="623197" cy="113383"/>
            </a:xfrm>
            <a:prstGeom prst="trapezoid">
              <a:avLst>
                <a:gd name="adj" fmla="val 104333"/>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7DDF4EED-9B16-90EB-FBFF-0DFE5BFBB7BA}"/>
                </a:ext>
              </a:extLst>
            </p:cNvPr>
            <p:cNvSpPr/>
            <p:nvPr/>
          </p:nvSpPr>
          <p:spPr bwMode="auto">
            <a:xfrm>
              <a:off x="10963126" y="1231900"/>
              <a:ext cx="388396" cy="43330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45" name="Group 44" descr="Icon of a circle and a square with a curved arrow between them">
              <a:extLst>
                <a:ext uri="{FF2B5EF4-FFF2-40B4-BE49-F238E27FC236}">
                  <a16:creationId xmlns:a16="http://schemas.microsoft.com/office/drawing/2014/main" id="{E3A305D8-B10B-4855-CBDD-926B83EEB215}"/>
                </a:ext>
              </a:extLst>
            </p:cNvPr>
            <p:cNvGrpSpPr>
              <a:grpSpLocks/>
            </p:cNvGrpSpPr>
            <p:nvPr/>
          </p:nvGrpSpPr>
          <p:grpSpPr>
            <a:xfrm rot="5400000">
              <a:off x="10907217" y="1423750"/>
              <a:ext cx="500214" cy="500212"/>
              <a:chOff x="2717122" y="5635692"/>
              <a:chExt cx="500214" cy="500212"/>
            </a:xfrm>
          </p:grpSpPr>
          <p:sp>
            <p:nvSpPr>
              <p:cNvPr id="46" name="Oval 45">
                <a:extLst>
                  <a:ext uri="{FF2B5EF4-FFF2-40B4-BE49-F238E27FC236}">
                    <a16:creationId xmlns:a16="http://schemas.microsoft.com/office/drawing/2014/main" id="{9CBFE36C-E655-5539-5F31-4BDA5BD7F708}"/>
                  </a:ext>
                  <a:ext uri="{C183D7F6-B498-43B3-948B-1728B52AA6E4}">
                    <adec:decorative xmlns:adec="http://schemas.microsoft.com/office/drawing/2017/decorative" val="0"/>
                  </a:ext>
                </a:extLst>
              </p:cNvPr>
              <p:cNvSpPr>
                <a:spLocks/>
              </p:cNvSpPr>
              <p:nvPr/>
            </p:nvSpPr>
            <p:spPr bwMode="auto">
              <a:xfrm>
                <a:off x="2717122" y="5635692"/>
                <a:ext cx="500214" cy="50021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7" name="transform_2" title="Icon of a circle and a square with a curved arrow between them">
                <a:extLst>
                  <a:ext uri="{FF2B5EF4-FFF2-40B4-BE49-F238E27FC236}">
                    <a16:creationId xmlns:a16="http://schemas.microsoft.com/office/drawing/2014/main" id="{B4EC9167-D79C-FAA1-C734-2CDE052800B4}"/>
                  </a:ext>
                </a:extLst>
              </p:cNvPr>
              <p:cNvSpPr>
                <a:spLocks noChangeAspect="1" noEditPoints="1"/>
              </p:cNvSpPr>
              <p:nvPr/>
            </p:nvSpPr>
            <p:spPr bwMode="auto">
              <a:xfrm>
                <a:off x="2845233" y="5770820"/>
                <a:ext cx="245435" cy="227328"/>
              </a:xfrm>
              <a:custGeom>
                <a:avLst/>
                <a:gdLst>
                  <a:gd name="T0" fmla="*/ 31 w 337"/>
                  <a:gd name="T1" fmla="*/ 210 h 311"/>
                  <a:gd name="T2" fmla="*/ 185 w 337"/>
                  <a:gd name="T3" fmla="*/ 56 h 311"/>
                  <a:gd name="T4" fmla="*/ 142 w 337"/>
                  <a:gd name="T5" fmla="*/ 108 h 311"/>
                  <a:gd name="T6" fmla="*/ 185 w 337"/>
                  <a:gd name="T7" fmla="*/ 56 h 311"/>
                  <a:gd name="T8" fmla="*/ 133 w 337"/>
                  <a:gd name="T9" fmla="*/ 13 h 311"/>
                  <a:gd name="T10" fmla="*/ 37 w 337"/>
                  <a:gd name="T11" fmla="*/ 311 h 311"/>
                  <a:gd name="T12" fmla="*/ 73 w 337"/>
                  <a:gd name="T13" fmla="*/ 274 h 311"/>
                  <a:gd name="T14" fmla="*/ 37 w 337"/>
                  <a:gd name="T15" fmla="*/ 238 h 311"/>
                  <a:gd name="T16" fmla="*/ 0 w 337"/>
                  <a:gd name="T17" fmla="*/ 274 h 311"/>
                  <a:gd name="T18" fmla="*/ 37 w 337"/>
                  <a:gd name="T19" fmla="*/ 311 h 311"/>
                  <a:gd name="T20" fmla="*/ 337 w 337"/>
                  <a:gd name="T21" fmla="*/ 0 h 311"/>
                  <a:gd name="T22" fmla="*/ 219 w 337"/>
                  <a:gd name="T23" fmla="*/ 0 h 311"/>
                  <a:gd name="T24" fmla="*/ 219 w 337"/>
                  <a:gd name="T25" fmla="*/ 118 h 311"/>
                  <a:gd name="T26" fmla="*/ 337 w 337"/>
                  <a:gd name="T27" fmla="*/ 118 h 311"/>
                  <a:gd name="T28" fmla="*/ 337 w 337"/>
                  <a:gd name="T2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7" h="311">
                    <a:moveTo>
                      <a:pt x="31" y="210"/>
                    </a:moveTo>
                    <a:cubicBezTo>
                      <a:pt x="31" y="125"/>
                      <a:pt x="100" y="56"/>
                      <a:pt x="185" y="56"/>
                    </a:cubicBezTo>
                    <a:moveTo>
                      <a:pt x="142" y="108"/>
                    </a:moveTo>
                    <a:cubicBezTo>
                      <a:pt x="185" y="56"/>
                      <a:pt x="185" y="56"/>
                      <a:pt x="185" y="56"/>
                    </a:cubicBezTo>
                    <a:cubicBezTo>
                      <a:pt x="133" y="13"/>
                      <a:pt x="133" y="13"/>
                      <a:pt x="133" y="13"/>
                    </a:cubicBezTo>
                    <a:moveTo>
                      <a:pt x="37" y="311"/>
                    </a:moveTo>
                    <a:cubicBezTo>
                      <a:pt x="56" y="311"/>
                      <a:pt x="73" y="294"/>
                      <a:pt x="73" y="274"/>
                    </a:cubicBezTo>
                    <a:cubicBezTo>
                      <a:pt x="73" y="254"/>
                      <a:pt x="56" y="238"/>
                      <a:pt x="37" y="238"/>
                    </a:cubicBezTo>
                    <a:cubicBezTo>
                      <a:pt x="17" y="238"/>
                      <a:pt x="0" y="254"/>
                      <a:pt x="0" y="274"/>
                    </a:cubicBezTo>
                    <a:cubicBezTo>
                      <a:pt x="0" y="294"/>
                      <a:pt x="17" y="311"/>
                      <a:pt x="37" y="311"/>
                    </a:cubicBezTo>
                    <a:close/>
                    <a:moveTo>
                      <a:pt x="337" y="0"/>
                    </a:moveTo>
                    <a:cubicBezTo>
                      <a:pt x="219" y="0"/>
                      <a:pt x="219" y="0"/>
                      <a:pt x="219" y="0"/>
                    </a:cubicBezTo>
                    <a:cubicBezTo>
                      <a:pt x="219" y="118"/>
                      <a:pt x="219" y="118"/>
                      <a:pt x="219" y="118"/>
                    </a:cubicBezTo>
                    <a:cubicBezTo>
                      <a:pt x="337" y="118"/>
                      <a:pt x="337" y="118"/>
                      <a:pt x="337" y="118"/>
                    </a:cubicBezTo>
                    <a:lnTo>
                      <a:pt x="337" y="0"/>
                    </a:lnTo>
                    <a:close/>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58" name="Footer Placeholder 13">
            <a:extLst>
              <a:ext uri="{FF2B5EF4-FFF2-40B4-BE49-F238E27FC236}">
                <a16:creationId xmlns:a16="http://schemas.microsoft.com/office/drawing/2014/main" id="{0C28952F-FEF1-60DF-F30F-6FB264B1F6B2}"/>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977903C6-0D2B-B232-0660-B53BAF4448D9}"/>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13</a:t>
            </a:fld>
            <a:endParaRPr lang="en-US" noProof="0"/>
          </a:p>
        </p:txBody>
      </p:sp>
    </p:spTree>
    <p:extLst>
      <p:ext uri="{BB962C8B-B14F-4D97-AF65-F5344CB8AC3E}">
        <p14:creationId xmlns:p14="http://schemas.microsoft.com/office/powerpoint/2010/main" val="114667179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5D4F1-BE54-2427-2507-55D7AC68097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880CBD2-CC7A-ED8A-AC69-48E29D0DB977}"/>
              </a:ext>
            </a:extLst>
          </p:cNvPr>
          <p:cNvSpPr>
            <a:spLocks noGrp="1"/>
          </p:cNvSpPr>
          <p:nvPr>
            <p:ph type="title"/>
          </p:nvPr>
        </p:nvSpPr>
        <p:spPr/>
        <p:txBody>
          <a:bodyPr/>
          <a:lstStyle/>
          <a:p>
            <a:r>
              <a:rPr lang="en-US" dirty="0"/>
              <a:t>Traditional Cluster </a:t>
            </a:r>
            <a:r>
              <a:rPr lang="en-US" dirty="0" err="1"/>
              <a:t>Autoscaler</a:t>
            </a:r>
            <a:r>
              <a:rPr lang="en-US" dirty="0"/>
              <a:t> – How it works</a:t>
            </a:r>
          </a:p>
        </p:txBody>
      </p:sp>
      <p:sp>
        <p:nvSpPr>
          <p:cNvPr id="58" name="Footer Placeholder 13">
            <a:extLst>
              <a:ext uri="{FF2B5EF4-FFF2-40B4-BE49-F238E27FC236}">
                <a16:creationId xmlns:a16="http://schemas.microsoft.com/office/drawing/2014/main" id="{89B7E84F-98CF-6D65-2D74-9E147D2861BD}"/>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87E9C301-C00A-0D7E-0941-C938BA88BEF8}"/>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14</a:t>
            </a:fld>
            <a:endParaRPr lang="en-US" noProof="0"/>
          </a:p>
        </p:txBody>
      </p:sp>
      <p:pic>
        <p:nvPicPr>
          <p:cNvPr id="3074" name="Picture 2">
            <a:extLst>
              <a:ext uri="{FF2B5EF4-FFF2-40B4-BE49-F238E27FC236}">
                <a16:creationId xmlns:a16="http://schemas.microsoft.com/office/drawing/2014/main" id="{5DD9EECB-8939-E786-449D-57B8119378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9925" y="1744054"/>
            <a:ext cx="8332150" cy="4391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2402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9BCC-26BC-E56E-BA03-331EEFFB852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99EE9CB-56C8-D6D5-49F3-079F242087D6}"/>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B3F3D2FB-433E-42C4-4B3C-BCAF199949D0}"/>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15</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2ECCE250-77D5-F736-0CAD-E8BB67E0C10B}"/>
              </a:ext>
            </a:extLst>
          </p:cNvPr>
          <p:cNvSpPr>
            <a:spLocks noGrp="1"/>
          </p:cNvSpPr>
          <p:nvPr>
            <p:ph type="body" sz="quarter" idx="39"/>
          </p:nvPr>
        </p:nvSpPr>
        <p:spPr/>
        <p:txBody>
          <a:bodyPr/>
          <a:lstStyle/>
          <a:p>
            <a:r>
              <a:rPr lang="en-US" dirty="0"/>
              <a:t>Demo</a:t>
            </a:r>
          </a:p>
        </p:txBody>
      </p:sp>
      <p:sp>
        <p:nvSpPr>
          <p:cNvPr id="18" name="TextBox 17">
            <a:extLst>
              <a:ext uri="{FF2B5EF4-FFF2-40B4-BE49-F238E27FC236}">
                <a16:creationId xmlns:a16="http://schemas.microsoft.com/office/drawing/2014/main" id="{954AD5A7-1511-955E-A784-8F2613AC191A}"/>
              </a:ext>
            </a:extLst>
          </p:cNvPr>
          <p:cNvSpPr txBox="1"/>
          <p:nvPr/>
        </p:nvSpPr>
        <p:spPr>
          <a:xfrm>
            <a:off x="4845549" y="3429000"/>
            <a:ext cx="6615701" cy="369332"/>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400" dirty="0"/>
              <a:t>Scaling using the cluster </a:t>
            </a:r>
            <a:r>
              <a:rPr lang="en-US" sz="2400" dirty="0" err="1"/>
              <a:t>autoscaler</a:t>
            </a:r>
            <a:endParaRPr lang="en-US" sz="2400" dirty="0"/>
          </a:p>
        </p:txBody>
      </p:sp>
    </p:spTree>
    <p:extLst>
      <p:ext uri="{BB962C8B-B14F-4D97-AF65-F5344CB8AC3E}">
        <p14:creationId xmlns:p14="http://schemas.microsoft.com/office/powerpoint/2010/main" val="259377503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7031AB-B12E-4065-A753-70742EAEF108}"/>
              </a:ext>
              <a:ext uri="{C183D7F6-B498-43B3-948B-1728B52AA6E4}">
                <adec:decorative xmlns:adec="http://schemas.microsoft.com/office/drawing/2017/decorative" val="1"/>
              </a:ext>
            </a:extLst>
          </p:cNvPr>
          <p:cNvSpPr>
            <a:spLocks/>
          </p:cNvSpPr>
          <p:nvPr/>
        </p:nvSpPr>
        <p:spPr>
          <a:xfrm>
            <a:off x="571500" y="1508338"/>
            <a:ext cx="11049000" cy="4760700"/>
          </a:xfrm>
          <a:prstGeom prst="rect">
            <a:avLst/>
          </a:prstGeom>
          <a:noFill/>
          <a:ln w="3175">
            <a:solidFill>
              <a:schemeClr val="bg1">
                <a:lumMod val="85000"/>
              </a:schemeClr>
            </a:solidFill>
          </a:ln>
        </p:spPr>
        <p:txBody>
          <a:bodyPr wrap="square" lIns="137160" tIns="768096" rIns="137160" bIns="91440" anchor="t">
            <a:noAutofit/>
          </a:bodyPr>
          <a:lstStyle/>
          <a:p>
            <a:pPr marL="230188" indent="-230188" defTabSz="914192">
              <a:spcBef>
                <a:spcPts val="300"/>
              </a:spcBef>
              <a:spcAft>
                <a:spcPts val="300"/>
              </a:spcAft>
              <a:buFont typeface="Arial" panose="020B0604020202020204" pitchFamily="34" charset="0"/>
              <a:buChar char="•"/>
              <a:defRPr/>
            </a:pPr>
            <a:endParaRPr lang="en-US" sz="1600">
              <a:cs typeface="Segoe UI Semibold" panose="020B0702040204020203" pitchFamily="34" charset="0"/>
            </a:endParaRPr>
          </a:p>
        </p:txBody>
      </p:sp>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a:xfrm>
            <a:off x="575481" y="599436"/>
            <a:ext cx="11018520" cy="553998"/>
          </a:xfrm>
        </p:spPr>
        <p:txBody>
          <a:bodyPr/>
          <a:lstStyle/>
          <a:p>
            <a:r>
              <a:rPr lang="en-US"/>
              <a:t>Lab</a:t>
            </a:r>
            <a:r>
              <a:rPr lang="en-US" dirty="0"/>
              <a:t>: Scaling Nodes on AKS</a:t>
            </a:r>
            <a:endParaRPr lang="en-US"/>
          </a:p>
        </p:txBody>
      </p:sp>
      <p:sp>
        <p:nvSpPr>
          <p:cNvPr id="8" name="Rectangle 7">
            <a:extLst>
              <a:ext uri="{FF2B5EF4-FFF2-40B4-BE49-F238E27FC236}">
                <a16:creationId xmlns:a16="http://schemas.microsoft.com/office/drawing/2014/main" id="{D4FF7A47-CBB8-435B-B88D-A883B77A33E2}"/>
              </a:ext>
            </a:extLst>
          </p:cNvPr>
          <p:cNvSpPr>
            <a:spLocks/>
          </p:cNvSpPr>
          <p:nvPr/>
        </p:nvSpPr>
        <p:spPr>
          <a:xfrm>
            <a:off x="571499" y="1751640"/>
            <a:ext cx="11049000" cy="465121"/>
          </a:xfrm>
          <a:prstGeom prst="rect">
            <a:avLst/>
          </a:prstGeom>
          <a:solidFill>
            <a:schemeClr val="accent2"/>
          </a:solidFill>
        </p:spPr>
        <p:txBody>
          <a:bodyPr wrap="square" lIns="91440" tIns="45720" rIns="91440" bIns="45720" anchor="ctr">
            <a:noAutofit/>
          </a:bodyPr>
          <a:lstStyle/>
          <a:p>
            <a:pPr algn="ctr" defTabSz="914192">
              <a:spcAft>
                <a:spcPts val="300"/>
              </a:spcAft>
            </a:pPr>
            <a:r>
              <a:rPr lang="en-US">
                <a:solidFill>
                  <a:srgbClr val="FFFFFF"/>
                </a:solidFill>
                <a:latin typeface="Segoe Semibold"/>
                <a:cs typeface="Segoe UI Semibold"/>
              </a:rPr>
              <a:t>Lab Description</a:t>
            </a:r>
          </a:p>
        </p:txBody>
      </p:sp>
      <p:grpSp>
        <p:nvGrpSpPr>
          <p:cNvPr id="9" name="Group 8">
            <a:extLst>
              <a:ext uri="{FF2B5EF4-FFF2-40B4-BE49-F238E27FC236}">
                <a16:creationId xmlns:a16="http://schemas.microsoft.com/office/drawing/2014/main" id="{3FA0384F-D0CE-445D-B234-7EDD1C677A6D}"/>
              </a:ext>
              <a:ext uri="{C183D7F6-B498-43B3-948B-1728B52AA6E4}">
                <adec:decorative xmlns:adec="http://schemas.microsoft.com/office/drawing/2017/decorative" val="1"/>
              </a:ext>
            </a:extLst>
          </p:cNvPr>
          <p:cNvGrpSpPr>
            <a:grpSpLocks/>
          </p:cNvGrpSpPr>
          <p:nvPr/>
        </p:nvGrpSpPr>
        <p:grpSpPr>
          <a:xfrm>
            <a:off x="574674" y="1751640"/>
            <a:ext cx="11045826" cy="465121"/>
            <a:chOff x="574675" y="1519848"/>
            <a:chExt cx="7312025" cy="465121"/>
          </a:xfrm>
        </p:grpSpPr>
        <p:cxnSp>
          <p:nvCxnSpPr>
            <p:cNvPr id="12" name="Straight Connector 11">
              <a:extLst>
                <a:ext uri="{FF2B5EF4-FFF2-40B4-BE49-F238E27FC236}">
                  <a16:creationId xmlns:a16="http://schemas.microsoft.com/office/drawing/2014/main" id="{EA2657A6-5FF3-4E59-94B3-355886C9B57A}"/>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140C465-8DCE-4F31-8C4F-37C0F2DB8BFA}"/>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2044E162-68FA-4C0E-B9D3-D4C8561D02EE}"/>
              </a:ext>
            </a:extLst>
          </p:cNvPr>
          <p:cNvSpPr txBox="1">
            <a:spLocks/>
          </p:cNvSpPr>
          <p:nvPr/>
        </p:nvSpPr>
        <p:spPr>
          <a:xfrm>
            <a:off x="571500" y="2339873"/>
            <a:ext cx="11048999" cy="3669041"/>
          </a:xfrm>
          <a:prstGeom prst="rect">
            <a:avLst/>
          </a:prstGeom>
        </p:spPr>
        <p:txBody>
          <a:bodyPr wrap="square" lIns="91440" tIns="45720" rIns="91440" bIns="45720">
            <a:noAutofit/>
          </a:bodyPr>
          <a:lstStyle/>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Deploying a Cluster with NAP and scaling an application</a:t>
            </a:r>
            <a:endParaRPr lang="en-US" sz="1600">
              <a:cs typeface="Segoe UI Semibold" panose="020B0702040204020203" pitchFamily="34" charset="0"/>
            </a:endParaRPr>
          </a:p>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Deploying a Cluster with the Cluster </a:t>
            </a:r>
            <a:r>
              <a:rPr lang="en-US" sz="1600" dirty="0" err="1">
                <a:cs typeface="Segoe UI Semibold" panose="020B0702040204020203" pitchFamily="34" charset="0"/>
              </a:rPr>
              <a:t>Autoscaler</a:t>
            </a:r>
            <a:endParaRPr lang="en-US" sz="1600">
              <a:cs typeface="Segoe UI Semibold" panose="020B0702040204020203" pitchFamily="34" charset="0"/>
            </a:endParaRPr>
          </a:p>
        </p:txBody>
      </p:sp>
      <p:sp>
        <p:nvSpPr>
          <p:cNvPr id="17" name="Footer Placeholder 4">
            <a:extLst>
              <a:ext uri="{FF2B5EF4-FFF2-40B4-BE49-F238E27FC236}">
                <a16:creationId xmlns:a16="http://schemas.microsoft.com/office/drawing/2014/main" id="{E243B2FB-C5E3-4E84-87ED-FB0A2A1A0F89}"/>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3">
            <a:extLst>
              <a:ext uri="{FF2B5EF4-FFF2-40B4-BE49-F238E27FC236}">
                <a16:creationId xmlns:a16="http://schemas.microsoft.com/office/drawing/2014/main" id="{81A9DA9D-1DBE-46E5-BC06-5CF26ACB5995}"/>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977638465"/>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9F8841-BBBD-4248-A6AA-670EAC63CDC4}"/>
              </a:ext>
              <a:ext uri="{C183D7F6-B498-43B3-948B-1728B52AA6E4}">
                <adec:decorative xmlns:adec="http://schemas.microsoft.com/office/drawing/2017/decorative" val="1"/>
              </a:ext>
            </a:extLst>
          </p:cNvPr>
          <p:cNvSpPr/>
          <p:nvPr/>
        </p:nvSpPr>
        <p:spPr bwMode="auto">
          <a:xfrm>
            <a:off x="0" y="1963513"/>
            <a:ext cx="12192000" cy="292780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a:xfrm>
            <a:off x="575481" y="2965749"/>
            <a:ext cx="11018520" cy="923330"/>
          </a:xfrm>
        </p:spPr>
        <p:txBody>
          <a:bodyPr>
            <a:spAutoFit/>
          </a:bodyPr>
          <a:lstStyle/>
          <a:p>
            <a:r>
              <a:rPr lang="en-US" sz="6000">
                <a:solidFill>
                  <a:schemeClr val="bg1"/>
                </a:solidFill>
              </a:rPr>
              <a:t>Questions?</a:t>
            </a:r>
          </a:p>
        </p:txBody>
      </p:sp>
      <p:sp>
        <p:nvSpPr>
          <p:cNvPr id="9" name="Footer Placeholder 2">
            <a:extLst>
              <a:ext uri="{FF2B5EF4-FFF2-40B4-BE49-F238E27FC236}">
                <a16:creationId xmlns:a16="http://schemas.microsoft.com/office/drawing/2014/main" id="{7AC4F3CB-40F5-4D01-8BB6-1D1FE1099E9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08E0686E-B166-4606-8464-829D5D0B6AA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17</a:t>
            </a:fld>
            <a:endParaRPr lang="en-US" noProof="0"/>
          </a:p>
        </p:txBody>
      </p:sp>
    </p:spTree>
    <p:custDataLst>
      <p:tags r:id="rId1"/>
    </p:custDataLst>
    <p:extLst>
      <p:ext uri="{BB962C8B-B14F-4D97-AF65-F5344CB8AC3E}">
        <p14:creationId xmlns:p14="http://schemas.microsoft.com/office/powerpoint/2010/main" val="414570305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49620678-51bf-43f9-9090-c87048a425b9"/>
  <p:tag name="MIO_UPDATE" val="True"/>
  <p:tag name="MIO_VERSION" val="30.03.2020 15:44:06"/>
  <p:tag name="MIO_DBID" val="12b0c59e-2253-4124-a5e9-470adf4cb168"/>
  <p:tag name="MIO_LASTDOWNLOADED" val="30.03.2020 15:44:52"/>
  <p:tag name="MIO_OBJECTNAME" val="Lab Name"/>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b0bc2a4e-b359-41fd-8d02-f26205a8e61a"/>
  <p:tag name="MIO_UPDATE" val="True"/>
  <p:tag name="MIO_VERSION" val="30.03.2020 15:44:05"/>
  <p:tag name="MIO_DBID" val="12b0c59e-2253-4124-a5e9-470adf4cb168"/>
  <p:tag name="MIO_LASTDOWNLOADED" val="30.03.2020 15:44:52"/>
  <p:tag name="MIO_OBJECTNAME" val="Questions?"/>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item1.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0.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LengthInSeconds xmlns="fe7a4c3d-94ce-45db-961b-252eaa2a0914" xsi:nil="true"/>
  </documentManagement>
</p:properties>
</file>

<file path=customXml/item11.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7.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1" ma:contentTypeDescription="Create a new document." ma:contentTypeScope="" ma:versionID="98f8333384bacb13134c50c15d5bcc22">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760a6c141a50ce6b1373ff46f6810f2c"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9.xml><?xml version="1.0" encoding="utf-8"?>
<?mso-contentType ?>
<FormTemplates xmlns="http://schemas.microsoft.com/sharepoint/v3/contenttype/forms">
  <Display>DocumentLibraryForm</Display>
  <Edit>DocumentLibraryForm</Edit>
  <New>DocumentLibraryForm</New>
</FormTemplates>
</file>

<file path=customXml/item4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EF4AA5EB-A638-4D3A-B852-E71E18ED4953}">
  <ds:schemaRefs>
    <ds:schemaRef ds:uri="Strauss.PersonalizationDefinition"/>
  </ds:schemaRefs>
</ds:datastoreItem>
</file>

<file path=customXml/itemProps2.xml><?xml version="1.0" encoding="utf-8"?>
<ds:datastoreItem xmlns:ds="http://schemas.openxmlformats.org/officeDocument/2006/customXml" ds:itemID="{FC25CD5D-A9DA-407F-9106-47BDA14BCED9}">
  <ds:schemaRefs>
    <ds:schemaRef ds:uri="Strauss.PersonalizationDefinition"/>
  </ds:schemaRefs>
</ds:datastoreItem>
</file>

<file path=customXml/itemProps3.xml><?xml version="1.0" encoding="utf-8"?>
<ds:datastoreItem xmlns:ds="http://schemas.openxmlformats.org/officeDocument/2006/customXml" ds:itemID="{4C485A9E-99A8-4277-BE90-E837A967DB2E}">
  <ds:schemaRefs>
    <ds:schemaRef ds:uri="Strauss.PersonalizationDefinition"/>
  </ds:schemaRefs>
</ds:datastoreItem>
</file>

<file path=customXml/itemProps4.xml><?xml version="1.0" encoding="utf-8"?>
<ds:datastoreItem xmlns:ds="http://schemas.openxmlformats.org/officeDocument/2006/customXml" ds:itemID="{712108F3-86F2-4B95-AF2D-FE4E45965FCC}">
  <ds:schemaRefs>
    <ds:schemaRef ds:uri="Strauss.PersonalizationDefinition"/>
  </ds:schemaRefs>
</ds:datastoreItem>
</file>

<file path=customXml/itemProps5.xml><?xml version="1.0" encoding="utf-8"?>
<ds:datastoreItem xmlns:ds="http://schemas.openxmlformats.org/officeDocument/2006/customXml" ds:itemID="{B09E3EAE-66CA-4A91-A5FE-A34A70B099ED}">
  <ds:schemaRefs>
    <ds:schemaRef ds:uri="Strauss.PersonalizationDefinition"/>
  </ds:schemaRefs>
</ds:datastoreItem>
</file>

<file path=customXml/itemProps6.xml><?xml version="1.0" encoding="utf-8"?>
<ds:datastoreItem xmlns:ds="http://schemas.openxmlformats.org/officeDocument/2006/customXml" ds:itemID="{4A3F169F-E27D-4A25-888C-4C5D83BAC082}">
  <ds:schemaRefs>
    <ds:schemaRef ds:uri="Strauss.PersonalizationDefinition"/>
  </ds:schemaRefs>
</ds:datastoreItem>
</file>

<file path=customXml/itemProps7.xml><?xml version="1.0" encoding="utf-8"?>
<ds:datastoreItem xmlns:ds="http://schemas.openxmlformats.org/officeDocument/2006/customXml" ds:itemID="{DE0DC7DC-A960-4E6E-BF1B-D3D906B081A2}">
  <ds:schemaRefs>
    <ds:schemaRef ds:uri="Strauss.PersonalizationDefinition"/>
  </ds:schemaRefs>
</ds:datastoreItem>
</file>

<file path=customXml/itemProps8.xml><?xml version="1.0" encoding="utf-8"?>
<ds:datastoreItem xmlns:ds="http://schemas.openxmlformats.org/officeDocument/2006/customXml" ds:itemID="{08068EAD-DA6C-4DC8-843E-9CB0982D15F3}">
  <ds:schemaRefs>
    <ds:schemaRef ds:uri="Strauss.PersonalizationDefinition"/>
  </ds:schemaRefs>
</ds:datastoreItem>
</file>

<file path=customXml/itemProps9.xml><?xml version="1.0" encoding="utf-8"?>
<ds:datastoreItem xmlns:ds="http://schemas.openxmlformats.org/officeDocument/2006/customXml" ds:itemID="{D76C1D54-C31A-41C7-8796-37E3A885C9B9}">
  <ds:schemaRefs>
    <ds:schemaRef ds:uri="Strauss.PersonalizationDefinition"/>
  </ds:schemaRefs>
</ds:datastoreItem>
</file>

<file path=customXml/itemProps10.xml><?xml version="1.0" encoding="utf-8"?>
<ds:datastoreItem xmlns:ds="http://schemas.openxmlformats.org/officeDocument/2006/customXml" ds:itemID="{AC7687D8-5695-4F99-A8BA-1D247B418C22}">
  <ds:schemaRefs>
    <ds:schemaRef ds:uri="fb9ea31f-0ab8-44ff-80d1-5777f6d9d945"/>
    <ds:schemaRef ds:uri="http://www.w3.org/XML/1998/namespace"/>
    <ds:schemaRef ds:uri="http://schemas.microsoft.com/office/2006/metadata/properties"/>
    <ds:schemaRef ds:uri="http://purl.org/dc/elements/1.1/"/>
    <ds:schemaRef ds:uri="http://schemas.microsoft.com/office/2006/documentManagement/types"/>
    <ds:schemaRef ds:uri="http://purl.org/dc/dcmitype/"/>
    <ds:schemaRef ds:uri="http://schemas.microsoft.com/sharepoint/v3"/>
    <ds:schemaRef ds:uri="http://purl.org/dc/terms/"/>
    <ds:schemaRef ds:uri="cea7764e-6bf9-427d-be15-e74097e0a61c"/>
    <ds:schemaRef ds:uri="http://schemas.microsoft.com/office/infopath/2007/PartnerControls"/>
    <ds:schemaRef ds:uri="http://schemas.openxmlformats.org/package/2006/metadata/core-properties"/>
    <ds:schemaRef ds:uri="230e9df3-be65-4c73-a93b-d1236ebd677e"/>
  </ds:schemaRefs>
</ds:datastoreItem>
</file>

<file path=customXml/itemProps11.xml><?xml version="1.0" encoding="utf-8"?>
<ds:datastoreItem xmlns:ds="http://schemas.openxmlformats.org/officeDocument/2006/customXml" ds:itemID="{541D4602-AC17-4CBD-B95E-D5B3D757BC54}">
  <ds:schemaRefs>
    <ds:schemaRef ds:uri="Strauss.PersonalizationDefinition"/>
  </ds:schemaRefs>
</ds:datastoreItem>
</file>

<file path=customXml/itemProps12.xml><?xml version="1.0" encoding="utf-8"?>
<ds:datastoreItem xmlns:ds="http://schemas.openxmlformats.org/officeDocument/2006/customXml" ds:itemID="{B228D3F7-8445-4CE7-92DC-AC7FE2D5A2AF}">
  <ds:schemaRefs>
    <ds:schemaRef ds:uri="Strauss.PersonalizationDefinition"/>
  </ds:schemaRefs>
</ds:datastoreItem>
</file>

<file path=customXml/itemProps13.xml><?xml version="1.0" encoding="utf-8"?>
<ds:datastoreItem xmlns:ds="http://schemas.openxmlformats.org/officeDocument/2006/customXml" ds:itemID="{2BCFCE7B-4A43-491B-887D-365E2A1C50B2}">
  <ds:schemaRefs>
    <ds:schemaRef ds:uri="Strauss.PersonalizationDefinition"/>
  </ds:schemaRefs>
</ds:datastoreItem>
</file>

<file path=customXml/itemProps14.xml><?xml version="1.0" encoding="utf-8"?>
<ds:datastoreItem xmlns:ds="http://schemas.openxmlformats.org/officeDocument/2006/customXml" ds:itemID="{406127A5-B8F7-4F8A-95A9-8E20F72EA129}">
  <ds:schemaRefs>
    <ds:schemaRef ds:uri="Strauss.PersonalizationDefinition"/>
  </ds:schemaRefs>
</ds:datastoreItem>
</file>

<file path=customXml/itemProps15.xml><?xml version="1.0" encoding="utf-8"?>
<ds:datastoreItem xmlns:ds="http://schemas.openxmlformats.org/officeDocument/2006/customXml" ds:itemID="{EDFBA6C8-3A38-44F0-B645-B6B0034983DA}">
  <ds:schemaRefs>
    <ds:schemaRef ds:uri="Strauss.PersonalizationDefinition"/>
  </ds:schemaRefs>
</ds:datastoreItem>
</file>

<file path=customXml/itemProps16.xml><?xml version="1.0" encoding="utf-8"?>
<ds:datastoreItem xmlns:ds="http://schemas.openxmlformats.org/officeDocument/2006/customXml" ds:itemID="{D7FDC28F-4CBD-40ED-9D33-0A1360D5DEC4}">
  <ds:schemaRefs>
    <ds:schemaRef ds:uri="Strauss.PersonalizationDefinition"/>
  </ds:schemaRefs>
</ds:datastoreItem>
</file>

<file path=customXml/itemProps17.xml><?xml version="1.0" encoding="utf-8"?>
<ds:datastoreItem xmlns:ds="http://schemas.openxmlformats.org/officeDocument/2006/customXml" ds:itemID="{C1060A51-5976-4775-97EE-ABE1B1E4972A}">
  <ds:schemaRefs>
    <ds:schemaRef ds:uri="Strauss.PersonalizationDefinition"/>
  </ds:schemaRefs>
</ds:datastoreItem>
</file>

<file path=customXml/itemProps18.xml><?xml version="1.0" encoding="utf-8"?>
<ds:datastoreItem xmlns:ds="http://schemas.openxmlformats.org/officeDocument/2006/customXml" ds:itemID="{FBC13881-F2DC-4AA3-88C8-97C40CA1EBC7}">
  <ds:schemaRefs>
    <ds:schemaRef ds:uri="Strauss.PersonalizationDefinition"/>
  </ds:schemaRefs>
</ds:datastoreItem>
</file>

<file path=customXml/itemProps19.xml><?xml version="1.0" encoding="utf-8"?>
<ds:datastoreItem xmlns:ds="http://schemas.openxmlformats.org/officeDocument/2006/customXml" ds:itemID="{E7EBEF02-C69B-46E0-B38A-E51611CE5254}">
  <ds:schemaRefs>
    <ds:schemaRef ds:uri="Strauss.PersonalizationDefinition"/>
  </ds:schemaRefs>
</ds:datastoreItem>
</file>

<file path=customXml/itemProps20.xml><?xml version="1.0" encoding="utf-8"?>
<ds:datastoreItem xmlns:ds="http://schemas.openxmlformats.org/officeDocument/2006/customXml" ds:itemID="{6F485757-9F3C-4A1E-9E86-E1C1551910BA}">
  <ds:schemaRefs>
    <ds:schemaRef ds:uri="Strauss.PersonalizationDefinition"/>
  </ds:schemaRefs>
</ds:datastoreItem>
</file>

<file path=customXml/itemProps21.xml><?xml version="1.0" encoding="utf-8"?>
<ds:datastoreItem xmlns:ds="http://schemas.openxmlformats.org/officeDocument/2006/customXml" ds:itemID="{ECCE7DC3-F525-4E76-8812-56FCA2D21E50}">
  <ds:schemaRefs>
    <ds:schemaRef ds:uri="Strauss.PersonalizationDefinition"/>
  </ds:schemaRefs>
</ds:datastoreItem>
</file>

<file path=customXml/itemProps22.xml><?xml version="1.0" encoding="utf-8"?>
<ds:datastoreItem xmlns:ds="http://schemas.openxmlformats.org/officeDocument/2006/customXml" ds:itemID="{5C919DC8-E31E-42F0-9621-B916C2E029BA}">
  <ds:schemaRefs>
    <ds:schemaRef ds:uri="Strauss.PersonalizationDefinition"/>
  </ds:schemaRefs>
</ds:datastoreItem>
</file>

<file path=customXml/itemProps23.xml><?xml version="1.0" encoding="utf-8"?>
<ds:datastoreItem xmlns:ds="http://schemas.openxmlformats.org/officeDocument/2006/customXml" ds:itemID="{D55AC15F-0A03-4D96-AA43-65FC3DCE2717}">
  <ds:schemaRefs>
    <ds:schemaRef ds:uri="Strauss.PersonalizationDefinition"/>
  </ds:schemaRefs>
</ds:datastoreItem>
</file>

<file path=customXml/itemProps24.xml><?xml version="1.0" encoding="utf-8"?>
<ds:datastoreItem xmlns:ds="http://schemas.openxmlformats.org/officeDocument/2006/customXml" ds:itemID="{DF333A1B-0A9C-4DA8-ADAB-4378B69FDC48}">
  <ds:schemaRefs>
    <ds:schemaRef ds:uri="Strauss.PersonalizationDefinition"/>
  </ds:schemaRefs>
</ds:datastoreItem>
</file>

<file path=customXml/itemProps25.xml><?xml version="1.0" encoding="utf-8"?>
<ds:datastoreItem xmlns:ds="http://schemas.openxmlformats.org/officeDocument/2006/customXml" ds:itemID="{58F42C43-5950-4EFD-8F43-1C8E6A58474E}">
  <ds:schemaRefs>
    <ds:schemaRef ds:uri="Strauss.PersonalizationDefinition"/>
  </ds:schemaRefs>
</ds:datastoreItem>
</file>

<file path=customXml/itemProps26.xml><?xml version="1.0" encoding="utf-8"?>
<ds:datastoreItem xmlns:ds="http://schemas.openxmlformats.org/officeDocument/2006/customXml" ds:itemID="{82C716E8-B770-4139-99B0-F35B9C64B90F}">
  <ds:schemaRefs>
    <ds:schemaRef ds:uri="Strauss.PersonalizationDefinition"/>
  </ds:schemaRefs>
</ds:datastoreItem>
</file>

<file path=customXml/itemProps27.xml><?xml version="1.0" encoding="utf-8"?>
<ds:datastoreItem xmlns:ds="http://schemas.openxmlformats.org/officeDocument/2006/customXml" ds:itemID="{617CE803-3028-4AE9-B38D-8EE3FFA274D5}"/>
</file>

<file path=customXml/itemProps28.xml><?xml version="1.0" encoding="utf-8"?>
<ds:datastoreItem xmlns:ds="http://schemas.openxmlformats.org/officeDocument/2006/customXml" ds:itemID="{628127A0-F2C3-45C3-BB9F-5B29A6B848BE}">
  <ds:schemaRefs>
    <ds:schemaRef ds:uri="Strauss.PersonalizationDefinition"/>
  </ds:schemaRefs>
</ds:datastoreItem>
</file>

<file path=customXml/itemProps29.xml><?xml version="1.0" encoding="utf-8"?>
<ds:datastoreItem xmlns:ds="http://schemas.openxmlformats.org/officeDocument/2006/customXml" ds:itemID="{734F6CED-B619-41E0-BEDE-58B64D5F5EB2}">
  <ds:schemaRefs>
    <ds:schemaRef ds:uri="Strauss.PersonalizationDefinition"/>
  </ds:schemaRefs>
</ds:datastoreItem>
</file>

<file path=customXml/itemProps30.xml><?xml version="1.0" encoding="utf-8"?>
<ds:datastoreItem xmlns:ds="http://schemas.openxmlformats.org/officeDocument/2006/customXml" ds:itemID="{7BE5F28F-50CA-40F1-A02E-E794FE33362D}">
  <ds:schemaRefs>
    <ds:schemaRef ds:uri="Strauss.PersonalizationDefinition"/>
  </ds:schemaRefs>
</ds:datastoreItem>
</file>

<file path=customXml/itemProps31.xml><?xml version="1.0" encoding="utf-8"?>
<ds:datastoreItem xmlns:ds="http://schemas.openxmlformats.org/officeDocument/2006/customXml" ds:itemID="{32920470-F086-4197-B6FE-12027DE25DCC}">
  <ds:schemaRefs>
    <ds:schemaRef ds:uri="Strauss.PersonalizationDefinition"/>
  </ds:schemaRefs>
</ds:datastoreItem>
</file>

<file path=customXml/itemProps32.xml><?xml version="1.0" encoding="utf-8"?>
<ds:datastoreItem xmlns:ds="http://schemas.openxmlformats.org/officeDocument/2006/customXml" ds:itemID="{BC268A45-186B-46A3-937F-0E016CEA70C1}">
  <ds:schemaRefs>
    <ds:schemaRef ds:uri="Strauss.PersonalizationDefinition"/>
  </ds:schemaRefs>
</ds:datastoreItem>
</file>

<file path=customXml/itemProps33.xml><?xml version="1.0" encoding="utf-8"?>
<ds:datastoreItem xmlns:ds="http://schemas.openxmlformats.org/officeDocument/2006/customXml" ds:itemID="{A09B3D8F-A36C-4B6D-871D-C53F61DFD219}">
  <ds:schemaRefs>
    <ds:schemaRef ds:uri="Strauss.PersonalizationDefinition"/>
  </ds:schemaRefs>
</ds:datastoreItem>
</file>

<file path=customXml/itemProps34.xml><?xml version="1.0" encoding="utf-8"?>
<ds:datastoreItem xmlns:ds="http://schemas.openxmlformats.org/officeDocument/2006/customXml" ds:itemID="{F56EB5D8-3CD5-48EE-9536-13CF2B9AC25D}">
  <ds:schemaRefs>
    <ds:schemaRef ds:uri="Strauss.PersonalizationDefinition"/>
  </ds:schemaRefs>
</ds:datastoreItem>
</file>

<file path=customXml/itemProps35.xml><?xml version="1.0" encoding="utf-8"?>
<ds:datastoreItem xmlns:ds="http://schemas.openxmlformats.org/officeDocument/2006/customXml" ds:itemID="{6552B3D2-5F72-49FB-8B35-AFE12BF36804}">
  <ds:schemaRefs>
    <ds:schemaRef ds:uri="Strauss.PersonalizationDefinition"/>
  </ds:schemaRefs>
</ds:datastoreItem>
</file>

<file path=customXml/itemProps36.xml><?xml version="1.0" encoding="utf-8"?>
<ds:datastoreItem xmlns:ds="http://schemas.openxmlformats.org/officeDocument/2006/customXml" ds:itemID="{103AB8E4-C30A-4895-9606-8D77F2E70F19}">
  <ds:schemaRefs>
    <ds:schemaRef ds:uri="Strauss.PersonalizationDefinition"/>
  </ds:schemaRefs>
</ds:datastoreItem>
</file>

<file path=customXml/itemProps37.xml><?xml version="1.0" encoding="utf-8"?>
<ds:datastoreItem xmlns:ds="http://schemas.openxmlformats.org/officeDocument/2006/customXml" ds:itemID="{68BE9F8F-073F-46B7-B2D0-86DC8E2E9DCE}">
  <ds:schemaRefs>
    <ds:schemaRef ds:uri="Strauss.PersonalizationDefinition"/>
  </ds:schemaRefs>
</ds:datastoreItem>
</file>

<file path=customXml/itemProps38.xml><?xml version="1.0" encoding="utf-8"?>
<ds:datastoreItem xmlns:ds="http://schemas.openxmlformats.org/officeDocument/2006/customXml" ds:itemID="{11767EAE-0FC6-472D-9D35-EB3533243F22}">
  <ds:schemaRefs>
    <ds:schemaRef ds:uri="Strauss.PersonalizationDefinition"/>
  </ds:schemaRefs>
</ds:datastoreItem>
</file>

<file path=customXml/itemProps39.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40.xml><?xml version="1.0" encoding="utf-8"?>
<ds:datastoreItem xmlns:ds="http://schemas.openxmlformats.org/officeDocument/2006/customXml" ds:itemID="{4EA01338-72BB-48B6-B6A4-05B31FE21105}">
  <ds:schemaRefs>
    <ds:schemaRef ds:uri="Strauss.PersonalizationDefinition"/>
  </ds:schemaRefs>
</ds:datastoreItem>
</file>

<file path=customXml/itemProps41.xml><?xml version="1.0" encoding="utf-8"?>
<ds:datastoreItem xmlns:ds="http://schemas.openxmlformats.org/officeDocument/2006/customXml" ds:itemID="{13A5538B-5199-4900-941A-B01E377F2065}">
  <ds:schemaRefs>
    <ds:schemaRef ds:uri="Strauss.PersonalizationDefinition"/>
  </ds:schemaRefs>
</ds:datastoreItem>
</file>

<file path=customXml/itemProps42.xml><?xml version="1.0" encoding="utf-8"?>
<ds:datastoreItem xmlns:ds="http://schemas.openxmlformats.org/officeDocument/2006/customXml" ds:itemID="{D3CD715F-5C9C-4B19-8F07-0DE714510129}">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8674</TotalTime>
  <Words>1101</Words>
  <Application>Microsoft Office PowerPoint</Application>
  <PresentationFormat>Widescreen</PresentationFormat>
  <Paragraphs>190</Paragraphs>
  <Slides>17</Slides>
  <Notes>14</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White Template</vt:lpstr>
      <vt:lpstr>Scaling Nodes on AKS </vt:lpstr>
      <vt:lpstr>Conditions and terms of use</vt:lpstr>
      <vt:lpstr>Topics</vt:lpstr>
      <vt:lpstr>Nodes pools and Scaling  </vt:lpstr>
      <vt:lpstr>Nodes pool Types</vt:lpstr>
      <vt:lpstr>Scaling </vt:lpstr>
      <vt:lpstr>Scaling – Availabilty Zones </vt:lpstr>
      <vt:lpstr>Node Autoprovision (NAP) aka Karpenter </vt:lpstr>
      <vt:lpstr>What is it?</vt:lpstr>
      <vt:lpstr>How it works</vt:lpstr>
      <vt:lpstr>PowerPoint Presentation</vt:lpstr>
      <vt:lpstr>Cluster Autoscaler </vt:lpstr>
      <vt:lpstr>Traditional Cluster Autoscaler</vt:lpstr>
      <vt:lpstr>Traditional Cluster Autoscaler – How it works</vt:lpstr>
      <vt:lpstr>PowerPoint Presentation</vt:lpstr>
      <vt:lpstr>Lab: Scaling Nodes on AKS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Andrew Albers</cp:lastModifiedBy>
  <cp:revision>20</cp:revision>
  <dcterms:created xsi:type="dcterms:W3CDTF">2019-02-08T20:09:46Z</dcterms:created>
  <dcterms:modified xsi:type="dcterms:W3CDTF">2025-09-08T18:31:39Z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0x010100E69BC7A8EC74B74F8EB826872BF35821</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Order">
    <vt:r8>25242700</vt:r8>
  </property>
  <property fmtid="{D5CDD505-2E9C-101B-9397-08002B2CF9AE}" pid="21" name="Lead Signoff">
    <vt:bool>false</vt:bool>
  </property>
  <property fmtid="{D5CDD505-2E9C-101B-9397-08002B2CF9AE}" pid="22" name="Title URL">
    <vt:lpwstr>, </vt:lpwstr>
  </property>
  <property fmtid="{D5CDD505-2E9C-101B-9397-08002B2CF9AE}" pid="23" name="xd_Signature">
    <vt:bool>false</vt:bool>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State">
    <vt:lpwstr>Open</vt:lpwstr>
  </property>
  <property fmtid="{D5CDD505-2E9C-101B-9397-08002B2CF9AE}" pid="30" name="_ExtendedDescription">
    <vt:lpwstr/>
  </property>
  <property fmtid="{D5CDD505-2E9C-101B-9397-08002B2CF9AE}" pid="31" name="TriggerFlowInfo">
    <vt:lpwstr/>
  </property>
  <property fmtid="{D5CDD505-2E9C-101B-9397-08002B2CF9AE}" pid="32" name="Mail Sent">
    <vt:bool>false</vt:bool>
  </property>
</Properties>
</file>