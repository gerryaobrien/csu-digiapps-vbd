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7BBF5C99_37F6DAA6.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6.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1"/>
  </p:sldMasterIdLst>
  <p:notesMasterIdLst>
    <p:notesMasterId r:id="rId97"/>
  </p:notesMasterIdLst>
  <p:sldIdLst>
    <p:sldId id="2147469935" r:id="rId42"/>
    <p:sldId id="257" r:id="rId43"/>
    <p:sldId id="2147469889" r:id="rId44"/>
    <p:sldId id="274" r:id="rId45"/>
    <p:sldId id="2076138679" r:id="rId46"/>
    <p:sldId id="2076138690" r:id="rId47"/>
    <p:sldId id="2076138686" r:id="rId48"/>
    <p:sldId id="2076138669" r:id="rId49"/>
    <p:sldId id="2076138687" r:id="rId50"/>
    <p:sldId id="2076138688" r:id="rId51"/>
    <p:sldId id="2076138689" r:id="rId52"/>
    <p:sldId id="2076138670" r:id="rId53"/>
    <p:sldId id="2076138671" r:id="rId54"/>
    <p:sldId id="2076138668" r:id="rId55"/>
    <p:sldId id="2076138667" r:id="rId56"/>
    <p:sldId id="2076138680" r:id="rId57"/>
    <p:sldId id="2076138642" r:id="rId58"/>
    <p:sldId id="2076138645" r:id="rId59"/>
    <p:sldId id="2076138644" r:id="rId60"/>
    <p:sldId id="2076138647" r:id="rId61"/>
    <p:sldId id="2076138648" r:id="rId62"/>
    <p:sldId id="2076138649" r:id="rId63"/>
    <p:sldId id="2076138556" r:id="rId64"/>
    <p:sldId id="2076138659" r:id="rId65"/>
    <p:sldId id="2076138650" r:id="rId66"/>
    <p:sldId id="2076138676" r:id="rId67"/>
    <p:sldId id="2076138643" r:id="rId68"/>
    <p:sldId id="2076138657" r:id="rId69"/>
    <p:sldId id="2076138654" r:id="rId70"/>
    <p:sldId id="2076138658" r:id="rId71"/>
    <p:sldId id="2076138674" r:id="rId72"/>
    <p:sldId id="2076138675" r:id="rId73"/>
    <p:sldId id="2147469928" r:id="rId74"/>
    <p:sldId id="2076138672" r:id="rId75"/>
    <p:sldId id="2147469929" r:id="rId76"/>
    <p:sldId id="2147469930" r:id="rId77"/>
    <p:sldId id="2147469931" r:id="rId78"/>
    <p:sldId id="2147469934" r:id="rId79"/>
    <p:sldId id="2134805192" r:id="rId80"/>
    <p:sldId id="2076138656" r:id="rId81"/>
    <p:sldId id="2076138673" r:id="rId82"/>
    <p:sldId id="2134805195" r:id="rId83"/>
    <p:sldId id="2147469888" r:id="rId84"/>
    <p:sldId id="2076138691" r:id="rId85"/>
    <p:sldId id="2076138692" r:id="rId86"/>
    <p:sldId id="2076138693" r:id="rId87"/>
    <p:sldId id="2076138694" r:id="rId88"/>
    <p:sldId id="2076138695" r:id="rId89"/>
    <p:sldId id="2076138696" r:id="rId90"/>
    <p:sldId id="2076138697" r:id="rId91"/>
    <p:sldId id="2076138700" r:id="rId92"/>
    <p:sldId id="2076138699" r:id="rId93"/>
    <p:sldId id="2076138698" r:id="rId94"/>
    <p:sldId id="265" r:id="rId95"/>
    <p:sldId id="2076138623" r:id="rId96"/>
  </p:sldIdLst>
  <p:sldSz cx="12192000" cy="6858000"/>
  <p:notesSz cx="6858000" cy="9144000"/>
  <p:custDataLst>
    <p:tags r:id="rId9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2690C-DAF2-FE5F-D13F-42FF3D10F374}" name="Brianna Farah" initials="BF" userId="S::brianna@audienz.com::f1856917-c2d4-49a7-94e9-7f0e47fabbfc" providerId="AD"/>
  <p188:author id="{0121B91E-5C15-C3B3-5861-FA76CE159C03}" name="Sridher Manivel" initials="SM" userId="S::smanivel@microsoft.com::002689ef-5464-4437-98f1-871440144d3d" providerId="AD"/>
  <p188:author id="{EF32DA53-2C03-03EE-2EEA-AE2457C9B68C}" name="Tessa Berkley" initials="TB" userId="S::tessab@audienz.com::29198474-64f9-4b67-b7f5-57f0013c6244" providerId="AD"/>
  <p188:author id="{3C47699E-C057-66EC-848D-19B9ECA3E1B3}" name="Andrew Albers" initials="AA" userId="S::andrewalbers@microsoft.com::05a0db6f-a93d-4086-9310-e241c2ed23ed" providerId="AD"/>
  <p188:author id="{43B7D1D6-E171-8AF9-E728-7647142641FB}" name="Emily Shockley" initials="ES" userId="S::eshockley@microsoft.com::a55e4893-a8d8-4ae8-b1b2-aa78ff14ed1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essa Berkley" initials="TB" lastIdx="18" clrIdx="0">
    <p:extLst>
      <p:ext uri="{19B8F6BF-5375-455C-9EA6-DF929625EA0E}">
        <p15:presenceInfo xmlns:p15="http://schemas.microsoft.com/office/powerpoint/2012/main" userId="S::TessaB@audienz.com::29198474-64f9-4b67-b7f5-57f0013c6244" providerId="AD"/>
      </p:ext>
    </p:extLst>
  </p:cmAuthor>
  <p:cmAuthor id="2" name="Brianna Farah" initials="BF" lastIdx="6" clrIdx="1">
    <p:extLst>
      <p:ext uri="{19B8F6BF-5375-455C-9EA6-DF929625EA0E}">
        <p15:presenceInfo xmlns:p15="http://schemas.microsoft.com/office/powerpoint/2012/main" userId="S::brianna@audienz.com::f1856917-c2d4-49a7-94e9-7f0e47fabbf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4"/>
    <a:srgbClr val="D3D3D3"/>
    <a:srgbClr val="6089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0E8D5C-6CA0-3C2A-261A-88652B3FAA64}" v="32" dt="2025-09-08T19:03:11.842"/>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4694"/>
  </p:normalViewPr>
  <p:slideViewPr>
    <p:cSldViewPr snapToGrid="0">
      <p:cViewPr varScale="1">
        <p:scale>
          <a:sx n="103" d="100"/>
          <a:sy n="103" d="100"/>
        </p:scale>
        <p:origin x="200" y="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slide" Target="slides/slide1.xml"/><Relationship Id="rId47" Type="http://schemas.openxmlformats.org/officeDocument/2006/relationships/slide" Target="slides/slide6.xml"/><Relationship Id="rId63" Type="http://schemas.openxmlformats.org/officeDocument/2006/relationships/slide" Target="slides/slide22.xml"/><Relationship Id="rId68" Type="http://schemas.openxmlformats.org/officeDocument/2006/relationships/slide" Target="slides/slide27.xml"/><Relationship Id="rId84" Type="http://schemas.openxmlformats.org/officeDocument/2006/relationships/slide" Target="slides/slide43.xml"/><Relationship Id="rId89" Type="http://schemas.openxmlformats.org/officeDocument/2006/relationships/slide" Target="slides/slide48.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slide" Target="slides/slide12.xml"/><Relationship Id="rId58" Type="http://schemas.openxmlformats.org/officeDocument/2006/relationships/slide" Target="slides/slide17.xml"/><Relationship Id="rId74" Type="http://schemas.openxmlformats.org/officeDocument/2006/relationships/slide" Target="slides/slide33.xml"/><Relationship Id="rId79" Type="http://schemas.openxmlformats.org/officeDocument/2006/relationships/slide" Target="slides/slide38.xml"/><Relationship Id="rId102" Type="http://schemas.openxmlformats.org/officeDocument/2006/relationships/theme" Target="theme/theme1.xml"/><Relationship Id="rId5" Type="http://schemas.openxmlformats.org/officeDocument/2006/relationships/customXml" Target="../customXml/item5.xml"/><Relationship Id="rId90" Type="http://schemas.openxmlformats.org/officeDocument/2006/relationships/slide" Target="slides/slide49.xml"/><Relationship Id="rId95" Type="http://schemas.openxmlformats.org/officeDocument/2006/relationships/slide" Target="slides/slide54.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slide" Target="slides/slide2.xml"/><Relationship Id="rId48" Type="http://schemas.openxmlformats.org/officeDocument/2006/relationships/slide" Target="slides/slide7.xml"/><Relationship Id="rId64" Type="http://schemas.openxmlformats.org/officeDocument/2006/relationships/slide" Target="slides/slide23.xml"/><Relationship Id="rId69" Type="http://schemas.openxmlformats.org/officeDocument/2006/relationships/slide" Target="slides/slide28.xml"/><Relationship Id="rId80" Type="http://schemas.openxmlformats.org/officeDocument/2006/relationships/slide" Target="slides/slide39.xml"/><Relationship Id="rId85" Type="http://schemas.openxmlformats.org/officeDocument/2006/relationships/slide" Target="slides/slide44.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slide" Target="slides/slide18.xml"/><Relationship Id="rId103" Type="http://schemas.openxmlformats.org/officeDocument/2006/relationships/tableStyles" Target="tableStyles.xml"/><Relationship Id="rId20" Type="http://schemas.openxmlformats.org/officeDocument/2006/relationships/customXml" Target="../customXml/item20.xml"/><Relationship Id="rId41" Type="http://schemas.openxmlformats.org/officeDocument/2006/relationships/slideMaster" Target="slideMasters/slideMaster1.xml"/><Relationship Id="rId54" Type="http://schemas.openxmlformats.org/officeDocument/2006/relationships/slide" Target="slides/slide13.xml"/><Relationship Id="rId62" Type="http://schemas.openxmlformats.org/officeDocument/2006/relationships/slide" Target="slides/slide21.xml"/><Relationship Id="rId70" Type="http://schemas.openxmlformats.org/officeDocument/2006/relationships/slide" Target="slides/slide29.xml"/><Relationship Id="rId75" Type="http://schemas.openxmlformats.org/officeDocument/2006/relationships/slide" Target="slides/slide34.xml"/><Relationship Id="rId83" Type="http://schemas.openxmlformats.org/officeDocument/2006/relationships/slide" Target="slides/slide42.xml"/><Relationship Id="rId88" Type="http://schemas.openxmlformats.org/officeDocument/2006/relationships/slide" Target="slides/slide47.xml"/><Relationship Id="rId91" Type="http://schemas.openxmlformats.org/officeDocument/2006/relationships/slide" Target="slides/slide50.xml"/><Relationship Id="rId96" Type="http://schemas.openxmlformats.org/officeDocument/2006/relationships/slide" Target="slides/slide55.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customXml" Target="../customXml/item36.xml"/><Relationship Id="rId49" Type="http://schemas.openxmlformats.org/officeDocument/2006/relationships/slide" Target="slides/slide8.xml"/><Relationship Id="rId57" Type="http://schemas.openxmlformats.org/officeDocument/2006/relationships/slide" Target="slides/slide16.xml"/><Relationship Id="rId106" Type="http://schemas.microsoft.com/office/2018/10/relationships/authors" Target="authors.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3.xml"/><Relationship Id="rId52" Type="http://schemas.openxmlformats.org/officeDocument/2006/relationships/slide" Target="slides/slide11.xml"/><Relationship Id="rId60" Type="http://schemas.openxmlformats.org/officeDocument/2006/relationships/slide" Target="slides/slide19.xml"/><Relationship Id="rId65" Type="http://schemas.openxmlformats.org/officeDocument/2006/relationships/slide" Target="slides/slide24.xml"/><Relationship Id="rId73" Type="http://schemas.openxmlformats.org/officeDocument/2006/relationships/slide" Target="slides/slide32.xml"/><Relationship Id="rId78" Type="http://schemas.openxmlformats.org/officeDocument/2006/relationships/slide" Target="slides/slide37.xml"/><Relationship Id="rId81" Type="http://schemas.openxmlformats.org/officeDocument/2006/relationships/slide" Target="slides/slide40.xml"/><Relationship Id="rId86" Type="http://schemas.openxmlformats.org/officeDocument/2006/relationships/slide" Target="slides/slide45.xml"/><Relationship Id="rId94" Type="http://schemas.openxmlformats.org/officeDocument/2006/relationships/slide" Target="slides/slide53.xml"/><Relationship Id="rId99" Type="http://schemas.openxmlformats.org/officeDocument/2006/relationships/commentAuthors" Target="commentAuthors.xml"/><Relationship Id="rId10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34" Type="http://schemas.openxmlformats.org/officeDocument/2006/relationships/customXml" Target="../customXml/item34.xml"/><Relationship Id="rId50" Type="http://schemas.openxmlformats.org/officeDocument/2006/relationships/slide" Target="slides/slide9.xml"/><Relationship Id="rId55" Type="http://schemas.openxmlformats.org/officeDocument/2006/relationships/slide" Target="slides/slide14.xml"/><Relationship Id="rId76" Type="http://schemas.openxmlformats.org/officeDocument/2006/relationships/slide" Target="slides/slide35.xml"/><Relationship Id="rId97" Type="http://schemas.openxmlformats.org/officeDocument/2006/relationships/notesMaster" Target="notesMasters/notesMaster1.xml"/><Relationship Id="rId104" Type="http://schemas.microsoft.com/office/2016/11/relationships/changesInfo" Target="changesInfos/changesInfo1.xml"/><Relationship Id="rId7" Type="http://schemas.openxmlformats.org/officeDocument/2006/relationships/customXml" Target="../customXml/item7.xml"/><Relationship Id="rId71" Type="http://schemas.openxmlformats.org/officeDocument/2006/relationships/slide" Target="slides/slide30.xml"/><Relationship Id="rId92" Type="http://schemas.openxmlformats.org/officeDocument/2006/relationships/slide" Target="slides/slide51.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slide" Target="slides/slide4.xml"/><Relationship Id="rId66" Type="http://schemas.openxmlformats.org/officeDocument/2006/relationships/slide" Target="slides/slide25.xml"/><Relationship Id="rId87" Type="http://schemas.openxmlformats.org/officeDocument/2006/relationships/slide" Target="slides/slide46.xml"/><Relationship Id="rId61" Type="http://schemas.openxmlformats.org/officeDocument/2006/relationships/slide" Target="slides/slide20.xml"/><Relationship Id="rId82" Type="http://schemas.openxmlformats.org/officeDocument/2006/relationships/slide" Target="slides/slide41.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slide" Target="slides/slide15.xml"/><Relationship Id="rId77" Type="http://schemas.openxmlformats.org/officeDocument/2006/relationships/slide" Target="slides/slide36.xml"/><Relationship Id="rId100" Type="http://schemas.openxmlformats.org/officeDocument/2006/relationships/presProps" Target="presProps.xml"/><Relationship Id="rId105" Type="http://schemas.microsoft.com/office/2015/10/relationships/revisionInfo" Target="revisionInfo.xml"/><Relationship Id="rId8" Type="http://schemas.openxmlformats.org/officeDocument/2006/relationships/customXml" Target="../customXml/item8.xml"/><Relationship Id="rId51" Type="http://schemas.openxmlformats.org/officeDocument/2006/relationships/slide" Target="slides/slide10.xml"/><Relationship Id="rId72" Type="http://schemas.openxmlformats.org/officeDocument/2006/relationships/slide" Target="slides/slide31.xml"/><Relationship Id="rId93" Type="http://schemas.openxmlformats.org/officeDocument/2006/relationships/slide" Target="slides/slide52.xml"/><Relationship Id="rId98" Type="http://schemas.openxmlformats.org/officeDocument/2006/relationships/tags" Target="tags/tag1.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slide" Target="slides/slide5.xml"/><Relationship Id="rId67" Type="http://schemas.openxmlformats.org/officeDocument/2006/relationships/slide" Target="slides/slide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Albers" userId="05a0db6f-a93d-4086-9310-e241c2ed23ed" providerId="ADAL" clId="{1B0A467C-F6E8-472E-8A22-FB0916A5839C}"/>
    <pc:docChg chg="custSel modSld">
      <pc:chgData name="Andrew Albers" userId="05a0db6f-a93d-4086-9310-e241c2ed23ed" providerId="ADAL" clId="{1B0A467C-F6E8-472E-8A22-FB0916A5839C}" dt="2025-06-24T17:17:35.432" v="0" actId="313"/>
      <pc:docMkLst>
        <pc:docMk/>
      </pc:docMkLst>
      <pc:sldChg chg="modSp mod">
        <pc:chgData name="Andrew Albers" userId="05a0db6f-a93d-4086-9310-e241c2ed23ed" providerId="ADAL" clId="{1B0A467C-F6E8-472E-8A22-FB0916A5839C}" dt="2025-06-24T17:17:35.432" v="0" actId="313"/>
        <pc:sldMkLst>
          <pc:docMk/>
          <pc:sldMk cId="3291269963" sldId="2147469889"/>
        </pc:sldMkLst>
      </pc:sldChg>
    </pc:docChg>
  </pc:docChgLst>
  <pc:docChgLst>
    <pc:chgData name="Emily Shockley" userId="S::eshockley@microsoft.com::a55e4893-a8d8-4ae8-b1b2-aa78ff14ed1d" providerId="AD" clId="Web-{935FA607-150B-A973-E165-5BBA6CC125B8}"/>
    <pc:docChg chg="mod addSld delSld modSld sldOrd">
      <pc:chgData name="Emily Shockley" userId="S::eshockley@microsoft.com::a55e4893-a8d8-4ae8-b1b2-aa78ff14ed1d" providerId="AD" clId="Web-{935FA607-150B-A973-E165-5BBA6CC125B8}" dt="2025-06-29T05:33:30.458" v="60"/>
      <pc:docMkLst>
        <pc:docMk/>
      </pc:docMkLst>
      <pc:sldChg chg="add del">
        <pc:chgData name="Emily Shockley" userId="S::eshockley@microsoft.com::a55e4893-a8d8-4ae8-b1b2-aa78ff14ed1d" providerId="AD" clId="Web-{935FA607-150B-A973-E165-5BBA6CC125B8}" dt="2025-06-29T05:00:12.120" v="28"/>
        <pc:sldMkLst>
          <pc:docMk/>
          <pc:sldMk cId="4145703054" sldId="265"/>
        </pc:sldMkLst>
      </pc:sldChg>
      <pc:sldChg chg="del">
        <pc:chgData name="Emily Shockley" userId="S::eshockley@microsoft.com::a55e4893-a8d8-4ae8-b1b2-aa78ff14ed1d" providerId="AD" clId="Web-{935FA607-150B-A973-E165-5BBA6CC125B8}" dt="2025-06-29T04:59:52.181" v="13"/>
        <pc:sldMkLst>
          <pc:docMk/>
          <pc:sldMk cId="2523425673" sldId="372"/>
        </pc:sldMkLst>
      </pc:sldChg>
      <pc:sldChg chg="del">
        <pc:chgData name="Emily Shockley" userId="S::eshockley@microsoft.com::a55e4893-a8d8-4ae8-b1b2-aa78ff14ed1d" providerId="AD" clId="Web-{935FA607-150B-A973-E165-5BBA6CC125B8}" dt="2025-06-29T04:59:57.572" v="16"/>
        <pc:sldMkLst>
          <pc:docMk/>
          <pc:sldMk cId="3220815360" sldId="375"/>
        </pc:sldMkLst>
      </pc:sldChg>
      <pc:sldChg chg="del">
        <pc:chgData name="Emily Shockley" userId="S::eshockley@microsoft.com::a55e4893-a8d8-4ae8-b1b2-aa78ff14ed1d" providerId="AD" clId="Web-{935FA607-150B-A973-E165-5BBA6CC125B8}" dt="2025-06-29T04:59:55.103" v="15"/>
        <pc:sldMkLst>
          <pc:docMk/>
          <pc:sldMk cId="1294151662" sldId="379"/>
        </pc:sldMkLst>
      </pc:sldChg>
      <pc:sldChg chg="del">
        <pc:chgData name="Emily Shockley" userId="S::eshockley@microsoft.com::a55e4893-a8d8-4ae8-b1b2-aa78ff14ed1d" providerId="AD" clId="Web-{935FA607-150B-A973-E165-5BBA6CC125B8}" dt="2025-06-29T04:59:58.182" v="17"/>
        <pc:sldMkLst>
          <pc:docMk/>
          <pc:sldMk cId="3836742714" sldId="381"/>
        </pc:sldMkLst>
      </pc:sldChg>
      <pc:sldChg chg="del">
        <pc:chgData name="Emily Shockley" userId="S::eshockley@microsoft.com::a55e4893-a8d8-4ae8-b1b2-aa78ff14ed1d" providerId="AD" clId="Web-{935FA607-150B-A973-E165-5BBA6CC125B8}" dt="2025-06-29T04:59:59.307" v="18"/>
        <pc:sldMkLst>
          <pc:docMk/>
          <pc:sldMk cId="1125801093" sldId="383"/>
        </pc:sldMkLst>
      </pc:sldChg>
      <pc:sldChg chg="del">
        <pc:chgData name="Emily Shockley" userId="S::eshockley@microsoft.com::a55e4893-a8d8-4ae8-b1b2-aa78ff14ed1d" providerId="AD" clId="Web-{935FA607-150B-A973-E165-5BBA6CC125B8}" dt="2025-06-29T05:00:00.291" v="19"/>
        <pc:sldMkLst>
          <pc:docMk/>
          <pc:sldMk cId="2154148235" sldId="384"/>
        </pc:sldMkLst>
      </pc:sldChg>
      <pc:sldChg chg="del">
        <pc:chgData name="Emily Shockley" userId="S::eshockley@microsoft.com::a55e4893-a8d8-4ae8-b1b2-aa78ff14ed1d" providerId="AD" clId="Web-{935FA607-150B-A973-E165-5BBA6CC125B8}" dt="2025-06-29T04:59:47.665" v="10"/>
        <pc:sldMkLst>
          <pc:docMk/>
          <pc:sldMk cId="2413618810" sldId="445"/>
        </pc:sldMkLst>
      </pc:sldChg>
      <pc:sldChg chg="del">
        <pc:chgData name="Emily Shockley" userId="S::eshockley@microsoft.com::a55e4893-a8d8-4ae8-b1b2-aa78ff14ed1d" providerId="AD" clId="Web-{935FA607-150B-A973-E165-5BBA6CC125B8}" dt="2025-06-29T04:59:50.666" v="12"/>
        <pc:sldMkLst>
          <pc:docMk/>
          <pc:sldMk cId="3966951324" sldId="449"/>
        </pc:sldMkLst>
      </pc:sldChg>
      <pc:sldChg chg="del">
        <pc:chgData name="Emily Shockley" userId="S::eshockley@microsoft.com::a55e4893-a8d8-4ae8-b1b2-aa78ff14ed1d" providerId="AD" clId="Web-{935FA607-150B-A973-E165-5BBA6CC125B8}" dt="2025-06-29T04:59:53.103" v="14"/>
        <pc:sldMkLst>
          <pc:docMk/>
          <pc:sldMk cId="340960108" sldId="450"/>
        </pc:sldMkLst>
      </pc:sldChg>
      <pc:sldChg chg="del">
        <pc:chgData name="Emily Shockley" userId="S::eshockley@microsoft.com::a55e4893-a8d8-4ae8-b1b2-aa78ff14ed1d" providerId="AD" clId="Web-{935FA607-150B-A973-E165-5BBA6CC125B8}" dt="2025-06-29T05:00:01.479" v="20"/>
        <pc:sldMkLst>
          <pc:docMk/>
          <pc:sldMk cId="1821069668" sldId="462"/>
        </pc:sldMkLst>
      </pc:sldChg>
      <pc:sldChg chg="del">
        <pc:chgData name="Emily Shockley" userId="S::eshockley@microsoft.com::a55e4893-a8d8-4ae8-b1b2-aa78ff14ed1d" providerId="AD" clId="Web-{935FA607-150B-A973-E165-5BBA6CC125B8}" dt="2025-06-29T05:00:02.573" v="21"/>
        <pc:sldMkLst>
          <pc:docMk/>
          <pc:sldMk cId="3569411627" sldId="465"/>
        </pc:sldMkLst>
      </pc:sldChg>
      <pc:sldChg chg="del">
        <pc:chgData name="Emily Shockley" userId="S::eshockley@microsoft.com::a55e4893-a8d8-4ae8-b1b2-aa78ff14ed1d" providerId="AD" clId="Web-{935FA607-150B-A973-E165-5BBA6CC125B8}" dt="2025-06-29T05:00:03.167" v="22"/>
        <pc:sldMkLst>
          <pc:docMk/>
          <pc:sldMk cId="485637819" sldId="467"/>
        </pc:sldMkLst>
      </pc:sldChg>
      <pc:sldChg chg="del">
        <pc:chgData name="Emily Shockley" userId="S::eshockley@microsoft.com::a55e4893-a8d8-4ae8-b1b2-aa78ff14ed1d" providerId="AD" clId="Web-{935FA607-150B-A973-E165-5BBA6CC125B8}" dt="2025-06-29T05:00:04.026" v="23"/>
        <pc:sldMkLst>
          <pc:docMk/>
          <pc:sldMk cId="3877288767" sldId="468"/>
        </pc:sldMkLst>
      </pc:sldChg>
      <pc:sldChg chg="del">
        <pc:chgData name="Emily Shockley" userId="S::eshockley@microsoft.com::a55e4893-a8d8-4ae8-b1b2-aa78ff14ed1d" providerId="AD" clId="Web-{935FA607-150B-A973-E165-5BBA6CC125B8}" dt="2025-06-29T05:00:04.604" v="24"/>
        <pc:sldMkLst>
          <pc:docMk/>
          <pc:sldMk cId="1251988780" sldId="473"/>
        </pc:sldMkLst>
      </pc:sldChg>
      <pc:sldChg chg="modSp modNotes">
        <pc:chgData name="Emily Shockley" userId="S::eshockley@microsoft.com::a55e4893-a8d8-4ae8-b1b2-aa78ff14ed1d" providerId="AD" clId="Web-{935FA607-150B-A973-E165-5BBA6CC125B8}" dt="2025-06-29T05:33:30.458" v="60"/>
        <pc:sldMkLst>
          <pc:docMk/>
          <pc:sldMk cId="938924710" sldId="2076138649"/>
        </pc:sldMkLst>
      </pc:sldChg>
      <pc:sldChg chg="ord">
        <pc:chgData name="Emily Shockley" userId="S::eshockley@microsoft.com::a55e4893-a8d8-4ae8-b1b2-aa78ff14ed1d" providerId="AD" clId="Web-{935FA607-150B-A973-E165-5BBA6CC125B8}" dt="2025-06-29T05:11:18.812" v="34"/>
        <pc:sldMkLst>
          <pc:docMk/>
          <pc:sldMk cId="2320123746" sldId="2076138669"/>
        </pc:sldMkLst>
      </pc:sldChg>
      <pc:sldChg chg="ord">
        <pc:chgData name="Emily Shockley" userId="S::eshockley@microsoft.com::a55e4893-a8d8-4ae8-b1b2-aa78ff14ed1d" providerId="AD" clId="Web-{935FA607-150B-A973-E165-5BBA6CC125B8}" dt="2025-06-29T05:11:27.407" v="35"/>
        <pc:sldMkLst>
          <pc:docMk/>
          <pc:sldMk cId="4014795042" sldId="2076138687"/>
        </pc:sldMkLst>
      </pc:sldChg>
      <pc:sldChg chg="del">
        <pc:chgData name="Emily Shockley" userId="S::eshockley@microsoft.com::a55e4893-a8d8-4ae8-b1b2-aa78ff14ed1d" providerId="AD" clId="Web-{935FA607-150B-A973-E165-5BBA6CC125B8}" dt="2025-06-29T04:58:58.818" v="1"/>
        <pc:sldMkLst>
          <pc:docMk/>
          <pc:sldMk cId="2629368850" sldId="2076138701"/>
        </pc:sldMkLst>
      </pc:sldChg>
      <pc:sldChg chg="del">
        <pc:chgData name="Emily Shockley" userId="S::eshockley@microsoft.com::a55e4893-a8d8-4ae8-b1b2-aa78ff14ed1d" providerId="AD" clId="Web-{935FA607-150B-A973-E165-5BBA6CC125B8}" dt="2025-06-29T04:59:14.647" v="3"/>
        <pc:sldMkLst>
          <pc:docMk/>
          <pc:sldMk cId="1860434899" sldId="2076138702"/>
        </pc:sldMkLst>
      </pc:sldChg>
      <pc:sldChg chg="del">
        <pc:chgData name="Emily Shockley" userId="S::eshockley@microsoft.com::a55e4893-a8d8-4ae8-b1b2-aa78ff14ed1d" providerId="AD" clId="Web-{935FA607-150B-A973-E165-5BBA6CC125B8}" dt="2025-06-29T04:59:02.131" v="2"/>
        <pc:sldMkLst>
          <pc:docMk/>
          <pc:sldMk cId="3851895379" sldId="2076138703"/>
        </pc:sldMkLst>
      </pc:sldChg>
      <pc:sldChg chg="del">
        <pc:chgData name="Emily Shockley" userId="S::eshockley@microsoft.com::a55e4893-a8d8-4ae8-b1b2-aa78ff14ed1d" providerId="AD" clId="Web-{935FA607-150B-A973-E165-5BBA6CC125B8}" dt="2025-06-29T04:59:18.960" v="4"/>
        <pc:sldMkLst>
          <pc:docMk/>
          <pc:sldMk cId="4127265806" sldId="2076138704"/>
        </pc:sldMkLst>
      </pc:sldChg>
      <pc:sldChg chg="del">
        <pc:chgData name="Emily Shockley" userId="S::eshockley@microsoft.com::a55e4893-a8d8-4ae8-b1b2-aa78ff14ed1d" providerId="AD" clId="Web-{935FA607-150B-A973-E165-5BBA6CC125B8}" dt="2025-06-29T05:00:05.307" v="25"/>
        <pc:sldMkLst>
          <pc:docMk/>
          <pc:sldMk cId="53084148" sldId="2134804506"/>
        </pc:sldMkLst>
      </pc:sldChg>
      <pc:sldChg chg="del">
        <pc:chgData name="Emily Shockley" userId="S::eshockley@microsoft.com::a55e4893-a8d8-4ae8-b1b2-aa78ff14ed1d" providerId="AD" clId="Web-{935FA607-150B-A973-E165-5BBA6CC125B8}" dt="2025-06-29T05:00:06.261" v="26"/>
        <pc:sldMkLst>
          <pc:docMk/>
          <pc:sldMk cId="1174864612" sldId="2134804507"/>
        </pc:sldMkLst>
      </pc:sldChg>
      <pc:sldChg chg="del">
        <pc:chgData name="Emily Shockley" userId="S::eshockley@microsoft.com::a55e4893-a8d8-4ae8-b1b2-aa78ff14ed1d" providerId="AD" clId="Web-{935FA607-150B-A973-E165-5BBA6CC125B8}" dt="2025-06-29T04:59:43.446" v="6"/>
        <pc:sldMkLst>
          <pc:docMk/>
          <pc:sldMk cId="302972422" sldId="2134804515"/>
        </pc:sldMkLst>
      </pc:sldChg>
      <pc:sldChg chg="del">
        <pc:chgData name="Emily Shockley" userId="S::eshockley@microsoft.com::a55e4893-a8d8-4ae8-b1b2-aa78ff14ed1d" providerId="AD" clId="Web-{935FA607-150B-A973-E165-5BBA6CC125B8}" dt="2025-06-29T04:59:45.446" v="8"/>
        <pc:sldMkLst>
          <pc:docMk/>
          <pc:sldMk cId="766162152" sldId="2134804516"/>
        </pc:sldMkLst>
      </pc:sldChg>
      <pc:sldChg chg="del">
        <pc:chgData name="Emily Shockley" userId="S::eshockley@microsoft.com::a55e4893-a8d8-4ae8-b1b2-aa78ff14ed1d" providerId="AD" clId="Web-{935FA607-150B-A973-E165-5BBA6CC125B8}" dt="2025-06-29T04:59:44.103" v="7"/>
        <pc:sldMkLst>
          <pc:docMk/>
          <pc:sldMk cId="2583095785" sldId="2134804517"/>
        </pc:sldMkLst>
      </pc:sldChg>
      <pc:sldChg chg="del">
        <pc:chgData name="Emily Shockley" userId="S::eshockley@microsoft.com::a55e4893-a8d8-4ae8-b1b2-aa78ff14ed1d" providerId="AD" clId="Web-{935FA607-150B-A973-E165-5BBA6CC125B8}" dt="2025-06-29T04:59:48.650" v="11"/>
        <pc:sldMkLst>
          <pc:docMk/>
          <pc:sldMk cId="4272259595" sldId="2134804518"/>
        </pc:sldMkLst>
      </pc:sldChg>
      <pc:sldChg chg="del">
        <pc:chgData name="Emily Shockley" userId="S::eshockley@microsoft.com::a55e4893-a8d8-4ae8-b1b2-aa78ff14ed1d" providerId="AD" clId="Web-{935FA607-150B-A973-E165-5BBA6CC125B8}" dt="2025-06-29T04:59:46.759" v="9"/>
        <pc:sldMkLst>
          <pc:docMk/>
          <pc:sldMk cId="4222655203" sldId="2134804519"/>
        </pc:sldMkLst>
      </pc:sldChg>
      <pc:sldChg chg="delSp">
        <pc:chgData name="Emily Shockley" userId="S::eshockley@microsoft.com::a55e4893-a8d8-4ae8-b1b2-aa78ff14ed1d" providerId="AD" clId="Web-{935FA607-150B-A973-E165-5BBA6CC125B8}" dt="2025-06-29T05:01:28.485" v="30"/>
        <pc:sldMkLst>
          <pc:docMk/>
          <pc:sldMk cId="8428151" sldId="2134805192"/>
        </pc:sldMkLst>
      </pc:sldChg>
      <pc:sldChg chg="delSp">
        <pc:chgData name="Emily Shockley" userId="S::eshockley@microsoft.com::a55e4893-a8d8-4ae8-b1b2-aa78ff14ed1d" providerId="AD" clId="Web-{935FA607-150B-A973-E165-5BBA6CC125B8}" dt="2025-06-29T05:01:00.186" v="29"/>
        <pc:sldMkLst>
          <pc:docMk/>
          <pc:sldMk cId="1720734557" sldId="2134805195"/>
        </pc:sldMkLst>
      </pc:sldChg>
      <pc:sldChg chg="del">
        <pc:chgData name="Emily Shockley" userId="S::eshockley@microsoft.com::a55e4893-a8d8-4ae8-b1b2-aa78ff14ed1d" providerId="AD" clId="Web-{935FA607-150B-A973-E165-5BBA6CC125B8}" dt="2025-06-29T04:59:41.759" v="5"/>
        <pc:sldMkLst>
          <pc:docMk/>
          <pc:sldMk cId="3739157750" sldId="2147469924"/>
        </pc:sldMkLst>
      </pc:sldChg>
      <pc:sldChg chg="del">
        <pc:chgData name="Emily Shockley" userId="S::eshockley@microsoft.com::a55e4893-a8d8-4ae8-b1b2-aa78ff14ed1d" providerId="AD" clId="Web-{935FA607-150B-A973-E165-5BBA6CC125B8}" dt="2025-06-29T05:20:32.488" v="36"/>
        <pc:sldMkLst>
          <pc:docMk/>
          <pc:sldMk cId="224441500" sldId="2147469936"/>
        </pc:sldMkLst>
      </pc:sldChg>
    </pc:docChg>
  </pc:docChgLst>
  <pc:docChgLst>
    <pc:chgData name="Andrew Albers" userId="S::andrewalbers@microsoft.com::05a0db6f-a93d-4086-9310-e241c2ed23ed" providerId="AD" clId="Web-{FBE43B7C-418C-2657-E10B-F9539C1B2857}"/>
    <pc:docChg chg="delSld modSld sldOrd">
      <pc:chgData name="Andrew Albers" userId="S::andrewalbers@microsoft.com::05a0db6f-a93d-4086-9310-e241c2ed23ed" providerId="AD" clId="Web-{FBE43B7C-418C-2657-E10B-F9539C1B2857}" dt="2025-08-20T16:40:05.829" v="1069"/>
      <pc:docMkLst>
        <pc:docMk/>
      </pc:docMkLst>
      <pc:sldChg chg="mod modShow modNotes">
        <pc:chgData name="Andrew Albers" userId="S::andrewalbers@microsoft.com::05a0db6f-a93d-4086-9310-e241c2ed23ed" providerId="AD" clId="Web-{FBE43B7C-418C-2657-E10B-F9539C1B2857}" dt="2025-08-19T17:25:21.698" v="664"/>
        <pc:sldMkLst>
          <pc:docMk/>
          <pc:sldMk cId="2652680119" sldId="2076138644"/>
        </pc:sldMkLst>
      </pc:sldChg>
      <pc:sldChg chg="modNotes">
        <pc:chgData name="Andrew Albers" userId="S::andrewalbers@microsoft.com::05a0db6f-a93d-4086-9310-e241c2ed23ed" providerId="AD" clId="Web-{FBE43B7C-418C-2657-E10B-F9539C1B2857}" dt="2025-08-19T17:24:35.819" v="607"/>
        <pc:sldMkLst>
          <pc:docMk/>
          <pc:sldMk cId="599169024" sldId="2076138645"/>
        </pc:sldMkLst>
      </pc:sldChg>
      <pc:sldChg chg="modSp">
        <pc:chgData name="Andrew Albers" userId="S::andrewalbers@microsoft.com::05a0db6f-a93d-4086-9310-e241c2ed23ed" providerId="AD" clId="Web-{FBE43B7C-418C-2657-E10B-F9539C1B2857}" dt="2025-08-19T17:26:30.812" v="666" actId="20577"/>
        <pc:sldMkLst>
          <pc:docMk/>
          <pc:sldMk cId="1447599257" sldId="2076138658"/>
        </pc:sldMkLst>
        <pc:spChg chg="mod">
          <ac:chgData name="Andrew Albers" userId="S::andrewalbers@microsoft.com::05a0db6f-a93d-4086-9310-e241c2ed23ed" providerId="AD" clId="Web-{FBE43B7C-418C-2657-E10B-F9539C1B2857}" dt="2025-08-19T17:26:30.812" v="666" actId="20577"/>
          <ac:spMkLst>
            <pc:docMk/>
            <pc:sldMk cId="1447599257" sldId="2076138658"/>
            <ac:spMk id="5" creationId="{C8CA85AC-0B03-F9D0-3D3F-84FDCB222EAD}"/>
          </ac:spMkLst>
        </pc:spChg>
      </pc:sldChg>
      <pc:sldChg chg="modNotes">
        <pc:chgData name="Andrew Albers" userId="S::andrewalbers@microsoft.com::05a0db6f-a93d-4086-9310-e241c2ed23ed" providerId="AD" clId="Web-{FBE43B7C-418C-2657-E10B-F9539C1B2857}" dt="2025-08-19T16:52:40.753" v="203"/>
        <pc:sldMkLst>
          <pc:docMk/>
          <pc:sldMk cId="2320123746" sldId="2076138669"/>
        </pc:sldMkLst>
      </pc:sldChg>
      <pc:sldChg chg="modNotes">
        <pc:chgData name="Andrew Albers" userId="S::andrewalbers@microsoft.com::05a0db6f-a93d-4086-9310-e241c2ed23ed" providerId="AD" clId="Web-{FBE43B7C-418C-2657-E10B-F9539C1B2857}" dt="2025-08-19T17:01:09.244" v="479"/>
        <pc:sldMkLst>
          <pc:docMk/>
          <pc:sldMk cId="3266085520" sldId="2076138670"/>
        </pc:sldMkLst>
      </pc:sldChg>
      <pc:sldChg chg="modNotes">
        <pc:chgData name="Andrew Albers" userId="S::andrewalbers@microsoft.com::05a0db6f-a93d-4086-9310-e241c2ed23ed" providerId="AD" clId="Web-{FBE43B7C-418C-2657-E10B-F9539C1B2857}" dt="2025-08-19T17:12:08.528" v="522"/>
        <pc:sldMkLst>
          <pc:docMk/>
          <pc:sldMk cId="788737528" sldId="2076138671"/>
        </pc:sldMkLst>
      </pc:sldChg>
      <pc:sldChg chg="modSp mod ord modShow">
        <pc:chgData name="Andrew Albers" userId="S::andrewalbers@microsoft.com::05a0db6f-a93d-4086-9310-e241c2ed23ed" providerId="AD" clId="Web-{FBE43B7C-418C-2657-E10B-F9539C1B2857}" dt="2025-08-19T17:27:15.519" v="688"/>
        <pc:sldMkLst>
          <pc:docMk/>
          <pc:sldMk cId="1463579158" sldId="2076138672"/>
        </pc:sldMkLst>
        <pc:spChg chg="mod">
          <ac:chgData name="Andrew Albers" userId="S::andrewalbers@microsoft.com::05a0db6f-a93d-4086-9310-e241c2ed23ed" providerId="AD" clId="Web-{FBE43B7C-418C-2657-E10B-F9539C1B2857}" dt="2025-08-19T17:27:10.128" v="685" actId="20577"/>
          <ac:spMkLst>
            <pc:docMk/>
            <pc:sldMk cId="1463579158" sldId="2076138672"/>
            <ac:spMk id="3" creationId="{DB51FE26-D11A-48E8-A86E-3BF472F0C692}"/>
          </ac:spMkLst>
        </pc:spChg>
      </pc:sldChg>
      <pc:sldChg chg="modNotes">
        <pc:chgData name="Andrew Albers" userId="S::andrewalbers@microsoft.com::05a0db6f-a93d-4086-9310-e241c2ed23ed" providerId="AD" clId="Web-{FBE43B7C-418C-2657-E10B-F9539C1B2857}" dt="2025-08-19T16:53:08.442" v="236"/>
        <pc:sldMkLst>
          <pc:docMk/>
          <pc:sldMk cId="1553830450" sldId="2076138686"/>
        </pc:sldMkLst>
      </pc:sldChg>
      <pc:sldChg chg="modNotes">
        <pc:chgData name="Andrew Albers" userId="S::andrewalbers@microsoft.com::05a0db6f-a93d-4086-9310-e241c2ed23ed" providerId="AD" clId="Web-{FBE43B7C-418C-2657-E10B-F9539C1B2857}" dt="2025-08-19T16:55:02.060" v="289"/>
        <pc:sldMkLst>
          <pc:docMk/>
          <pc:sldMk cId="4014795042" sldId="2076138687"/>
        </pc:sldMkLst>
      </pc:sldChg>
      <pc:sldChg chg="modSp modNotes">
        <pc:chgData name="Andrew Albers" userId="S::andrewalbers@microsoft.com::05a0db6f-a93d-4086-9310-e241c2ed23ed" providerId="AD" clId="Web-{FBE43B7C-418C-2657-E10B-F9539C1B2857}" dt="2025-08-19T16:56:50.396" v="354"/>
        <pc:sldMkLst>
          <pc:docMk/>
          <pc:sldMk cId="2254709330" sldId="2076138688"/>
        </pc:sldMkLst>
        <pc:spChg chg="mod">
          <ac:chgData name="Andrew Albers" userId="S::andrewalbers@microsoft.com::05a0db6f-a93d-4086-9310-e241c2ed23ed" providerId="AD" clId="Web-{FBE43B7C-418C-2657-E10B-F9539C1B2857}" dt="2025-08-19T16:56:10.909" v="309" actId="20577"/>
          <ac:spMkLst>
            <pc:docMk/>
            <pc:sldMk cId="2254709330" sldId="2076138688"/>
            <ac:spMk id="2" creationId="{C4D098CF-86EE-BC7B-4A30-558A2BBB3045}"/>
          </ac:spMkLst>
        </pc:spChg>
      </pc:sldChg>
      <pc:sldChg chg="modNotes">
        <pc:chgData name="Andrew Albers" userId="S::andrewalbers@microsoft.com::05a0db6f-a93d-4086-9310-e241c2ed23ed" providerId="AD" clId="Web-{FBE43B7C-418C-2657-E10B-F9539C1B2857}" dt="2025-08-19T16:57:29.774" v="410"/>
        <pc:sldMkLst>
          <pc:docMk/>
          <pc:sldMk cId="257349864" sldId="2076138689"/>
        </pc:sldMkLst>
      </pc:sldChg>
      <pc:sldChg chg="modNotes">
        <pc:chgData name="Andrew Albers" userId="S::andrewalbers@microsoft.com::05a0db6f-a93d-4086-9310-e241c2ed23ed" providerId="AD" clId="Web-{FBE43B7C-418C-2657-E10B-F9539C1B2857}" dt="2025-08-19T16:50:55.823" v="176"/>
        <pc:sldMkLst>
          <pc:docMk/>
          <pc:sldMk cId="2917121937" sldId="2076138690"/>
        </pc:sldMkLst>
      </pc:sldChg>
      <pc:sldChg chg="modNotes">
        <pc:chgData name="Andrew Albers" userId="S::andrewalbers@microsoft.com::05a0db6f-a93d-4086-9310-e241c2ed23ed" providerId="AD" clId="Web-{FBE43B7C-418C-2657-E10B-F9539C1B2857}" dt="2025-08-19T17:35:41.729" v="1023"/>
        <pc:sldMkLst>
          <pc:docMk/>
          <pc:sldMk cId="8428151" sldId="2134805192"/>
        </pc:sldMkLst>
      </pc:sldChg>
      <pc:sldChg chg="mod modShow modNotes">
        <pc:chgData name="Andrew Albers" userId="S::andrewalbers@microsoft.com::05a0db6f-a93d-4086-9310-e241c2ed23ed" providerId="AD" clId="Web-{FBE43B7C-418C-2657-E10B-F9539C1B2857}" dt="2025-08-20T16:40:05.829" v="1069"/>
        <pc:sldMkLst>
          <pc:docMk/>
          <pc:sldMk cId="3486580683" sldId="2147469888"/>
        </pc:sldMkLst>
      </pc:sldChg>
      <pc:sldChg chg="del">
        <pc:chgData name="Andrew Albers" userId="S::andrewalbers@microsoft.com::05a0db6f-a93d-4086-9310-e241c2ed23ed" providerId="AD" clId="Web-{FBE43B7C-418C-2657-E10B-F9539C1B2857}" dt="2025-08-19T16:46:07.020" v="0"/>
        <pc:sldMkLst>
          <pc:docMk/>
          <pc:sldMk cId="1304554791" sldId="2147469911"/>
        </pc:sldMkLst>
      </pc:sldChg>
      <pc:sldChg chg="modSp modNotes">
        <pc:chgData name="Andrew Albers" userId="S::andrewalbers@microsoft.com::05a0db6f-a93d-4086-9310-e241c2ed23ed" providerId="AD" clId="Web-{FBE43B7C-418C-2657-E10B-F9539C1B2857}" dt="2025-08-19T17:34:32.224" v="938"/>
        <pc:sldMkLst>
          <pc:docMk/>
          <pc:sldMk cId="1387654557" sldId="2147469930"/>
        </pc:sldMkLst>
        <pc:spChg chg="mod">
          <ac:chgData name="Andrew Albers" userId="S::andrewalbers@microsoft.com::05a0db6f-a93d-4086-9310-e241c2ed23ed" providerId="AD" clId="Web-{FBE43B7C-418C-2657-E10B-F9539C1B2857}" dt="2025-08-19T17:33:18.953" v="906" actId="20577"/>
          <ac:spMkLst>
            <pc:docMk/>
            <pc:sldMk cId="1387654557" sldId="2147469930"/>
            <ac:spMk id="5" creationId="{8AADDABE-7ECD-28E3-E5BB-3682C8235837}"/>
          </ac:spMkLst>
        </pc:spChg>
      </pc:sldChg>
      <pc:sldChg chg="mod modShow modNotes">
        <pc:chgData name="Andrew Albers" userId="S::andrewalbers@microsoft.com::05a0db6f-a93d-4086-9310-e241c2ed23ed" providerId="AD" clId="Web-{FBE43B7C-418C-2657-E10B-F9539C1B2857}" dt="2025-08-19T17:33:37.001" v="908"/>
        <pc:sldMkLst>
          <pc:docMk/>
          <pc:sldMk cId="2271146897" sldId="2147469931"/>
        </pc:sldMkLst>
      </pc:sldChg>
    </pc:docChg>
  </pc:docChgLst>
  <pc:docChgLst>
    <pc:chgData name="Emily Shockley" userId="S::eshockley@microsoft.com::a55e4893-a8d8-4ae8-b1b2-aa78ff14ed1d" providerId="AD" clId="Web-{E923607A-B056-AFB1-5D7A-3FB0AF76B391}"/>
    <pc:docChg chg="addSld delSld modSld">
      <pc:chgData name="Emily Shockley" userId="S::eshockley@microsoft.com::a55e4893-a8d8-4ae8-b1b2-aa78ff14ed1d" providerId="AD" clId="Web-{E923607A-B056-AFB1-5D7A-3FB0AF76B391}" dt="2025-06-29T04:51:08.996" v="58" actId="20577"/>
      <pc:docMkLst>
        <pc:docMk/>
      </pc:docMkLst>
      <pc:sldChg chg="del">
        <pc:chgData name="Emily Shockley" userId="S::eshockley@microsoft.com::a55e4893-a8d8-4ae8-b1b2-aa78ff14ed1d" providerId="AD" clId="Web-{E923607A-B056-AFB1-5D7A-3FB0AF76B391}" dt="2025-06-29T04:38:59.689" v="24"/>
        <pc:sldMkLst>
          <pc:docMk/>
          <pc:sldMk cId="2181956486" sldId="256"/>
        </pc:sldMkLst>
      </pc:sldChg>
      <pc:sldChg chg="addSp modSp mod modClrScheme chgLayout">
        <pc:chgData name="Emily Shockley" userId="S::eshockley@microsoft.com::a55e4893-a8d8-4ae8-b1b2-aa78ff14ed1d" providerId="AD" clId="Web-{E923607A-B056-AFB1-5D7A-3FB0AF76B391}" dt="2025-06-29T04:46:09.519" v="34" actId="20577"/>
        <pc:sldMkLst>
          <pc:docMk/>
          <pc:sldMk cId="8428151" sldId="2134805192"/>
        </pc:sldMkLst>
      </pc:sldChg>
      <pc:sldChg chg="addSp modSp mod modClrScheme chgLayout">
        <pc:chgData name="Emily Shockley" userId="S::eshockley@microsoft.com::a55e4893-a8d8-4ae8-b1b2-aa78ff14ed1d" providerId="AD" clId="Web-{E923607A-B056-AFB1-5D7A-3FB0AF76B391}" dt="2025-06-29T04:47:17.260" v="38" actId="20577"/>
        <pc:sldMkLst>
          <pc:docMk/>
          <pc:sldMk cId="1720734557" sldId="2134805195"/>
        </pc:sldMkLst>
      </pc:sldChg>
      <pc:sldChg chg="modSp">
        <pc:chgData name="Emily Shockley" userId="S::eshockley@microsoft.com::a55e4893-a8d8-4ae8-b1b2-aa78ff14ed1d" providerId="AD" clId="Web-{E923607A-B056-AFB1-5D7A-3FB0AF76B391}" dt="2025-06-29T04:51:08.996" v="58" actId="20577"/>
        <pc:sldMkLst>
          <pc:docMk/>
          <pc:sldMk cId="3486580683" sldId="2147469888"/>
        </pc:sldMkLst>
      </pc:sldChg>
      <pc:sldChg chg="addSp modSp mod modClrScheme chgLayout">
        <pc:chgData name="Emily Shockley" userId="S::eshockley@microsoft.com::a55e4893-a8d8-4ae8-b1b2-aa78ff14ed1d" providerId="AD" clId="Web-{E923607A-B056-AFB1-5D7A-3FB0AF76B391}" dt="2025-06-29T04:47:54.060" v="40" actId="20577"/>
        <pc:sldMkLst>
          <pc:docMk/>
          <pc:sldMk cId="319441110" sldId="2147469929"/>
        </pc:sldMkLst>
      </pc:sldChg>
      <pc:sldChg chg="modSp mod modClrScheme chgLayout">
        <pc:chgData name="Emily Shockley" userId="S::eshockley@microsoft.com::a55e4893-a8d8-4ae8-b1b2-aa78ff14ed1d" providerId="AD" clId="Web-{E923607A-B056-AFB1-5D7A-3FB0AF76B391}" dt="2025-06-29T04:49:24.973" v="48" actId="20577"/>
        <pc:sldMkLst>
          <pc:docMk/>
          <pc:sldMk cId="1387654557" sldId="2147469930"/>
        </pc:sldMkLst>
      </pc:sldChg>
      <pc:sldChg chg="modSp mod modClrScheme chgLayout">
        <pc:chgData name="Emily Shockley" userId="S::eshockley@microsoft.com::a55e4893-a8d8-4ae8-b1b2-aa78ff14ed1d" providerId="AD" clId="Web-{E923607A-B056-AFB1-5D7A-3FB0AF76B391}" dt="2025-06-29T04:50:36.525" v="57" actId="20577"/>
        <pc:sldMkLst>
          <pc:docMk/>
          <pc:sldMk cId="2271146897" sldId="2147469931"/>
        </pc:sldMkLst>
      </pc:sldChg>
      <pc:sldChg chg="delSp">
        <pc:chgData name="Emily Shockley" userId="S::eshockley@microsoft.com::a55e4893-a8d8-4ae8-b1b2-aa78ff14ed1d" providerId="AD" clId="Web-{E923607A-B056-AFB1-5D7A-3FB0AF76B391}" dt="2025-06-29T04:41:51.684" v="25"/>
        <pc:sldMkLst>
          <pc:docMk/>
          <pc:sldMk cId="2546449906" sldId="2147469934"/>
        </pc:sldMkLst>
      </pc:sldChg>
      <pc:sldChg chg="addSp delSp modSp add">
        <pc:chgData name="Emily Shockley" userId="S::eshockley@microsoft.com::a55e4893-a8d8-4ae8-b1b2-aa78ff14ed1d" providerId="AD" clId="Web-{E923607A-B056-AFB1-5D7A-3FB0AF76B391}" dt="2025-06-29T04:38:46.845" v="23"/>
        <pc:sldMkLst>
          <pc:docMk/>
          <pc:sldMk cId="2142053599" sldId="2147469935"/>
        </pc:sldMkLst>
      </pc:sldChg>
      <pc:sldChg chg="add replId">
        <pc:chgData name="Emily Shockley" userId="S::eshockley@microsoft.com::a55e4893-a8d8-4ae8-b1b2-aa78ff14ed1d" providerId="AD" clId="Web-{E923607A-B056-AFB1-5D7A-3FB0AF76B391}" dt="2025-06-29T04:42:47.989" v="26"/>
        <pc:sldMkLst>
          <pc:docMk/>
          <pc:sldMk cId="224441500" sldId="2147469936"/>
        </pc:sldMkLst>
      </pc:sldChg>
    </pc:docChg>
  </pc:docChgLst>
  <pc:docChgLst>
    <pc:chgData name="Andrew Albers" userId="S::andrewalbers@microsoft.com::05a0db6f-a93d-4086-9310-e241c2ed23ed" providerId="AD" clId="Web-{B70E8D5C-6CA0-3C2A-261A-88652B3FAA64}"/>
    <pc:docChg chg="modSld sldOrd">
      <pc:chgData name="Andrew Albers" userId="S::andrewalbers@microsoft.com::05a0db6f-a93d-4086-9310-e241c2ed23ed" providerId="AD" clId="Web-{B70E8D5C-6CA0-3C2A-261A-88652B3FAA64}" dt="2025-09-08T19:03:11.842" v="28" actId="14100"/>
      <pc:docMkLst>
        <pc:docMk/>
      </pc:docMkLst>
      <pc:sldChg chg="addSp modSp">
        <pc:chgData name="Andrew Albers" userId="S::andrewalbers@microsoft.com::05a0db6f-a93d-4086-9310-e241c2ed23ed" providerId="AD" clId="Web-{B70E8D5C-6CA0-3C2A-261A-88652B3FAA64}" dt="2025-09-08T18:51:39.745" v="12" actId="1076"/>
        <pc:sldMkLst>
          <pc:docMk/>
          <pc:sldMk cId="3396795514" sldId="2076138643"/>
        </pc:sldMkLst>
        <pc:picChg chg="add mod">
          <ac:chgData name="Andrew Albers" userId="S::andrewalbers@microsoft.com::05a0db6f-a93d-4086-9310-e241c2ed23ed" providerId="AD" clId="Web-{B70E8D5C-6CA0-3C2A-261A-88652B3FAA64}" dt="2025-09-08T18:42:46.194" v="8" actId="1076"/>
          <ac:picMkLst>
            <pc:docMk/>
            <pc:sldMk cId="3396795514" sldId="2076138643"/>
            <ac:picMk id="4" creationId="{07D848D4-456D-F93D-CC83-D7C045B7D357}"/>
          </ac:picMkLst>
        </pc:picChg>
        <pc:picChg chg="add mod">
          <ac:chgData name="Andrew Albers" userId="S::andrewalbers@microsoft.com::05a0db6f-a93d-4086-9310-e241c2ed23ed" providerId="AD" clId="Web-{B70E8D5C-6CA0-3C2A-261A-88652B3FAA64}" dt="2025-09-08T18:51:39.745" v="12" actId="1076"/>
          <ac:picMkLst>
            <pc:docMk/>
            <pc:sldMk cId="3396795514" sldId="2076138643"/>
            <ac:picMk id="5" creationId="{8C47B4FC-1E44-BDD8-B205-14D64B6F3412}"/>
          </ac:picMkLst>
        </pc:picChg>
      </pc:sldChg>
      <pc:sldChg chg="addSp modSp">
        <pc:chgData name="Andrew Albers" userId="S::andrewalbers@microsoft.com::05a0db6f-a93d-4086-9310-e241c2ed23ed" providerId="AD" clId="Web-{B70E8D5C-6CA0-3C2A-261A-88652B3FAA64}" dt="2025-09-08T18:36:48.274" v="2" actId="1076"/>
        <pc:sldMkLst>
          <pc:docMk/>
          <pc:sldMk cId="915664831" sldId="2076138657"/>
        </pc:sldMkLst>
        <pc:picChg chg="add mod">
          <ac:chgData name="Andrew Albers" userId="S::andrewalbers@microsoft.com::05a0db6f-a93d-4086-9310-e241c2ed23ed" providerId="AD" clId="Web-{B70E8D5C-6CA0-3C2A-261A-88652B3FAA64}" dt="2025-09-08T18:36:48.274" v="2" actId="1076"/>
          <ac:picMkLst>
            <pc:docMk/>
            <pc:sldMk cId="915664831" sldId="2076138657"/>
            <ac:picMk id="3" creationId="{991D7F6A-4DF2-B69B-AF9D-CDD89756BD5E}"/>
          </ac:picMkLst>
        </pc:picChg>
      </pc:sldChg>
      <pc:sldChg chg="addSp delSp modSp">
        <pc:chgData name="Andrew Albers" userId="S::andrewalbers@microsoft.com::05a0db6f-a93d-4086-9310-e241c2ed23ed" providerId="AD" clId="Web-{B70E8D5C-6CA0-3C2A-261A-88652B3FAA64}" dt="2025-09-08T19:03:11.842" v="28" actId="14100"/>
        <pc:sldMkLst>
          <pc:docMk/>
          <pc:sldMk cId="1463579158" sldId="2076138672"/>
        </pc:sldMkLst>
        <pc:picChg chg="add del mod">
          <ac:chgData name="Andrew Albers" userId="S::andrewalbers@microsoft.com::05a0db6f-a93d-4086-9310-e241c2ed23ed" providerId="AD" clId="Web-{B70E8D5C-6CA0-3C2A-261A-88652B3FAA64}" dt="2025-09-08T18:56:32.239" v="16"/>
          <ac:picMkLst>
            <pc:docMk/>
            <pc:sldMk cId="1463579158" sldId="2076138672"/>
            <ac:picMk id="4" creationId="{B37A498F-AE19-A0D9-47BF-DE1367DB2A18}"/>
          </ac:picMkLst>
        </pc:picChg>
        <pc:picChg chg="add mod">
          <ac:chgData name="Andrew Albers" userId="S::andrewalbers@microsoft.com::05a0db6f-a93d-4086-9310-e241c2ed23ed" providerId="AD" clId="Web-{B70E8D5C-6CA0-3C2A-261A-88652B3FAA64}" dt="2025-09-08T19:03:11.842" v="28" actId="14100"/>
          <ac:picMkLst>
            <pc:docMk/>
            <pc:sldMk cId="1463579158" sldId="2076138672"/>
            <ac:picMk id="5" creationId="{FF6060FD-8211-9835-52AB-8E4F755F70A7}"/>
          </ac:picMkLst>
        </pc:picChg>
      </pc:sldChg>
      <pc:sldChg chg="ord">
        <pc:chgData name="Andrew Albers" userId="S::andrewalbers@microsoft.com::05a0db6f-a93d-4086-9310-e241c2ed23ed" providerId="AD" clId="Web-{B70E8D5C-6CA0-3C2A-261A-88652B3FAA64}" dt="2025-09-08T18:55:30.937" v="14"/>
        <pc:sldMkLst>
          <pc:docMk/>
          <pc:sldMk cId="1387654557" sldId="2147469930"/>
        </pc:sldMkLst>
      </pc:sldChg>
    </pc:docChg>
  </pc:docChgLst>
  <pc:docChgLst>
    <pc:chgData name="Emily Shockley" userId="a55e4893-a8d8-4ae8-b1b2-aa78ff14ed1d" providerId="ADAL" clId="{548E332F-BC0E-4B7B-8DFC-0B648DCD8123}"/>
    <pc:docChg chg="undo redo custSel addSld delSld modSld sldOrd">
      <pc:chgData name="Emily Shockley" userId="a55e4893-a8d8-4ae8-b1b2-aa78ff14ed1d" providerId="ADAL" clId="{548E332F-BC0E-4B7B-8DFC-0B648DCD8123}" dt="2025-06-23T01:14:24.508" v="1359" actId="1076"/>
      <pc:docMkLst>
        <pc:docMk/>
      </pc:docMkLst>
      <pc:sldChg chg="modSp mod">
        <pc:chgData name="Emily Shockley" userId="a55e4893-a8d8-4ae8-b1b2-aa78ff14ed1d" providerId="ADAL" clId="{548E332F-BC0E-4B7B-8DFC-0B648DCD8123}" dt="2025-06-16T15:36:28.904" v="928" actId="20577"/>
        <pc:sldMkLst>
          <pc:docMk/>
          <pc:sldMk cId="2181956486" sldId="256"/>
        </pc:sldMkLst>
      </pc:sldChg>
      <pc:sldChg chg="modSp del mod">
        <pc:chgData name="Emily Shockley" userId="a55e4893-a8d8-4ae8-b1b2-aa78ff14ed1d" providerId="ADAL" clId="{548E332F-BC0E-4B7B-8DFC-0B648DCD8123}" dt="2025-06-23T00:21:47.259" v="1025" actId="47"/>
        <pc:sldMkLst>
          <pc:docMk/>
          <pc:sldMk cId="1635881331" sldId="259"/>
        </pc:sldMkLst>
      </pc:sldChg>
      <pc:sldChg chg="addSp delSp modSp mod">
        <pc:chgData name="Emily Shockley" userId="a55e4893-a8d8-4ae8-b1b2-aa78ff14ed1d" providerId="ADAL" clId="{548E332F-BC0E-4B7B-8DFC-0B648DCD8123}" dt="2025-06-23T00:20:08.447" v="1011" actId="20577"/>
        <pc:sldMkLst>
          <pc:docMk/>
          <pc:sldMk cId="2901160637" sldId="274"/>
        </pc:sldMkLst>
      </pc:sldChg>
      <pc:sldChg chg="add del ord">
        <pc:chgData name="Emily Shockley" userId="a55e4893-a8d8-4ae8-b1b2-aa78ff14ed1d" providerId="ADAL" clId="{548E332F-BC0E-4B7B-8DFC-0B648DCD8123}" dt="2025-06-23T01:11:57.222" v="1317" actId="47"/>
        <pc:sldMkLst>
          <pc:docMk/>
          <pc:sldMk cId="1589901160" sldId="328"/>
        </pc:sldMkLst>
      </pc:sldChg>
      <pc:sldChg chg="add del ord">
        <pc:chgData name="Emily Shockley" userId="a55e4893-a8d8-4ae8-b1b2-aa78ff14ed1d" providerId="ADAL" clId="{548E332F-BC0E-4B7B-8DFC-0B648DCD8123}" dt="2025-06-23T01:11:58.752" v="1319" actId="47"/>
        <pc:sldMkLst>
          <pc:docMk/>
          <pc:sldMk cId="2652298959" sldId="330"/>
        </pc:sldMkLst>
      </pc:sldChg>
      <pc:sldChg chg="add del">
        <pc:chgData name="Emily Shockley" userId="a55e4893-a8d8-4ae8-b1b2-aa78ff14ed1d" providerId="ADAL" clId="{548E332F-BC0E-4B7B-8DFC-0B648DCD8123}" dt="2025-06-16T01:45:38.211" v="310" actId="47"/>
        <pc:sldMkLst>
          <pc:docMk/>
          <pc:sldMk cId="4195431396" sldId="371"/>
        </pc:sldMkLst>
      </pc:sldChg>
      <pc:sldChg chg="add">
        <pc:chgData name="Emily Shockley" userId="a55e4893-a8d8-4ae8-b1b2-aa78ff14ed1d" providerId="ADAL" clId="{548E332F-BC0E-4B7B-8DFC-0B648DCD8123}" dt="2025-06-16T01:44:19.346" v="307"/>
        <pc:sldMkLst>
          <pc:docMk/>
          <pc:sldMk cId="2523425673" sldId="372"/>
        </pc:sldMkLst>
      </pc:sldChg>
      <pc:sldChg chg="add">
        <pc:chgData name="Emily Shockley" userId="a55e4893-a8d8-4ae8-b1b2-aa78ff14ed1d" providerId="ADAL" clId="{548E332F-BC0E-4B7B-8DFC-0B648DCD8123}" dt="2025-06-16T02:22:50.518" v="434"/>
        <pc:sldMkLst>
          <pc:docMk/>
          <pc:sldMk cId="3220815360" sldId="375"/>
        </pc:sldMkLst>
      </pc:sldChg>
      <pc:sldChg chg="add">
        <pc:chgData name="Emily Shockley" userId="a55e4893-a8d8-4ae8-b1b2-aa78ff14ed1d" providerId="ADAL" clId="{548E332F-BC0E-4B7B-8DFC-0B648DCD8123}" dt="2025-06-16T02:22:50.518" v="434"/>
        <pc:sldMkLst>
          <pc:docMk/>
          <pc:sldMk cId="1294151662" sldId="379"/>
        </pc:sldMkLst>
      </pc:sldChg>
      <pc:sldChg chg="add">
        <pc:chgData name="Emily Shockley" userId="a55e4893-a8d8-4ae8-b1b2-aa78ff14ed1d" providerId="ADAL" clId="{548E332F-BC0E-4B7B-8DFC-0B648DCD8123}" dt="2025-06-16T02:23:21.845" v="435"/>
        <pc:sldMkLst>
          <pc:docMk/>
          <pc:sldMk cId="3836742714" sldId="381"/>
        </pc:sldMkLst>
      </pc:sldChg>
      <pc:sldChg chg="add">
        <pc:chgData name="Emily Shockley" userId="a55e4893-a8d8-4ae8-b1b2-aa78ff14ed1d" providerId="ADAL" clId="{548E332F-BC0E-4B7B-8DFC-0B648DCD8123}" dt="2025-06-16T02:23:21.845" v="435"/>
        <pc:sldMkLst>
          <pc:docMk/>
          <pc:sldMk cId="1125801093" sldId="383"/>
        </pc:sldMkLst>
      </pc:sldChg>
      <pc:sldChg chg="add">
        <pc:chgData name="Emily Shockley" userId="a55e4893-a8d8-4ae8-b1b2-aa78ff14ed1d" providerId="ADAL" clId="{548E332F-BC0E-4B7B-8DFC-0B648DCD8123}" dt="2025-06-16T02:23:21.845" v="435"/>
        <pc:sldMkLst>
          <pc:docMk/>
          <pc:sldMk cId="2154148235" sldId="384"/>
        </pc:sldMkLst>
      </pc:sldChg>
      <pc:sldChg chg="add del">
        <pc:chgData name="Emily Shockley" userId="a55e4893-a8d8-4ae8-b1b2-aa78ff14ed1d" providerId="ADAL" clId="{548E332F-BC0E-4B7B-8DFC-0B648DCD8123}" dt="2025-06-23T00:53:10.363" v="1184" actId="47"/>
        <pc:sldMkLst>
          <pc:docMk/>
          <pc:sldMk cId="2413618810" sldId="445"/>
        </pc:sldMkLst>
      </pc:sldChg>
      <pc:sldChg chg="add">
        <pc:chgData name="Emily Shockley" userId="a55e4893-a8d8-4ae8-b1b2-aa78ff14ed1d" providerId="ADAL" clId="{548E332F-BC0E-4B7B-8DFC-0B648DCD8123}" dt="2025-06-16T01:44:19.346" v="307"/>
        <pc:sldMkLst>
          <pc:docMk/>
          <pc:sldMk cId="3966951324" sldId="449"/>
        </pc:sldMkLst>
      </pc:sldChg>
      <pc:sldChg chg="add">
        <pc:chgData name="Emily Shockley" userId="a55e4893-a8d8-4ae8-b1b2-aa78ff14ed1d" providerId="ADAL" clId="{548E332F-BC0E-4B7B-8DFC-0B648DCD8123}" dt="2025-06-16T01:44:19.346" v="307"/>
        <pc:sldMkLst>
          <pc:docMk/>
          <pc:sldMk cId="340960108" sldId="450"/>
        </pc:sldMkLst>
      </pc:sldChg>
      <pc:sldChg chg="add">
        <pc:chgData name="Emily Shockley" userId="a55e4893-a8d8-4ae8-b1b2-aa78ff14ed1d" providerId="ADAL" clId="{548E332F-BC0E-4B7B-8DFC-0B648DCD8123}" dt="2025-06-16T02:23:21.845" v="435"/>
        <pc:sldMkLst>
          <pc:docMk/>
          <pc:sldMk cId="1821069668" sldId="462"/>
        </pc:sldMkLst>
      </pc:sldChg>
      <pc:sldChg chg="add">
        <pc:chgData name="Emily Shockley" userId="a55e4893-a8d8-4ae8-b1b2-aa78ff14ed1d" providerId="ADAL" clId="{548E332F-BC0E-4B7B-8DFC-0B648DCD8123}" dt="2025-06-16T02:23:21.845" v="435"/>
        <pc:sldMkLst>
          <pc:docMk/>
          <pc:sldMk cId="3569411627" sldId="465"/>
        </pc:sldMkLst>
      </pc:sldChg>
      <pc:sldChg chg="add">
        <pc:chgData name="Emily Shockley" userId="a55e4893-a8d8-4ae8-b1b2-aa78ff14ed1d" providerId="ADAL" clId="{548E332F-BC0E-4B7B-8DFC-0B648DCD8123}" dt="2025-06-16T02:23:21.845" v="435"/>
        <pc:sldMkLst>
          <pc:docMk/>
          <pc:sldMk cId="485637819" sldId="467"/>
        </pc:sldMkLst>
      </pc:sldChg>
      <pc:sldChg chg="add">
        <pc:chgData name="Emily Shockley" userId="a55e4893-a8d8-4ae8-b1b2-aa78ff14ed1d" providerId="ADAL" clId="{548E332F-BC0E-4B7B-8DFC-0B648DCD8123}" dt="2025-06-16T02:23:21.845" v="435"/>
        <pc:sldMkLst>
          <pc:docMk/>
          <pc:sldMk cId="3877288767" sldId="468"/>
        </pc:sldMkLst>
      </pc:sldChg>
      <pc:sldChg chg="add">
        <pc:chgData name="Emily Shockley" userId="a55e4893-a8d8-4ae8-b1b2-aa78ff14ed1d" providerId="ADAL" clId="{548E332F-BC0E-4B7B-8DFC-0B648DCD8123}" dt="2025-06-16T02:23:21.845" v="435"/>
        <pc:sldMkLst>
          <pc:docMk/>
          <pc:sldMk cId="1251988780" sldId="473"/>
        </pc:sldMkLst>
      </pc:sldChg>
      <pc:sldChg chg="add del">
        <pc:chgData name="Emily Shockley" userId="a55e4893-a8d8-4ae8-b1b2-aa78ff14ed1d" providerId="ADAL" clId="{548E332F-BC0E-4B7B-8DFC-0B648DCD8123}" dt="2025-06-23T00:20:47.258" v="1015" actId="47"/>
        <pc:sldMkLst>
          <pc:docMk/>
          <pc:sldMk cId="1452548984" sldId="477"/>
        </pc:sldMkLst>
      </pc:sldChg>
      <pc:sldChg chg="add del mod modShow">
        <pc:chgData name="Emily Shockley" userId="a55e4893-a8d8-4ae8-b1b2-aa78ff14ed1d" providerId="ADAL" clId="{548E332F-BC0E-4B7B-8DFC-0B648DCD8123}" dt="2025-06-23T00:20:43.193" v="1014" actId="47"/>
        <pc:sldMkLst>
          <pc:docMk/>
          <pc:sldMk cId="818207859" sldId="481"/>
        </pc:sldMkLst>
      </pc:sldChg>
      <pc:sldChg chg="add del">
        <pc:chgData name="Emily Shockley" userId="a55e4893-a8d8-4ae8-b1b2-aa78ff14ed1d" providerId="ADAL" clId="{548E332F-BC0E-4B7B-8DFC-0B648DCD8123}" dt="2025-06-23T01:11:55.834" v="1315" actId="47"/>
        <pc:sldMkLst>
          <pc:docMk/>
          <pc:sldMk cId="502541696" sldId="1852"/>
        </pc:sldMkLst>
      </pc:sldChg>
      <pc:sldChg chg="add del ord">
        <pc:chgData name="Emily Shockley" userId="a55e4893-a8d8-4ae8-b1b2-aa78ff14ed1d" providerId="ADAL" clId="{548E332F-BC0E-4B7B-8DFC-0B648DCD8123}" dt="2025-06-23T01:11:56.550" v="1316" actId="47"/>
        <pc:sldMkLst>
          <pc:docMk/>
          <pc:sldMk cId="37086938" sldId="1862"/>
        </pc:sldMkLst>
      </pc:sldChg>
      <pc:sldChg chg="add del ord">
        <pc:chgData name="Emily Shockley" userId="a55e4893-a8d8-4ae8-b1b2-aa78ff14ed1d" providerId="ADAL" clId="{548E332F-BC0E-4B7B-8DFC-0B648DCD8123}" dt="2025-06-23T01:11:58.167" v="1318" actId="47"/>
        <pc:sldMkLst>
          <pc:docMk/>
          <pc:sldMk cId="2014623764" sldId="1863"/>
        </pc:sldMkLst>
      </pc:sldChg>
      <pc:sldChg chg="add del">
        <pc:chgData name="Emily Shockley" userId="a55e4893-a8d8-4ae8-b1b2-aa78ff14ed1d" providerId="ADAL" clId="{548E332F-BC0E-4B7B-8DFC-0B648DCD8123}" dt="2025-06-23T00:44:57.828" v="1095" actId="47"/>
        <pc:sldMkLst>
          <pc:docMk/>
          <pc:sldMk cId="3505182394" sldId="1876"/>
        </pc:sldMkLst>
      </pc:sldChg>
      <pc:sldChg chg="add del">
        <pc:chgData name="Emily Shockley" userId="a55e4893-a8d8-4ae8-b1b2-aa78ff14ed1d" providerId="ADAL" clId="{548E332F-BC0E-4B7B-8DFC-0B648DCD8123}" dt="2025-06-23T00:20:48.998" v="1016" actId="47"/>
        <pc:sldMkLst>
          <pc:docMk/>
          <pc:sldMk cId="222650525" sldId="2246"/>
        </pc:sldMkLst>
      </pc:sldChg>
      <pc:sldChg chg="add del">
        <pc:chgData name="Emily Shockley" userId="a55e4893-a8d8-4ae8-b1b2-aa78ff14ed1d" providerId="ADAL" clId="{548E332F-BC0E-4B7B-8DFC-0B648DCD8123}" dt="2025-06-23T00:20:54.727" v="1019" actId="47"/>
        <pc:sldMkLst>
          <pc:docMk/>
          <pc:sldMk cId="2969208828" sldId="2265"/>
        </pc:sldMkLst>
      </pc:sldChg>
      <pc:sldChg chg="add del">
        <pc:chgData name="Emily Shockley" userId="a55e4893-a8d8-4ae8-b1b2-aa78ff14ed1d" providerId="ADAL" clId="{548E332F-BC0E-4B7B-8DFC-0B648DCD8123}" dt="2025-06-23T00:20:52.078" v="1017" actId="47"/>
        <pc:sldMkLst>
          <pc:docMk/>
          <pc:sldMk cId="3532341950" sldId="2266"/>
        </pc:sldMkLst>
      </pc:sldChg>
      <pc:sldChg chg="add del">
        <pc:chgData name="Emily Shockley" userId="a55e4893-a8d8-4ae8-b1b2-aa78ff14ed1d" providerId="ADAL" clId="{548E332F-BC0E-4B7B-8DFC-0B648DCD8123}" dt="2025-06-23T00:20:55.464" v="1020" actId="47"/>
        <pc:sldMkLst>
          <pc:docMk/>
          <pc:sldMk cId="2242851555" sldId="2386"/>
        </pc:sldMkLst>
      </pc:sldChg>
      <pc:sldChg chg="add del">
        <pc:chgData name="Emily Shockley" userId="a55e4893-a8d8-4ae8-b1b2-aa78ff14ed1d" providerId="ADAL" clId="{548E332F-BC0E-4B7B-8DFC-0B648DCD8123}" dt="2025-06-23T00:44:55.482" v="1093" actId="47"/>
        <pc:sldMkLst>
          <pc:docMk/>
          <pc:sldMk cId="3734191113" sldId="2390"/>
        </pc:sldMkLst>
      </pc:sldChg>
      <pc:sldChg chg="add del">
        <pc:chgData name="Emily Shockley" userId="a55e4893-a8d8-4ae8-b1b2-aa78ff14ed1d" providerId="ADAL" clId="{548E332F-BC0E-4B7B-8DFC-0B648DCD8123}" dt="2025-06-23T00:45:01.135" v="1096" actId="47"/>
        <pc:sldMkLst>
          <pc:docMk/>
          <pc:sldMk cId="1738452974" sldId="2393"/>
        </pc:sldMkLst>
      </pc:sldChg>
      <pc:sldChg chg="add del">
        <pc:chgData name="Emily Shockley" userId="a55e4893-a8d8-4ae8-b1b2-aa78ff14ed1d" providerId="ADAL" clId="{548E332F-BC0E-4B7B-8DFC-0B648DCD8123}" dt="2025-06-23T00:44:56.178" v="1094" actId="47"/>
        <pc:sldMkLst>
          <pc:docMk/>
          <pc:sldMk cId="3903723804" sldId="2400"/>
        </pc:sldMkLst>
      </pc:sldChg>
      <pc:sldChg chg="del">
        <pc:chgData name="Emily Shockley" userId="a55e4893-a8d8-4ae8-b1b2-aa78ff14ed1d" providerId="ADAL" clId="{548E332F-BC0E-4B7B-8DFC-0B648DCD8123}" dt="2025-06-16T01:36:55.473" v="207" actId="47"/>
        <pc:sldMkLst>
          <pc:docMk/>
          <pc:sldMk cId="974293231" sldId="2076138497"/>
        </pc:sldMkLst>
      </pc:sldChg>
      <pc:sldChg chg="add del">
        <pc:chgData name="Emily Shockley" userId="a55e4893-a8d8-4ae8-b1b2-aa78ff14ed1d" providerId="ADAL" clId="{548E332F-BC0E-4B7B-8DFC-0B648DCD8123}" dt="2025-06-23T00:20:53.863" v="1018" actId="47"/>
        <pc:sldMkLst>
          <pc:docMk/>
          <pc:sldMk cId="281405071" sldId="2076138555"/>
        </pc:sldMkLst>
      </pc:sldChg>
      <pc:sldChg chg="addSp delSp modSp add mod">
        <pc:chgData name="Emily Shockley" userId="a55e4893-a8d8-4ae8-b1b2-aa78ff14ed1d" providerId="ADAL" clId="{548E332F-BC0E-4B7B-8DFC-0B648DCD8123}" dt="2025-06-23T00:50:46.607" v="1119" actId="20577"/>
        <pc:sldMkLst>
          <pc:docMk/>
          <pc:sldMk cId="577113388" sldId="2076138556"/>
        </pc:sldMkLst>
      </pc:sldChg>
      <pc:sldChg chg="add del">
        <pc:chgData name="Emily Shockley" userId="a55e4893-a8d8-4ae8-b1b2-aa78ff14ed1d" providerId="ADAL" clId="{548E332F-BC0E-4B7B-8DFC-0B648DCD8123}" dt="2025-06-23T00:20:56.804" v="1021" actId="47"/>
        <pc:sldMkLst>
          <pc:docMk/>
          <pc:sldMk cId="15901362" sldId="2076138558"/>
        </pc:sldMkLst>
      </pc:sldChg>
      <pc:sldChg chg="del">
        <pc:chgData name="Emily Shockley" userId="a55e4893-a8d8-4ae8-b1b2-aa78ff14ed1d" providerId="ADAL" clId="{548E332F-BC0E-4B7B-8DFC-0B648DCD8123}" dt="2025-06-16T01:45:46.605" v="312" actId="47"/>
        <pc:sldMkLst>
          <pc:docMk/>
          <pc:sldMk cId="1993336853" sldId="2076138581"/>
        </pc:sldMkLst>
      </pc:sldChg>
      <pc:sldChg chg="del">
        <pc:chgData name="Emily Shockley" userId="a55e4893-a8d8-4ae8-b1b2-aa78ff14ed1d" providerId="ADAL" clId="{548E332F-BC0E-4B7B-8DFC-0B648DCD8123}" dt="2025-06-16T01:45:49.248" v="313" actId="47"/>
        <pc:sldMkLst>
          <pc:docMk/>
          <pc:sldMk cId="1486701860" sldId="2076138619"/>
        </pc:sldMkLst>
      </pc:sldChg>
      <pc:sldChg chg="del">
        <pc:chgData name="Emily Shockley" userId="a55e4893-a8d8-4ae8-b1b2-aa78ff14ed1d" providerId="ADAL" clId="{548E332F-BC0E-4B7B-8DFC-0B648DCD8123}" dt="2025-06-16T01:45:49.693" v="314" actId="47"/>
        <pc:sldMkLst>
          <pc:docMk/>
          <pc:sldMk cId="1949840476" sldId="2076138622"/>
        </pc:sldMkLst>
      </pc:sldChg>
      <pc:sldChg chg="modSp mod">
        <pc:chgData name="Emily Shockley" userId="a55e4893-a8d8-4ae8-b1b2-aa78ff14ed1d" providerId="ADAL" clId="{548E332F-BC0E-4B7B-8DFC-0B648DCD8123}" dt="2025-06-23T01:12:41.839" v="1352" actId="20577"/>
        <pc:sldMkLst>
          <pc:docMk/>
          <pc:sldMk cId="4128843134" sldId="2076138623"/>
        </pc:sldMkLst>
      </pc:sldChg>
      <pc:sldChg chg="del">
        <pc:chgData name="Emily Shockley" userId="a55e4893-a8d8-4ae8-b1b2-aa78ff14ed1d" providerId="ADAL" clId="{548E332F-BC0E-4B7B-8DFC-0B648DCD8123}" dt="2025-06-16T01:45:44.390" v="311" actId="47"/>
        <pc:sldMkLst>
          <pc:docMk/>
          <pc:sldMk cId="2176383380" sldId="2076138627"/>
        </pc:sldMkLst>
      </pc:sldChg>
      <pc:sldChg chg="del">
        <pc:chgData name="Emily Shockley" userId="a55e4893-a8d8-4ae8-b1b2-aa78ff14ed1d" providerId="ADAL" clId="{548E332F-BC0E-4B7B-8DFC-0B648DCD8123}" dt="2025-06-16T01:37:08.132" v="209" actId="47"/>
        <pc:sldMkLst>
          <pc:docMk/>
          <pc:sldMk cId="3927724798" sldId="2076138629"/>
        </pc:sldMkLst>
      </pc:sldChg>
      <pc:sldChg chg="del">
        <pc:chgData name="Emily Shockley" userId="a55e4893-a8d8-4ae8-b1b2-aa78ff14ed1d" providerId="ADAL" clId="{548E332F-BC0E-4B7B-8DFC-0B648DCD8123}" dt="2025-06-16T01:38:21.583" v="211" actId="47"/>
        <pc:sldMkLst>
          <pc:docMk/>
          <pc:sldMk cId="76986226" sldId="2076138631"/>
        </pc:sldMkLst>
      </pc:sldChg>
      <pc:sldChg chg="del">
        <pc:chgData name="Emily Shockley" userId="a55e4893-a8d8-4ae8-b1b2-aa78ff14ed1d" providerId="ADAL" clId="{548E332F-BC0E-4B7B-8DFC-0B648DCD8123}" dt="2025-06-16T01:39:14.724" v="217" actId="47"/>
        <pc:sldMkLst>
          <pc:docMk/>
          <pc:sldMk cId="1698315531" sldId="2076138632"/>
        </pc:sldMkLst>
      </pc:sldChg>
      <pc:sldChg chg="del">
        <pc:chgData name="Emily Shockley" userId="a55e4893-a8d8-4ae8-b1b2-aa78ff14ed1d" providerId="ADAL" clId="{548E332F-BC0E-4B7B-8DFC-0B648DCD8123}" dt="2025-06-16T01:44:01.949" v="306" actId="47"/>
        <pc:sldMkLst>
          <pc:docMk/>
          <pc:sldMk cId="1307160766" sldId="2076138634"/>
        </pc:sldMkLst>
      </pc:sldChg>
      <pc:sldChg chg="del">
        <pc:chgData name="Emily Shockley" userId="a55e4893-a8d8-4ae8-b1b2-aa78ff14ed1d" providerId="ADAL" clId="{548E332F-BC0E-4B7B-8DFC-0B648DCD8123}" dt="2025-06-16T01:41:30.351" v="301" actId="47"/>
        <pc:sldMkLst>
          <pc:docMk/>
          <pc:sldMk cId="2305607050" sldId="2076138635"/>
        </pc:sldMkLst>
      </pc:sldChg>
      <pc:sldChg chg="del">
        <pc:chgData name="Emily Shockley" userId="a55e4893-a8d8-4ae8-b1b2-aa78ff14ed1d" providerId="ADAL" clId="{548E332F-BC0E-4B7B-8DFC-0B648DCD8123}" dt="2025-06-16T01:41:52.056" v="303" actId="47"/>
        <pc:sldMkLst>
          <pc:docMk/>
          <pc:sldMk cId="2495166160" sldId="2076138636"/>
        </pc:sldMkLst>
      </pc:sldChg>
      <pc:sldChg chg="del">
        <pc:chgData name="Emily Shockley" userId="a55e4893-a8d8-4ae8-b1b2-aa78ff14ed1d" providerId="ADAL" clId="{548E332F-BC0E-4B7B-8DFC-0B648DCD8123}" dt="2025-06-16T01:38:59.720" v="215" actId="47"/>
        <pc:sldMkLst>
          <pc:docMk/>
          <pc:sldMk cId="2742753151" sldId="2076138637"/>
        </pc:sldMkLst>
      </pc:sldChg>
      <pc:sldChg chg="add">
        <pc:chgData name="Emily Shockley" userId="a55e4893-a8d8-4ae8-b1b2-aa78ff14ed1d" providerId="ADAL" clId="{548E332F-BC0E-4B7B-8DFC-0B648DCD8123}" dt="2025-06-23T00:50:22.804" v="1100"/>
        <pc:sldMkLst>
          <pc:docMk/>
          <pc:sldMk cId="1053537996" sldId="2076138642"/>
        </pc:sldMkLst>
      </pc:sldChg>
      <pc:sldChg chg="add">
        <pc:chgData name="Emily Shockley" userId="a55e4893-a8d8-4ae8-b1b2-aa78ff14ed1d" providerId="ADAL" clId="{548E332F-BC0E-4B7B-8DFC-0B648DCD8123}" dt="2025-06-23T00:44:43.874" v="1092"/>
        <pc:sldMkLst>
          <pc:docMk/>
          <pc:sldMk cId="3396795514" sldId="2076138643"/>
        </pc:sldMkLst>
      </pc:sldChg>
      <pc:sldChg chg="add">
        <pc:chgData name="Emily Shockley" userId="a55e4893-a8d8-4ae8-b1b2-aa78ff14ed1d" providerId="ADAL" clId="{548E332F-BC0E-4B7B-8DFC-0B648DCD8123}" dt="2025-06-23T00:50:22.804" v="1100"/>
        <pc:sldMkLst>
          <pc:docMk/>
          <pc:sldMk cId="2652680119" sldId="2076138644"/>
        </pc:sldMkLst>
      </pc:sldChg>
      <pc:sldChg chg="add">
        <pc:chgData name="Emily Shockley" userId="a55e4893-a8d8-4ae8-b1b2-aa78ff14ed1d" providerId="ADAL" clId="{548E332F-BC0E-4B7B-8DFC-0B648DCD8123}" dt="2025-06-23T00:50:22.804" v="1100"/>
        <pc:sldMkLst>
          <pc:docMk/>
          <pc:sldMk cId="599169024" sldId="2076138645"/>
        </pc:sldMkLst>
      </pc:sldChg>
      <pc:sldChg chg="add">
        <pc:chgData name="Emily Shockley" userId="a55e4893-a8d8-4ae8-b1b2-aa78ff14ed1d" providerId="ADAL" clId="{548E332F-BC0E-4B7B-8DFC-0B648DCD8123}" dt="2025-06-23T00:50:22.804" v="1100"/>
        <pc:sldMkLst>
          <pc:docMk/>
          <pc:sldMk cId="3653843983" sldId="2076138647"/>
        </pc:sldMkLst>
      </pc:sldChg>
      <pc:sldChg chg="add">
        <pc:chgData name="Emily Shockley" userId="a55e4893-a8d8-4ae8-b1b2-aa78ff14ed1d" providerId="ADAL" clId="{548E332F-BC0E-4B7B-8DFC-0B648DCD8123}" dt="2025-06-23T00:50:22.804" v="1100"/>
        <pc:sldMkLst>
          <pc:docMk/>
          <pc:sldMk cId="272318256" sldId="2076138648"/>
        </pc:sldMkLst>
      </pc:sldChg>
      <pc:sldChg chg="add">
        <pc:chgData name="Emily Shockley" userId="a55e4893-a8d8-4ae8-b1b2-aa78ff14ed1d" providerId="ADAL" clId="{548E332F-BC0E-4B7B-8DFC-0B648DCD8123}" dt="2025-06-23T00:50:22.804" v="1100"/>
        <pc:sldMkLst>
          <pc:docMk/>
          <pc:sldMk cId="938924710" sldId="2076138649"/>
        </pc:sldMkLst>
      </pc:sldChg>
      <pc:sldChg chg="add">
        <pc:chgData name="Emily Shockley" userId="a55e4893-a8d8-4ae8-b1b2-aa78ff14ed1d" providerId="ADAL" clId="{548E332F-BC0E-4B7B-8DFC-0B648DCD8123}" dt="2025-06-23T00:44:43.874" v="1092"/>
        <pc:sldMkLst>
          <pc:docMk/>
          <pc:sldMk cId="278084968" sldId="2076138650"/>
        </pc:sldMkLst>
      </pc:sldChg>
      <pc:sldChg chg="add">
        <pc:chgData name="Emily Shockley" userId="a55e4893-a8d8-4ae8-b1b2-aa78ff14ed1d" providerId="ADAL" clId="{548E332F-BC0E-4B7B-8DFC-0B648DCD8123}" dt="2025-06-23T00:44:43.874" v="1092"/>
        <pc:sldMkLst>
          <pc:docMk/>
          <pc:sldMk cId="2286955935" sldId="2076138654"/>
        </pc:sldMkLst>
      </pc:sldChg>
      <pc:sldChg chg="add">
        <pc:chgData name="Emily Shockley" userId="a55e4893-a8d8-4ae8-b1b2-aa78ff14ed1d" providerId="ADAL" clId="{548E332F-BC0E-4B7B-8DFC-0B648DCD8123}" dt="2025-06-23T01:05:25.924" v="1210"/>
        <pc:sldMkLst>
          <pc:docMk/>
          <pc:sldMk cId="1491654670" sldId="2076138656"/>
        </pc:sldMkLst>
      </pc:sldChg>
      <pc:sldChg chg="add">
        <pc:chgData name="Emily Shockley" userId="a55e4893-a8d8-4ae8-b1b2-aa78ff14ed1d" providerId="ADAL" clId="{548E332F-BC0E-4B7B-8DFC-0B648DCD8123}" dt="2025-06-23T00:44:43.874" v="1092"/>
        <pc:sldMkLst>
          <pc:docMk/>
          <pc:sldMk cId="915664831" sldId="2076138657"/>
        </pc:sldMkLst>
      </pc:sldChg>
      <pc:sldChg chg="add">
        <pc:chgData name="Emily Shockley" userId="a55e4893-a8d8-4ae8-b1b2-aa78ff14ed1d" providerId="ADAL" clId="{548E332F-BC0E-4B7B-8DFC-0B648DCD8123}" dt="2025-06-23T00:46:38.602" v="1098"/>
        <pc:sldMkLst>
          <pc:docMk/>
          <pc:sldMk cId="1447599257" sldId="2076138658"/>
        </pc:sldMkLst>
      </pc:sldChg>
      <pc:sldChg chg="add">
        <pc:chgData name="Emily Shockley" userId="a55e4893-a8d8-4ae8-b1b2-aa78ff14ed1d" providerId="ADAL" clId="{548E332F-BC0E-4B7B-8DFC-0B648DCD8123}" dt="2025-06-23T00:44:43.874" v="1092"/>
        <pc:sldMkLst>
          <pc:docMk/>
          <pc:sldMk cId="3662476388" sldId="2076138659"/>
        </pc:sldMkLst>
      </pc:sldChg>
      <pc:sldChg chg="add">
        <pc:chgData name="Emily Shockley" userId="a55e4893-a8d8-4ae8-b1b2-aa78ff14ed1d" providerId="ADAL" clId="{548E332F-BC0E-4B7B-8DFC-0B648DCD8123}" dt="2025-06-23T00:28:25.490" v="1026"/>
        <pc:sldMkLst>
          <pc:docMk/>
          <pc:sldMk cId="3807695092" sldId="2076138667"/>
        </pc:sldMkLst>
      </pc:sldChg>
      <pc:sldChg chg="add">
        <pc:chgData name="Emily Shockley" userId="a55e4893-a8d8-4ae8-b1b2-aa78ff14ed1d" providerId="ADAL" clId="{548E332F-BC0E-4B7B-8DFC-0B648DCD8123}" dt="2025-06-23T00:28:25.490" v="1026"/>
        <pc:sldMkLst>
          <pc:docMk/>
          <pc:sldMk cId="3786216281" sldId="2076138668"/>
        </pc:sldMkLst>
      </pc:sldChg>
      <pc:sldChg chg="add">
        <pc:chgData name="Emily Shockley" userId="a55e4893-a8d8-4ae8-b1b2-aa78ff14ed1d" providerId="ADAL" clId="{548E332F-BC0E-4B7B-8DFC-0B648DCD8123}" dt="2025-06-23T00:28:25.490" v="1026"/>
        <pc:sldMkLst>
          <pc:docMk/>
          <pc:sldMk cId="2320123746" sldId="2076138669"/>
        </pc:sldMkLst>
      </pc:sldChg>
      <pc:sldChg chg="add">
        <pc:chgData name="Emily Shockley" userId="a55e4893-a8d8-4ae8-b1b2-aa78ff14ed1d" providerId="ADAL" clId="{548E332F-BC0E-4B7B-8DFC-0B648DCD8123}" dt="2025-06-23T00:28:25.490" v="1026"/>
        <pc:sldMkLst>
          <pc:docMk/>
          <pc:sldMk cId="3266085520" sldId="2076138670"/>
        </pc:sldMkLst>
      </pc:sldChg>
      <pc:sldChg chg="add">
        <pc:chgData name="Emily Shockley" userId="a55e4893-a8d8-4ae8-b1b2-aa78ff14ed1d" providerId="ADAL" clId="{548E332F-BC0E-4B7B-8DFC-0B648DCD8123}" dt="2025-06-23T00:28:25.490" v="1026"/>
        <pc:sldMkLst>
          <pc:docMk/>
          <pc:sldMk cId="788737528" sldId="2076138671"/>
        </pc:sldMkLst>
      </pc:sldChg>
      <pc:sldChg chg="add del">
        <pc:chgData name="Emily Shockley" userId="a55e4893-a8d8-4ae8-b1b2-aa78ff14ed1d" providerId="ADAL" clId="{548E332F-BC0E-4B7B-8DFC-0B648DCD8123}" dt="2025-06-23T01:14:07.500" v="1358" actId="47"/>
        <pc:sldMkLst>
          <pc:docMk/>
          <pc:sldMk cId="1463579158" sldId="2076138672"/>
        </pc:sldMkLst>
      </pc:sldChg>
      <pc:sldChg chg="add">
        <pc:chgData name="Emily Shockley" userId="a55e4893-a8d8-4ae8-b1b2-aa78ff14ed1d" providerId="ADAL" clId="{548E332F-BC0E-4B7B-8DFC-0B648DCD8123}" dt="2025-06-23T01:05:25.924" v="1210"/>
        <pc:sldMkLst>
          <pc:docMk/>
          <pc:sldMk cId="3932604804" sldId="2076138673"/>
        </pc:sldMkLst>
      </pc:sldChg>
      <pc:sldChg chg="add">
        <pc:chgData name="Emily Shockley" userId="a55e4893-a8d8-4ae8-b1b2-aa78ff14ed1d" providerId="ADAL" clId="{548E332F-BC0E-4B7B-8DFC-0B648DCD8123}" dt="2025-06-23T00:47:21.866" v="1099"/>
        <pc:sldMkLst>
          <pc:docMk/>
          <pc:sldMk cId="1927629075" sldId="2076138674"/>
        </pc:sldMkLst>
      </pc:sldChg>
      <pc:sldChg chg="add">
        <pc:chgData name="Emily Shockley" userId="a55e4893-a8d8-4ae8-b1b2-aa78ff14ed1d" providerId="ADAL" clId="{548E332F-BC0E-4B7B-8DFC-0B648DCD8123}" dt="2025-06-23T00:47:21.866" v="1099"/>
        <pc:sldMkLst>
          <pc:docMk/>
          <pc:sldMk cId="1709723443" sldId="2076138675"/>
        </pc:sldMkLst>
      </pc:sldChg>
      <pc:sldChg chg="add">
        <pc:chgData name="Emily Shockley" userId="a55e4893-a8d8-4ae8-b1b2-aa78ff14ed1d" providerId="ADAL" clId="{548E332F-BC0E-4B7B-8DFC-0B648DCD8123}" dt="2025-06-23T00:44:43.874" v="1092"/>
        <pc:sldMkLst>
          <pc:docMk/>
          <pc:sldMk cId="1235704731" sldId="2076138676"/>
        </pc:sldMkLst>
      </pc:sldChg>
      <pc:sldChg chg="add ord">
        <pc:chgData name="Emily Shockley" userId="a55e4893-a8d8-4ae8-b1b2-aa78ff14ed1d" providerId="ADAL" clId="{548E332F-BC0E-4B7B-8DFC-0B648DCD8123}" dt="2025-06-23T00:21:43.300" v="1024"/>
        <pc:sldMkLst>
          <pc:docMk/>
          <pc:sldMk cId="1628882303" sldId="2076138679"/>
        </pc:sldMkLst>
      </pc:sldChg>
      <pc:sldChg chg="modSp add mod">
        <pc:chgData name="Emily Shockley" userId="a55e4893-a8d8-4ae8-b1b2-aa78ff14ed1d" providerId="ADAL" clId="{548E332F-BC0E-4B7B-8DFC-0B648DCD8123}" dt="2025-06-23T00:51:13.613" v="1137" actId="20577"/>
        <pc:sldMkLst>
          <pc:docMk/>
          <pc:sldMk cId="2069622024" sldId="2076138680"/>
        </pc:sldMkLst>
      </pc:sldChg>
      <pc:sldChg chg="add">
        <pc:chgData name="Emily Shockley" userId="a55e4893-a8d8-4ae8-b1b2-aa78ff14ed1d" providerId="ADAL" clId="{548E332F-BC0E-4B7B-8DFC-0B648DCD8123}" dt="2025-06-23T00:28:25.490" v="1026"/>
        <pc:sldMkLst>
          <pc:docMk/>
          <pc:sldMk cId="1553830450" sldId="2076138686"/>
        </pc:sldMkLst>
      </pc:sldChg>
      <pc:sldChg chg="add">
        <pc:chgData name="Emily Shockley" userId="a55e4893-a8d8-4ae8-b1b2-aa78ff14ed1d" providerId="ADAL" clId="{548E332F-BC0E-4B7B-8DFC-0B648DCD8123}" dt="2025-06-23T00:28:25.490" v="1026"/>
        <pc:sldMkLst>
          <pc:docMk/>
          <pc:sldMk cId="4014795042" sldId="2076138687"/>
        </pc:sldMkLst>
      </pc:sldChg>
      <pc:sldChg chg="add">
        <pc:chgData name="Emily Shockley" userId="a55e4893-a8d8-4ae8-b1b2-aa78ff14ed1d" providerId="ADAL" clId="{548E332F-BC0E-4B7B-8DFC-0B648DCD8123}" dt="2025-06-23T00:28:25.490" v="1026"/>
        <pc:sldMkLst>
          <pc:docMk/>
          <pc:sldMk cId="2254709330" sldId="2076138688"/>
        </pc:sldMkLst>
      </pc:sldChg>
      <pc:sldChg chg="add">
        <pc:chgData name="Emily Shockley" userId="a55e4893-a8d8-4ae8-b1b2-aa78ff14ed1d" providerId="ADAL" clId="{548E332F-BC0E-4B7B-8DFC-0B648DCD8123}" dt="2025-06-23T00:28:25.490" v="1026"/>
        <pc:sldMkLst>
          <pc:docMk/>
          <pc:sldMk cId="257349864" sldId="2076138689"/>
        </pc:sldMkLst>
      </pc:sldChg>
      <pc:sldChg chg="add">
        <pc:chgData name="Emily Shockley" userId="a55e4893-a8d8-4ae8-b1b2-aa78ff14ed1d" providerId="ADAL" clId="{548E332F-BC0E-4B7B-8DFC-0B648DCD8123}" dt="2025-06-23T00:28:25.490" v="1026"/>
        <pc:sldMkLst>
          <pc:docMk/>
          <pc:sldMk cId="2917121937" sldId="2076138690"/>
        </pc:sldMkLst>
      </pc:sldChg>
      <pc:sldChg chg="add">
        <pc:chgData name="Emily Shockley" userId="a55e4893-a8d8-4ae8-b1b2-aa78ff14ed1d" providerId="ADAL" clId="{548E332F-BC0E-4B7B-8DFC-0B648DCD8123}" dt="2025-06-23T01:09:58.846" v="1313"/>
        <pc:sldMkLst>
          <pc:docMk/>
          <pc:sldMk cId="1565109285" sldId="2076138691"/>
        </pc:sldMkLst>
      </pc:sldChg>
      <pc:sldChg chg="add">
        <pc:chgData name="Emily Shockley" userId="a55e4893-a8d8-4ae8-b1b2-aa78ff14ed1d" providerId="ADAL" clId="{548E332F-BC0E-4B7B-8DFC-0B648DCD8123}" dt="2025-06-23T01:09:58.846" v="1313"/>
        <pc:sldMkLst>
          <pc:docMk/>
          <pc:sldMk cId="885375770" sldId="2076138692"/>
        </pc:sldMkLst>
      </pc:sldChg>
      <pc:sldChg chg="add">
        <pc:chgData name="Emily Shockley" userId="a55e4893-a8d8-4ae8-b1b2-aa78ff14ed1d" providerId="ADAL" clId="{548E332F-BC0E-4B7B-8DFC-0B648DCD8123}" dt="2025-06-23T01:09:58.846" v="1313"/>
        <pc:sldMkLst>
          <pc:docMk/>
          <pc:sldMk cId="6348613" sldId="2076138693"/>
        </pc:sldMkLst>
      </pc:sldChg>
      <pc:sldChg chg="add">
        <pc:chgData name="Emily Shockley" userId="a55e4893-a8d8-4ae8-b1b2-aa78ff14ed1d" providerId="ADAL" clId="{548E332F-BC0E-4B7B-8DFC-0B648DCD8123}" dt="2025-06-23T01:09:58.846" v="1313"/>
        <pc:sldMkLst>
          <pc:docMk/>
          <pc:sldMk cId="3950475042" sldId="2076138694"/>
        </pc:sldMkLst>
      </pc:sldChg>
      <pc:sldChg chg="add">
        <pc:chgData name="Emily Shockley" userId="a55e4893-a8d8-4ae8-b1b2-aa78ff14ed1d" providerId="ADAL" clId="{548E332F-BC0E-4B7B-8DFC-0B648DCD8123}" dt="2025-06-23T01:09:58.846" v="1313"/>
        <pc:sldMkLst>
          <pc:docMk/>
          <pc:sldMk cId="648250214" sldId="2076138695"/>
        </pc:sldMkLst>
      </pc:sldChg>
      <pc:sldChg chg="add">
        <pc:chgData name="Emily Shockley" userId="a55e4893-a8d8-4ae8-b1b2-aa78ff14ed1d" providerId="ADAL" clId="{548E332F-BC0E-4B7B-8DFC-0B648DCD8123}" dt="2025-06-23T01:09:58.846" v="1313"/>
        <pc:sldMkLst>
          <pc:docMk/>
          <pc:sldMk cId="738611687" sldId="2076138696"/>
        </pc:sldMkLst>
      </pc:sldChg>
      <pc:sldChg chg="add">
        <pc:chgData name="Emily Shockley" userId="a55e4893-a8d8-4ae8-b1b2-aa78ff14ed1d" providerId="ADAL" clId="{548E332F-BC0E-4B7B-8DFC-0B648DCD8123}" dt="2025-06-23T01:09:58.846" v="1313"/>
        <pc:sldMkLst>
          <pc:docMk/>
          <pc:sldMk cId="2596844916" sldId="2076138697"/>
        </pc:sldMkLst>
      </pc:sldChg>
      <pc:sldChg chg="add">
        <pc:chgData name="Emily Shockley" userId="a55e4893-a8d8-4ae8-b1b2-aa78ff14ed1d" providerId="ADAL" clId="{548E332F-BC0E-4B7B-8DFC-0B648DCD8123}" dt="2025-06-23T01:09:58.846" v="1313"/>
        <pc:sldMkLst>
          <pc:docMk/>
          <pc:sldMk cId="3202586055" sldId="2076138698"/>
        </pc:sldMkLst>
      </pc:sldChg>
      <pc:sldChg chg="add">
        <pc:chgData name="Emily Shockley" userId="a55e4893-a8d8-4ae8-b1b2-aa78ff14ed1d" providerId="ADAL" clId="{548E332F-BC0E-4B7B-8DFC-0B648DCD8123}" dt="2025-06-23T01:09:58.846" v="1313"/>
        <pc:sldMkLst>
          <pc:docMk/>
          <pc:sldMk cId="3246747930" sldId="2076138699"/>
        </pc:sldMkLst>
      </pc:sldChg>
      <pc:sldChg chg="add">
        <pc:chgData name="Emily Shockley" userId="a55e4893-a8d8-4ae8-b1b2-aa78ff14ed1d" providerId="ADAL" clId="{548E332F-BC0E-4B7B-8DFC-0B648DCD8123}" dt="2025-06-23T01:09:58.846" v="1313"/>
        <pc:sldMkLst>
          <pc:docMk/>
          <pc:sldMk cId="2081295521" sldId="2076138700"/>
        </pc:sldMkLst>
      </pc:sldChg>
      <pc:sldChg chg="add">
        <pc:chgData name="Emily Shockley" userId="a55e4893-a8d8-4ae8-b1b2-aa78ff14ed1d" providerId="ADAL" clId="{548E332F-BC0E-4B7B-8DFC-0B648DCD8123}" dt="2025-06-23T01:09:58.846" v="1313"/>
        <pc:sldMkLst>
          <pc:docMk/>
          <pc:sldMk cId="2629368850" sldId="2076138701"/>
        </pc:sldMkLst>
      </pc:sldChg>
      <pc:sldChg chg="add">
        <pc:chgData name="Emily Shockley" userId="a55e4893-a8d8-4ae8-b1b2-aa78ff14ed1d" providerId="ADAL" clId="{548E332F-BC0E-4B7B-8DFC-0B648DCD8123}" dt="2025-06-23T01:09:58.846" v="1313"/>
        <pc:sldMkLst>
          <pc:docMk/>
          <pc:sldMk cId="1860434899" sldId="2076138702"/>
        </pc:sldMkLst>
      </pc:sldChg>
      <pc:sldChg chg="add">
        <pc:chgData name="Emily Shockley" userId="a55e4893-a8d8-4ae8-b1b2-aa78ff14ed1d" providerId="ADAL" clId="{548E332F-BC0E-4B7B-8DFC-0B648DCD8123}" dt="2025-06-23T01:09:58.846" v="1313"/>
        <pc:sldMkLst>
          <pc:docMk/>
          <pc:sldMk cId="3851895379" sldId="2076138703"/>
        </pc:sldMkLst>
      </pc:sldChg>
      <pc:sldChg chg="add">
        <pc:chgData name="Emily Shockley" userId="a55e4893-a8d8-4ae8-b1b2-aa78ff14ed1d" providerId="ADAL" clId="{548E332F-BC0E-4B7B-8DFC-0B648DCD8123}" dt="2025-06-23T01:09:58.846" v="1313"/>
        <pc:sldMkLst>
          <pc:docMk/>
          <pc:sldMk cId="4127265806" sldId="2076138704"/>
        </pc:sldMkLst>
      </pc:sldChg>
      <pc:sldChg chg="add del ord">
        <pc:chgData name="Emily Shockley" userId="a55e4893-a8d8-4ae8-b1b2-aa78ff14ed1d" providerId="ADAL" clId="{548E332F-BC0E-4B7B-8DFC-0B648DCD8123}" dt="2025-06-16T02:18:44.052" v="360" actId="47"/>
        <pc:sldMkLst>
          <pc:docMk/>
          <pc:sldMk cId="1445145343" sldId="2134804469"/>
        </pc:sldMkLst>
      </pc:sldChg>
      <pc:sldChg chg="add">
        <pc:chgData name="Emily Shockley" userId="a55e4893-a8d8-4ae8-b1b2-aa78ff14ed1d" providerId="ADAL" clId="{548E332F-BC0E-4B7B-8DFC-0B648DCD8123}" dt="2025-06-16T02:23:21.845" v="435"/>
        <pc:sldMkLst>
          <pc:docMk/>
          <pc:sldMk cId="53084148" sldId="2134804506"/>
        </pc:sldMkLst>
      </pc:sldChg>
      <pc:sldChg chg="add">
        <pc:chgData name="Emily Shockley" userId="a55e4893-a8d8-4ae8-b1b2-aa78ff14ed1d" providerId="ADAL" clId="{548E332F-BC0E-4B7B-8DFC-0B648DCD8123}" dt="2025-06-16T02:23:21.845" v="435"/>
        <pc:sldMkLst>
          <pc:docMk/>
          <pc:sldMk cId="1174864612" sldId="2134804507"/>
        </pc:sldMkLst>
      </pc:sldChg>
      <pc:sldChg chg="add del">
        <pc:chgData name="Emily Shockley" userId="a55e4893-a8d8-4ae8-b1b2-aa78ff14ed1d" providerId="ADAL" clId="{548E332F-BC0E-4B7B-8DFC-0B648DCD8123}" dt="2025-06-23T00:53:15.269" v="1188" actId="47"/>
        <pc:sldMkLst>
          <pc:docMk/>
          <pc:sldMk cId="302972422" sldId="2134804515"/>
        </pc:sldMkLst>
      </pc:sldChg>
      <pc:sldChg chg="add del">
        <pc:chgData name="Emily Shockley" userId="a55e4893-a8d8-4ae8-b1b2-aa78ff14ed1d" providerId="ADAL" clId="{548E332F-BC0E-4B7B-8DFC-0B648DCD8123}" dt="2025-06-23T00:53:11.711" v="1186" actId="47"/>
        <pc:sldMkLst>
          <pc:docMk/>
          <pc:sldMk cId="766162152" sldId="2134804516"/>
        </pc:sldMkLst>
      </pc:sldChg>
      <pc:sldChg chg="add del">
        <pc:chgData name="Emily Shockley" userId="a55e4893-a8d8-4ae8-b1b2-aa78ff14ed1d" providerId="ADAL" clId="{548E332F-BC0E-4B7B-8DFC-0B648DCD8123}" dt="2025-06-23T00:53:14.086" v="1187" actId="47"/>
        <pc:sldMkLst>
          <pc:docMk/>
          <pc:sldMk cId="2583095785" sldId="2134804517"/>
        </pc:sldMkLst>
      </pc:sldChg>
      <pc:sldChg chg="add del">
        <pc:chgData name="Emily Shockley" userId="a55e4893-a8d8-4ae8-b1b2-aa78ff14ed1d" providerId="ADAL" clId="{548E332F-BC0E-4B7B-8DFC-0B648DCD8123}" dt="2025-06-23T00:53:09.896" v="1183" actId="47"/>
        <pc:sldMkLst>
          <pc:docMk/>
          <pc:sldMk cId="4272259595" sldId="2134804518"/>
        </pc:sldMkLst>
      </pc:sldChg>
      <pc:sldChg chg="add del">
        <pc:chgData name="Emily Shockley" userId="a55e4893-a8d8-4ae8-b1b2-aa78ff14ed1d" providerId="ADAL" clId="{548E332F-BC0E-4B7B-8DFC-0B648DCD8123}" dt="2025-06-23T00:53:11.033" v="1185" actId="47"/>
        <pc:sldMkLst>
          <pc:docMk/>
          <pc:sldMk cId="4222655203" sldId="2134804519"/>
        </pc:sldMkLst>
      </pc:sldChg>
      <pc:sldChg chg="modSp add mod ord">
        <pc:chgData name="Emily Shockley" userId="a55e4893-a8d8-4ae8-b1b2-aa78ff14ed1d" providerId="ADAL" clId="{548E332F-BC0E-4B7B-8DFC-0B648DCD8123}" dt="2025-06-23T01:14:24.508" v="1359" actId="1076"/>
        <pc:sldMkLst>
          <pc:docMk/>
          <pc:sldMk cId="8428151" sldId="2134805192"/>
        </pc:sldMkLst>
      </pc:sldChg>
      <pc:sldChg chg="modSp add mod">
        <pc:chgData name="Emily Shockley" userId="a55e4893-a8d8-4ae8-b1b2-aa78ff14ed1d" providerId="ADAL" clId="{548E332F-BC0E-4B7B-8DFC-0B648DCD8123}" dt="2025-06-23T01:07:47.673" v="1304" actId="20577"/>
        <pc:sldMkLst>
          <pc:docMk/>
          <pc:sldMk cId="1720734557" sldId="2134805195"/>
        </pc:sldMkLst>
      </pc:sldChg>
      <pc:sldChg chg="del">
        <pc:chgData name="Emily Shockley" userId="a55e4893-a8d8-4ae8-b1b2-aa78ff14ed1d" providerId="ADAL" clId="{548E332F-BC0E-4B7B-8DFC-0B648DCD8123}" dt="2025-06-16T01:46:05.459" v="318" actId="47"/>
        <pc:sldMkLst>
          <pc:docMk/>
          <pc:sldMk cId="3833674747" sldId="2147469853"/>
        </pc:sldMkLst>
      </pc:sldChg>
      <pc:sldChg chg="delSp modSp add del mod">
        <pc:chgData name="Emily Shockley" userId="a55e4893-a8d8-4ae8-b1b2-aa78ff14ed1d" providerId="ADAL" clId="{548E332F-BC0E-4B7B-8DFC-0B648DCD8123}" dt="2025-06-23T00:55:00.931" v="1195" actId="478"/>
        <pc:sldMkLst>
          <pc:docMk/>
          <pc:sldMk cId="3486580683" sldId="2147469888"/>
        </pc:sldMkLst>
      </pc:sldChg>
      <pc:sldChg chg="addSp delSp modSp mod">
        <pc:chgData name="Emily Shockley" userId="a55e4893-a8d8-4ae8-b1b2-aa78ff14ed1d" providerId="ADAL" clId="{548E332F-BC0E-4B7B-8DFC-0B648DCD8123}" dt="2025-06-23T00:51:50.575" v="1175" actId="20577"/>
        <pc:sldMkLst>
          <pc:docMk/>
          <pc:sldMk cId="3291269963" sldId="2147469889"/>
        </pc:sldMkLst>
      </pc:sldChg>
      <pc:sldChg chg="del">
        <pc:chgData name="Emily Shockley" userId="a55e4893-a8d8-4ae8-b1b2-aa78ff14ed1d" providerId="ADAL" clId="{548E332F-BC0E-4B7B-8DFC-0B648DCD8123}" dt="2025-06-16T02:38:46.924" v="746" actId="47"/>
        <pc:sldMkLst>
          <pc:docMk/>
          <pc:sldMk cId="657891821" sldId="2147469909"/>
        </pc:sldMkLst>
      </pc:sldChg>
      <pc:sldChg chg="del">
        <pc:chgData name="Emily Shockley" userId="a55e4893-a8d8-4ae8-b1b2-aa78ff14ed1d" providerId="ADAL" clId="{548E332F-BC0E-4B7B-8DFC-0B648DCD8123}" dt="2025-06-16T02:38:49.406" v="747" actId="47"/>
        <pc:sldMkLst>
          <pc:docMk/>
          <pc:sldMk cId="3618174709" sldId="2147469912"/>
        </pc:sldMkLst>
      </pc:sldChg>
      <pc:sldChg chg="del">
        <pc:chgData name="Emily Shockley" userId="a55e4893-a8d8-4ae8-b1b2-aa78ff14ed1d" providerId="ADAL" clId="{548E332F-BC0E-4B7B-8DFC-0B648DCD8123}" dt="2025-06-16T01:46:08.730" v="322" actId="47"/>
        <pc:sldMkLst>
          <pc:docMk/>
          <pc:sldMk cId="198348467" sldId="2147469913"/>
        </pc:sldMkLst>
      </pc:sldChg>
      <pc:sldChg chg="del">
        <pc:chgData name="Emily Shockley" userId="a55e4893-a8d8-4ae8-b1b2-aa78ff14ed1d" providerId="ADAL" clId="{548E332F-BC0E-4B7B-8DFC-0B648DCD8123}" dt="2025-06-16T01:45:51.270" v="316" actId="47"/>
        <pc:sldMkLst>
          <pc:docMk/>
          <pc:sldMk cId="1071208998" sldId="2147469915"/>
        </pc:sldMkLst>
      </pc:sldChg>
      <pc:sldChg chg="del">
        <pc:chgData name="Emily Shockley" userId="a55e4893-a8d8-4ae8-b1b2-aa78ff14ed1d" providerId="ADAL" clId="{548E332F-BC0E-4B7B-8DFC-0B648DCD8123}" dt="2025-06-16T01:45:50.353" v="315" actId="47"/>
        <pc:sldMkLst>
          <pc:docMk/>
          <pc:sldMk cId="1668317254" sldId="2147469916"/>
        </pc:sldMkLst>
      </pc:sldChg>
      <pc:sldChg chg="del">
        <pc:chgData name="Emily Shockley" userId="a55e4893-a8d8-4ae8-b1b2-aa78ff14ed1d" providerId="ADAL" clId="{548E332F-BC0E-4B7B-8DFC-0B648DCD8123}" dt="2025-06-16T01:46:05.917" v="319" actId="47"/>
        <pc:sldMkLst>
          <pc:docMk/>
          <pc:sldMk cId="2031753747" sldId="2147469917"/>
        </pc:sldMkLst>
      </pc:sldChg>
      <pc:sldChg chg="del">
        <pc:chgData name="Emily Shockley" userId="a55e4893-a8d8-4ae8-b1b2-aa78ff14ed1d" providerId="ADAL" clId="{548E332F-BC0E-4B7B-8DFC-0B648DCD8123}" dt="2025-06-16T01:46:06.568" v="320" actId="47"/>
        <pc:sldMkLst>
          <pc:docMk/>
          <pc:sldMk cId="3551040339" sldId="2147469918"/>
        </pc:sldMkLst>
      </pc:sldChg>
      <pc:sldChg chg="del">
        <pc:chgData name="Emily Shockley" userId="a55e4893-a8d8-4ae8-b1b2-aa78ff14ed1d" providerId="ADAL" clId="{548E332F-BC0E-4B7B-8DFC-0B648DCD8123}" dt="2025-06-16T01:46:07.924" v="321" actId="47"/>
        <pc:sldMkLst>
          <pc:docMk/>
          <pc:sldMk cId="1639050689" sldId="2147469919"/>
        </pc:sldMkLst>
      </pc:sldChg>
      <pc:sldChg chg="del">
        <pc:chgData name="Emily Shockley" userId="a55e4893-a8d8-4ae8-b1b2-aa78ff14ed1d" providerId="ADAL" clId="{548E332F-BC0E-4B7B-8DFC-0B648DCD8123}" dt="2025-06-16T01:46:09.832" v="323" actId="47"/>
        <pc:sldMkLst>
          <pc:docMk/>
          <pc:sldMk cId="1886252930" sldId="2147469920"/>
        </pc:sldMkLst>
      </pc:sldChg>
      <pc:sldChg chg="del">
        <pc:chgData name="Emily Shockley" userId="a55e4893-a8d8-4ae8-b1b2-aa78ff14ed1d" providerId="ADAL" clId="{548E332F-BC0E-4B7B-8DFC-0B648DCD8123}" dt="2025-06-16T01:44:24.125" v="308" actId="47"/>
        <pc:sldMkLst>
          <pc:docMk/>
          <pc:sldMk cId="1516897192" sldId="2147469921"/>
        </pc:sldMkLst>
      </pc:sldChg>
      <pc:sldChg chg="add del">
        <pc:chgData name="Emily Shockley" userId="a55e4893-a8d8-4ae8-b1b2-aa78ff14ed1d" providerId="ADAL" clId="{548E332F-BC0E-4B7B-8DFC-0B648DCD8123}" dt="2025-06-16T02:19:21.997" v="363" actId="47"/>
        <pc:sldMkLst>
          <pc:docMk/>
          <pc:sldMk cId="999858541" sldId="2147469922"/>
        </pc:sldMkLst>
      </pc:sldChg>
      <pc:sldChg chg="modSp add del mod ord">
        <pc:chgData name="Emily Shockley" userId="a55e4893-a8d8-4ae8-b1b2-aa78ff14ed1d" providerId="ADAL" clId="{548E332F-BC0E-4B7B-8DFC-0B648DCD8123}" dt="2025-06-23T00:20:42.220" v="1013" actId="47"/>
        <pc:sldMkLst>
          <pc:docMk/>
          <pc:sldMk cId="288498170" sldId="2147469923"/>
        </pc:sldMkLst>
      </pc:sldChg>
      <pc:sldChg chg="modSp add del mod">
        <pc:chgData name="Emily Shockley" userId="a55e4893-a8d8-4ae8-b1b2-aa78ff14ed1d" providerId="ADAL" clId="{548E332F-BC0E-4B7B-8DFC-0B648DCD8123}" dt="2025-06-23T00:53:16.355" v="1189" actId="47"/>
        <pc:sldMkLst>
          <pc:docMk/>
          <pc:sldMk cId="3739157750" sldId="2147469924"/>
        </pc:sldMkLst>
      </pc:sldChg>
      <pc:sldChg chg="add del">
        <pc:chgData name="Emily Shockley" userId="a55e4893-a8d8-4ae8-b1b2-aa78ff14ed1d" providerId="ADAL" clId="{548E332F-BC0E-4B7B-8DFC-0B648DCD8123}" dt="2025-06-16T02:20:31.106" v="393"/>
        <pc:sldMkLst>
          <pc:docMk/>
          <pc:sldMk cId="2810107096" sldId="2147469925"/>
        </pc:sldMkLst>
      </pc:sldChg>
      <pc:sldChg chg="modSp add del mod ord">
        <pc:chgData name="Emily Shockley" userId="a55e4893-a8d8-4ae8-b1b2-aa78ff14ed1d" providerId="ADAL" clId="{548E332F-BC0E-4B7B-8DFC-0B648DCD8123}" dt="2025-06-23T01:11:54.746" v="1314" actId="47"/>
        <pc:sldMkLst>
          <pc:docMk/>
          <pc:sldMk cId="3732481857" sldId="2147469925"/>
        </pc:sldMkLst>
      </pc:sldChg>
      <pc:sldChg chg="delSp modSp add del mod ord">
        <pc:chgData name="Emily Shockley" userId="a55e4893-a8d8-4ae8-b1b2-aa78ff14ed1d" providerId="ADAL" clId="{548E332F-BC0E-4B7B-8DFC-0B648DCD8123}" dt="2025-06-23T01:12:19.902" v="1340" actId="47"/>
        <pc:sldMkLst>
          <pc:docMk/>
          <pc:sldMk cId="275994376" sldId="2147469926"/>
        </pc:sldMkLst>
      </pc:sldChg>
      <pc:sldChg chg="modSp add del mod ord">
        <pc:chgData name="Emily Shockley" userId="a55e4893-a8d8-4ae8-b1b2-aa78ff14ed1d" providerId="ADAL" clId="{548E332F-BC0E-4B7B-8DFC-0B648DCD8123}" dt="2025-06-23T01:12:22.995" v="1341" actId="47"/>
        <pc:sldMkLst>
          <pc:docMk/>
          <pc:sldMk cId="432848650" sldId="2147469927"/>
        </pc:sldMkLst>
      </pc:sldChg>
      <pc:sldChg chg="modSp add mod">
        <pc:chgData name="Emily Shockley" userId="a55e4893-a8d8-4ae8-b1b2-aa78ff14ed1d" providerId="ADAL" clId="{548E332F-BC0E-4B7B-8DFC-0B648DCD8123}" dt="2025-06-23T01:06:55.459" v="1271" actId="20577"/>
        <pc:sldMkLst>
          <pc:docMk/>
          <pc:sldMk cId="540162988" sldId="2147469928"/>
        </pc:sldMkLst>
      </pc:sldChg>
      <pc:sldChg chg="add">
        <pc:chgData name="Emily Shockley" userId="a55e4893-a8d8-4ae8-b1b2-aa78ff14ed1d" providerId="ADAL" clId="{548E332F-BC0E-4B7B-8DFC-0B648DCD8123}" dt="2025-06-23T00:57:54.452" v="1197"/>
        <pc:sldMkLst>
          <pc:docMk/>
          <pc:sldMk cId="319441110" sldId="2147469929"/>
        </pc:sldMkLst>
      </pc:sldChg>
      <pc:sldChg chg="add">
        <pc:chgData name="Emily Shockley" userId="a55e4893-a8d8-4ae8-b1b2-aa78ff14ed1d" providerId="ADAL" clId="{548E332F-BC0E-4B7B-8DFC-0B648DCD8123}" dt="2025-06-23T00:57:54.452" v="1197"/>
        <pc:sldMkLst>
          <pc:docMk/>
          <pc:sldMk cId="1387654557" sldId="2147469930"/>
        </pc:sldMkLst>
      </pc:sldChg>
      <pc:sldChg chg="add">
        <pc:chgData name="Emily Shockley" userId="a55e4893-a8d8-4ae8-b1b2-aa78ff14ed1d" providerId="ADAL" clId="{548E332F-BC0E-4B7B-8DFC-0B648DCD8123}" dt="2025-06-23T00:57:54.452" v="1197"/>
        <pc:sldMkLst>
          <pc:docMk/>
          <pc:sldMk cId="2271146897" sldId="2147469931"/>
        </pc:sldMkLst>
      </pc:sldChg>
      <pc:sldChg chg="add del">
        <pc:chgData name="Emily Shockley" userId="a55e4893-a8d8-4ae8-b1b2-aa78ff14ed1d" providerId="ADAL" clId="{548E332F-BC0E-4B7B-8DFC-0B648DCD8123}" dt="2025-06-23T01:14:03.073" v="1356" actId="47"/>
        <pc:sldMkLst>
          <pc:docMk/>
          <pc:sldMk cId="2103520260" sldId="2147469932"/>
        </pc:sldMkLst>
      </pc:sldChg>
      <pc:sldChg chg="modSp add del mod">
        <pc:chgData name="Emily Shockley" userId="a55e4893-a8d8-4ae8-b1b2-aa78ff14ed1d" providerId="ADAL" clId="{548E332F-BC0E-4B7B-8DFC-0B648DCD8123}" dt="2025-06-23T01:06:36.542" v="1259" actId="47"/>
        <pc:sldMkLst>
          <pc:docMk/>
          <pc:sldMk cId="2570792878" sldId="2147469933"/>
        </pc:sldMkLst>
      </pc:sldChg>
      <pc:sldChg chg="modSp add mod">
        <pc:chgData name="Emily Shockley" userId="a55e4893-a8d8-4ae8-b1b2-aa78ff14ed1d" providerId="ADAL" clId="{548E332F-BC0E-4B7B-8DFC-0B648DCD8123}" dt="2025-06-23T01:13:14.122" v="1354" actId="20577"/>
        <pc:sldMkLst>
          <pc:docMk/>
          <pc:sldMk cId="2546449906" sldId="2147469934"/>
        </pc:sldMkLst>
      </pc:sldChg>
      <pc:sldMasterChg chg="addSldLayout delSldLayout">
        <pc:chgData name="Emily Shockley" userId="a55e4893-a8d8-4ae8-b1b2-aa78ff14ed1d" providerId="ADAL" clId="{548E332F-BC0E-4B7B-8DFC-0B648DCD8123}" dt="2025-06-23T00:53:11.033" v="1185" actId="47"/>
        <pc:sldMasterMkLst>
          <pc:docMk/>
          <pc:sldMasterMk cId="4135085315" sldId="2147484068"/>
        </pc:sldMasterMkLst>
        <pc:sldLayoutChg chg="del">
          <pc:chgData name="Emily Shockley" userId="a55e4893-a8d8-4ae8-b1b2-aa78ff14ed1d" providerId="ADAL" clId="{548E332F-BC0E-4B7B-8DFC-0B648DCD8123}" dt="2025-06-16T01:46:09.832" v="323" actId="47"/>
          <pc:sldLayoutMkLst>
            <pc:docMk/>
            <pc:sldMasterMk cId="4135085315" sldId="2147484068"/>
            <pc:sldLayoutMk cId="854528142" sldId="2147484099"/>
          </pc:sldLayoutMkLst>
        </pc:sldLayoutChg>
        <pc:sldLayoutChg chg="del">
          <pc:chgData name="Emily Shockley" userId="a55e4893-a8d8-4ae8-b1b2-aa78ff14ed1d" providerId="ADAL" clId="{548E332F-BC0E-4B7B-8DFC-0B648DCD8123}" dt="2025-06-23T00:20:47.258" v="1015" actId="47"/>
          <pc:sldLayoutMkLst>
            <pc:docMk/>
            <pc:sldMasterMk cId="4135085315" sldId="2147484068"/>
            <pc:sldLayoutMk cId="3881656004" sldId="2147484100"/>
          </pc:sldLayoutMkLst>
        </pc:sldLayoutChg>
        <pc:sldLayoutChg chg="del">
          <pc:chgData name="Emily Shockley" userId="a55e4893-a8d8-4ae8-b1b2-aa78ff14ed1d" providerId="ADAL" clId="{548E332F-BC0E-4B7B-8DFC-0B648DCD8123}" dt="2025-06-23T00:20:52.078" v="1017" actId="47"/>
          <pc:sldLayoutMkLst>
            <pc:docMk/>
            <pc:sldMasterMk cId="4135085315" sldId="2147484068"/>
            <pc:sldLayoutMk cId="1353610997" sldId="2147484102"/>
          </pc:sldLayoutMkLst>
        </pc:sldLayoutChg>
        <pc:sldLayoutChg chg="del">
          <pc:chgData name="Emily Shockley" userId="a55e4893-a8d8-4ae8-b1b2-aa78ff14ed1d" providerId="ADAL" clId="{548E332F-BC0E-4B7B-8DFC-0B648DCD8123}" dt="2025-06-16T02:18:44.052" v="360" actId="47"/>
          <pc:sldLayoutMkLst>
            <pc:docMk/>
            <pc:sldMasterMk cId="4135085315" sldId="2147484068"/>
            <pc:sldLayoutMk cId="694769132" sldId="2147484105"/>
          </pc:sldLayoutMkLst>
        </pc:sldLayoutChg>
        <pc:sldLayoutChg chg="add del">
          <pc:chgData name="Emily Shockley" userId="a55e4893-a8d8-4ae8-b1b2-aa78ff14ed1d" providerId="ADAL" clId="{548E332F-BC0E-4B7B-8DFC-0B648DCD8123}" dt="2025-06-23T00:53:11.033" v="1185" actId="47"/>
          <pc:sldLayoutMkLst>
            <pc:docMk/>
            <pc:sldMasterMk cId="4135085315" sldId="2147484068"/>
            <pc:sldLayoutMk cId="1942076172" sldId="2147484105"/>
          </pc:sldLayoutMkLst>
        </pc:sldLayoutChg>
      </pc:sldMasterChg>
    </pc:docChg>
  </pc:docChgLst>
  <pc:docChgLst>
    <pc:chgData name="Emily Shockley" userId="S::eshockley@microsoft.com::a55e4893-a8d8-4ae8-b1b2-aa78ff14ed1d" providerId="AD" clId="Web-{3C5FFE8B-4C09-5CA3-260C-09FDDE806757}"/>
    <pc:docChg chg="modSld">
      <pc:chgData name="Emily Shockley" userId="S::eshockley@microsoft.com::a55e4893-a8d8-4ae8-b1b2-aa78ff14ed1d" providerId="AD" clId="Web-{3C5FFE8B-4C09-5CA3-260C-09FDDE806757}" dt="2025-06-29T04:33:07.563" v="3"/>
      <pc:docMkLst>
        <pc:docMk/>
      </pc:docMkLst>
      <pc:sldChg chg="delSp modSp">
        <pc:chgData name="Emily Shockley" userId="S::eshockley@microsoft.com::a55e4893-a8d8-4ae8-b1b2-aa78ff14ed1d" providerId="AD" clId="Web-{3C5FFE8B-4C09-5CA3-260C-09FDDE806757}" dt="2025-06-29T04:32:55.640" v="1"/>
        <pc:sldMkLst>
          <pc:docMk/>
          <pc:sldMk cId="2181956486" sldId="256"/>
        </pc:sldMkLst>
      </pc:sldChg>
      <pc:sldChg chg="delSp">
        <pc:chgData name="Emily Shockley" userId="S::eshockley@microsoft.com::a55e4893-a8d8-4ae8-b1b2-aa78ff14ed1d" providerId="AD" clId="Web-{3C5FFE8B-4C09-5CA3-260C-09FDDE806757}" dt="2025-06-29T04:33:02.172" v="2"/>
        <pc:sldMkLst>
          <pc:docMk/>
          <pc:sldMk cId="2242852715" sldId="257"/>
        </pc:sldMkLst>
      </pc:sldChg>
      <pc:sldChg chg="delSp">
        <pc:chgData name="Emily Shockley" userId="S::eshockley@microsoft.com::a55e4893-a8d8-4ae8-b1b2-aa78ff14ed1d" providerId="AD" clId="Web-{3C5FFE8B-4C09-5CA3-260C-09FDDE806757}" dt="2025-06-29T04:33:07.563" v="3"/>
        <pc:sldMkLst>
          <pc:docMk/>
          <pc:sldMk cId="2901160637" sldId="274"/>
        </pc:sldMkLst>
      </pc:sldChg>
    </pc:docChg>
  </pc:docChgLst>
</pc:chgInfo>
</file>

<file path=ppt/comments/modernComment_7BBF5C99_37F6DAA6.xml><?xml version="1.0" encoding="utf-8"?>
<p188:cmLst xmlns:a="http://schemas.openxmlformats.org/drawingml/2006/main" xmlns:r="http://schemas.openxmlformats.org/officeDocument/2006/relationships" xmlns:p188="http://schemas.microsoft.com/office/powerpoint/2018/8/main">
  <p188:cm id="{5A2D500E-174E-4A52-A13A-3C630034F2C2}" authorId="{3C47699E-C057-66EC-848D-19B9ECA3E1B3}" status="resolved" created="2025-06-24T17:19:31.360" startDate="2025-06-29T05:34:07.039" dueDate="2025-06-29T05:34:07.039" assignedTo="{3C47699E-C057-66EC-848D-19B9ECA3E1B3}" complete="100000" title="@Andrew Albers - resolved">
    <pc:sldMkLst xmlns:pc="http://schemas.microsoft.com/office/powerpoint/2013/main/command">
      <pc:docMk/>
      <pc:sldMk cId="938924710" sldId="2076138649"/>
    </pc:sldMkLst>
    <p188:replyLst>
      <p188:reply id="{7CD4B9F1-6851-4D3E-9A40-0F7367441BAB}" authorId="{43B7D1D6-E171-8AF9-E728-7647142641FB}" created="2025-06-29T05:34:07.039">
        <p188:txBody>
          <a:bodyPr/>
          <a:lstStyle/>
          <a:p>
            <a:r>
              <a:rPr lang="en-US"/>
              <a:t>[@Andrew Albers] - resolved</a:t>
            </a:r>
          </a:p>
        </p188:txBody>
      </p188:reply>
    </p188:replyLst>
    <p188:txBody>
      <a:bodyPr/>
      <a:lstStyle/>
      <a:p>
        <a:r>
          <a:rPr lang="en-US"/>
          <a:t>Include some talking point directions on the slides in this section and especially this one.
</a:t>
        </a:r>
      </a:p>
    </p188:txBody>
    <p188:extLst>
      <p:ext xmlns:p="http://schemas.openxmlformats.org/presentationml/2006/main" uri="{5BB2D875-25FF-4072-B9AC-8F64D62656EB}">
        <p228:taskDetails xmlns:p228="http://schemas.microsoft.com/office/powerpoint/2022/08/main">
          <p228:history>
            <p228:event time="2025-06-29T05:34:07.039" id="{E4576EE5-85B8-4073-A24B-1A7F4D5815D2}">
              <p228:atrbtn authorId="{43B7D1D6-E171-8AF9-E728-7647142641FB}"/>
              <p228:anchr>
                <p228:comment id="{7CD4B9F1-6851-4D3E-9A40-0F7367441BAB}"/>
              </p228:anchr>
              <p228:add/>
            </p228:event>
            <p228:event time="2025-06-29T05:34:07.039" id="{34B9249C-C774-4E9D-B8C8-422A73F4217B}">
              <p228:atrbtn authorId="{43B7D1D6-E171-8AF9-E728-7647142641FB}"/>
              <p228:anchr>
                <p228:comment id="{7CD4B9F1-6851-4D3E-9A40-0F7367441BAB}"/>
              </p228:anchr>
              <p228:asgn authorId="{3C47699E-C057-66EC-848D-19B9ECA3E1B3}"/>
            </p228:event>
            <p228:event time="2025-06-29T05:34:07.039" id="{E7F70719-E4D6-427F-AC9C-8B13BB523F2D}">
              <p228:atrbtn authorId="{43B7D1D6-E171-8AF9-E728-7647142641FB}"/>
              <p228:anchr>
                <p228:comment id="{7CD4B9F1-6851-4D3E-9A40-0F7367441BAB}"/>
              </p228:anchr>
              <p228:date stDt="2025-06-29T05:34:07.039" endDt="2025-06-29T05:34:07.039"/>
            </p228:event>
            <p228:event time="2025-06-29T05:34:07.039" id="{CD6693AE-B2A4-40D6-A460-E105A9E849E1}">
              <p228:atrbtn authorId="{43B7D1D6-E171-8AF9-E728-7647142641FB}"/>
              <p228:anchr>
                <p228:comment id="{7CD4B9F1-6851-4D3E-9A40-0F7367441BAB}"/>
              </p228:anchr>
              <p228:title val="@Andrew Albers - resolved"/>
            </p228:event>
            <p228:event time="2025-06-30T18:08:29.529" id="{57351323-CEAD-4FD1-959C-D1847960B703}">
              <p228:atrbtn authorId="{3C47699E-C057-66EC-848D-19B9ECA3E1B3}"/>
              <p228:anchr>
                <p228:comment id="{00000000-0000-0000-0000-000000000000}"/>
              </p228:anchr>
              <p228:pcntCmplt val="100000"/>
            </p228:event>
          </p228:history>
        </p228:taskDetails>
      </p:ext>
    </p188:extLst>
  </p188:cm>
</p188:cmLst>
</file>

<file path=ppt/diagrams/_rels/data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png"/></Relationships>
</file>

<file path=ppt/diagrams/_rels/data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png"/></Relationships>
</file>

<file path=ppt/diagrams/_rels/data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png"/></Relationships>
</file>

<file path=ppt/diagrams/_rels/data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png"/></Relationships>
</file>

<file path=ppt/diagrams/_rels/drawing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png"/></Relationships>
</file>

<file path=ppt/diagrams/_rels/drawing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png"/></Relationships>
</file>

<file path=ppt/diagrams/_rels/drawing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image" Target="../media/image8.png"/></Relationships>
</file>

<file path=ppt/diagrams/_rels/drawing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4FAF5C-05E9-48CD-8FDE-384825E31762}"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E21F11EB-5D0E-4D7B-88A6-FD4AE17C41D9}">
      <dgm:prSet/>
      <dgm:spPr/>
      <dgm:t>
        <a:bodyPr/>
        <a:lstStyle/>
        <a:p>
          <a:pPr>
            <a:lnSpc>
              <a:spcPct val="100000"/>
            </a:lnSpc>
            <a:defRPr b="1"/>
          </a:pPr>
          <a:r>
            <a:rPr lang="en-US" baseline="0">
              <a:solidFill>
                <a:schemeClr val="tx1"/>
              </a:solidFill>
            </a:rPr>
            <a:t>Activity Log</a:t>
          </a:r>
          <a:endParaRPr lang="en-US">
            <a:solidFill>
              <a:schemeClr val="tx1"/>
            </a:solidFill>
          </a:endParaRPr>
        </a:p>
      </dgm:t>
    </dgm:pt>
    <dgm:pt modelId="{D174D639-068A-486A-A4D2-9BAC2C98C960}" type="parTrans" cxnId="{7C70B4D8-3C80-43B5-8AED-B53D7CDF9E2C}">
      <dgm:prSet/>
      <dgm:spPr/>
      <dgm:t>
        <a:bodyPr/>
        <a:lstStyle/>
        <a:p>
          <a:endParaRPr lang="LID4096"/>
        </a:p>
      </dgm:t>
    </dgm:pt>
    <dgm:pt modelId="{A19C1DBD-BDA8-44C8-81C1-42B8B1A03194}" type="sibTrans" cxnId="{7C70B4D8-3C80-43B5-8AED-B53D7CDF9E2C}">
      <dgm:prSet/>
      <dgm:spPr/>
      <dgm:t>
        <a:bodyPr/>
        <a:lstStyle/>
        <a:p>
          <a:endParaRPr lang="LID4096"/>
        </a:p>
      </dgm:t>
    </dgm:pt>
    <dgm:pt modelId="{E2EE4D97-A5F2-467F-B9B5-CAFE7E3FA281}">
      <dgm:prSet/>
      <dgm:spPr/>
      <dgm:t>
        <a:bodyPr/>
        <a:lstStyle/>
        <a:p>
          <a:pPr>
            <a:lnSpc>
              <a:spcPct val="100000"/>
            </a:lnSpc>
          </a:pPr>
          <a:r>
            <a:rPr lang="en-US" baseline="0"/>
            <a:t>Subscription-level events that track operations for each Azure resource, for example, creating a new resource or starting a virtual machine. Activity log events are automatically generated and collected for viewing in the Azure portal. You can create a diagnostic setting to send the activity log to Azure Monitor Logs.</a:t>
          </a:r>
          <a:endParaRPr lang="LID4096"/>
        </a:p>
      </dgm:t>
    </dgm:pt>
    <dgm:pt modelId="{63AA4654-6C0D-4475-AE6B-FB2A36E056D2}" type="parTrans" cxnId="{8B3029D2-042F-42E5-8235-6CB9A35CC63C}">
      <dgm:prSet/>
      <dgm:spPr/>
      <dgm:t>
        <a:bodyPr/>
        <a:lstStyle/>
        <a:p>
          <a:endParaRPr lang="LID4096"/>
        </a:p>
      </dgm:t>
    </dgm:pt>
    <dgm:pt modelId="{7FFCB64A-E79C-4E8F-9873-CB073A346E72}" type="sibTrans" cxnId="{8B3029D2-042F-42E5-8235-6CB9A35CC63C}">
      <dgm:prSet/>
      <dgm:spPr/>
      <dgm:t>
        <a:bodyPr/>
        <a:lstStyle/>
        <a:p>
          <a:endParaRPr lang="LID4096"/>
        </a:p>
      </dgm:t>
    </dgm:pt>
    <dgm:pt modelId="{7974C8D9-7629-4DF2-B3B9-635F42AB837F}" type="pres">
      <dgm:prSet presAssocID="{5E4FAF5C-05E9-48CD-8FDE-384825E31762}" presName="root" presStyleCnt="0">
        <dgm:presLayoutVars>
          <dgm:dir/>
          <dgm:resizeHandles val="exact"/>
        </dgm:presLayoutVars>
      </dgm:prSet>
      <dgm:spPr/>
    </dgm:pt>
    <dgm:pt modelId="{CCB7742F-C5B9-4FAA-A87D-B99E39B38F74}" type="pres">
      <dgm:prSet presAssocID="{E21F11EB-5D0E-4D7B-88A6-FD4AE17C41D9}" presName="compNode" presStyleCnt="0"/>
      <dgm:spPr/>
    </dgm:pt>
    <dgm:pt modelId="{62D925DD-76C8-44BF-ACB2-B479ED87DF0A}" type="pres">
      <dgm:prSet presAssocID="{E21F11EB-5D0E-4D7B-88A6-FD4AE17C41D9}" presName="iconRect" presStyleLbl="node1" presStyleIdx="0" presStyleCnt="1"/>
      <dgm:spPr>
        <a:blipFill>
          <a:blip xmlns:r="http://schemas.openxmlformats.org/officeDocument/2006/relationships" r:embed="rId1">
            <a:extLst>
              <a:ext uri="{96DAC541-7B7A-43D3-8B79-37D633B846F1}">
                <asvg:svgBlip xmlns:asvg="http://schemas.microsoft.com/office/drawing/2016/SVG/main" r:embed="rId2"/>
              </a:ext>
            </a:extLst>
          </a:blip>
          <a:srcRect/>
          <a:stretch>
            <a:fillRect t="-1000" b="-1000"/>
          </a:stretch>
        </a:blipFill>
      </dgm:spPr>
    </dgm:pt>
    <dgm:pt modelId="{660A0596-2C25-4B85-A242-20E1D37A9636}" type="pres">
      <dgm:prSet presAssocID="{E21F11EB-5D0E-4D7B-88A6-FD4AE17C41D9}" presName="iconSpace" presStyleCnt="0"/>
      <dgm:spPr/>
    </dgm:pt>
    <dgm:pt modelId="{C116C231-69D1-4CFE-B67C-52AB58976528}" type="pres">
      <dgm:prSet presAssocID="{E21F11EB-5D0E-4D7B-88A6-FD4AE17C41D9}" presName="parTx" presStyleLbl="revTx" presStyleIdx="0" presStyleCnt="2">
        <dgm:presLayoutVars>
          <dgm:chMax val="0"/>
          <dgm:chPref val="0"/>
        </dgm:presLayoutVars>
      </dgm:prSet>
      <dgm:spPr/>
    </dgm:pt>
    <dgm:pt modelId="{F26FCBBE-D3FD-4055-B1B9-4A8919A6B890}" type="pres">
      <dgm:prSet presAssocID="{E21F11EB-5D0E-4D7B-88A6-FD4AE17C41D9}" presName="txSpace" presStyleCnt="0"/>
      <dgm:spPr/>
    </dgm:pt>
    <dgm:pt modelId="{EFE2FBC9-333E-4BA7-9CF7-7000B0DC2BA6}" type="pres">
      <dgm:prSet presAssocID="{E21F11EB-5D0E-4D7B-88A6-FD4AE17C41D9}" presName="desTx" presStyleLbl="revTx" presStyleIdx="1" presStyleCnt="2">
        <dgm:presLayoutVars/>
      </dgm:prSet>
      <dgm:spPr/>
    </dgm:pt>
  </dgm:ptLst>
  <dgm:cxnLst>
    <dgm:cxn modelId="{E6B48906-6193-4E8C-8C05-80922CEF3DAC}" type="presOf" srcId="{E21F11EB-5D0E-4D7B-88A6-FD4AE17C41D9}" destId="{C116C231-69D1-4CFE-B67C-52AB58976528}" srcOrd="0" destOrd="0" presId="urn:microsoft.com/office/officeart/2018/2/layout/IconLabelDescriptionList"/>
    <dgm:cxn modelId="{4D1A892B-A94E-402E-AF50-FFF7080060CE}" type="presOf" srcId="{5E4FAF5C-05E9-48CD-8FDE-384825E31762}" destId="{7974C8D9-7629-4DF2-B3B9-635F42AB837F}" srcOrd="0" destOrd="0" presId="urn:microsoft.com/office/officeart/2018/2/layout/IconLabelDescriptionList"/>
    <dgm:cxn modelId="{4CE880A9-0AD8-4E45-B146-273A2D9EFAF0}" type="presOf" srcId="{E2EE4D97-A5F2-467F-B9B5-CAFE7E3FA281}" destId="{EFE2FBC9-333E-4BA7-9CF7-7000B0DC2BA6}" srcOrd="0" destOrd="0" presId="urn:microsoft.com/office/officeart/2018/2/layout/IconLabelDescriptionList"/>
    <dgm:cxn modelId="{8B3029D2-042F-42E5-8235-6CB9A35CC63C}" srcId="{E21F11EB-5D0E-4D7B-88A6-FD4AE17C41D9}" destId="{E2EE4D97-A5F2-467F-B9B5-CAFE7E3FA281}" srcOrd="0" destOrd="0" parTransId="{63AA4654-6C0D-4475-AE6B-FB2A36E056D2}" sibTransId="{7FFCB64A-E79C-4E8F-9873-CB073A346E72}"/>
    <dgm:cxn modelId="{7C70B4D8-3C80-43B5-8AED-B53D7CDF9E2C}" srcId="{5E4FAF5C-05E9-48CD-8FDE-384825E31762}" destId="{E21F11EB-5D0E-4D7B-88A6-FD4AE17C41D9}" srcOrd="0" destOrd="0" parTransId="{D174D639-068A-486A-A4D2-9BAC2C98C960}" sibTransId="{A19C1DBD-BDA8-44C8-81C1-42B8B1A03194}"/>
    <dgm:cxn modelId="{4B8C21C1-6C1A-4EBD-B54B-BEA7BCCB473A}" type="presParOf" srcId="{7974C8D9-7629-4DF2-B3B9-635F42AB837F}" destId="{CCB7742F-C5B9-4FAA-A87D-B99E39B38F74}" srcOrd="0" destOrd="0" presId="urn:microsoft.com/office/officeart/2018/2/layout/IconLabelDescriptionList"/>
    <dgm:cxn modelId="{495CF84F-D47D-4571-8614-3AABEC9C8EF5}" type="presParOf" srcId="{CCB7742F-C5B9-4FAA-A87D-B99E39B38F74}" destId="{62D925DD-76C8-44BF-ACB2-B479ED87DF0A}" srcOrd="0" destOrd="0" presId="urn:microsoft.com/office/officeart/2018/2/layout/IconLabelDescriptionList"/>
    <dgm:cxn modelId="{B666E5E3-B721-490A-9EAE-1AB0AC11047B}" type="presParOf" srcId="{CCB7742F-C5B9-4FAA-A87D-B99E39B38F74}" destId="{660A0596-2C25-4B85-A242-20E1D37A9636}" srcOrd="1" destOrd="0" presId="urn:microsoft.com/office/officeart/2018/2/layout/IconLabelDescriptionList"/>
    <dgm:cxn modelId="{FDF02CC9-F795-4E3F-8D49-714ED9D49D55}" type="presParOf" srcId="{CCB7742F-C5B9-4FAA-A87D-B99E39B38F74}" destId="{C116C231-69D1-4CFE-B67C-52AB58976528}" srcOrd="2" destOrd="0" presId="urn:microsoft.com/office/officeart/2018/2/layout/IconLabelDescriptionList"/>
    <dgm:cxn modelId="{A66DFB08-CC9D-4126-964A-0483F22F6685}" type="presParOf" srcId="{CCB7742F-C5B9-4FAA-A87D-B99E39B38F74}" destId="{F26FCBBE-D3FD-4055-B1B9-4A8919A6B890}" srcOrd="3" destOrd="0" presId="urn:microsoft.com/office/officeart/2018/2/layout/IconLabelDescriptionList"/>
    <dgm:cxn modelId="{B6A9218C-3C77-456C-9E31-5272DCD9D95B}" type="presParOf" srcId="{CCB7742F-C5B9-4FAA-A87D-B99E39B38F74}" destId="{EFE2FBC9-333E-4BA7-9CF7-7000B0DC2BA6}"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4FAF5C-05E9-48CD-8FDE-384825E31762}"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2268D9A6-9AA7-4261-B7B5-3B7A1131D6FC}">
      <dgm:prSet/>
      <dgm:spPr/>
      <dgm:t>
        <a:bodyPr/>
        <a:lstStyle/>
        <a:p>
          <a:pPr>
            <a:lnSpc>
              <a:spcPct val="100000"/>
            </a:lnSpc>
            <a:defRPr b="1"/>
          </a:pPr>
          <a:r>
            <a:rPr lang="en-US" baseline="0">
              <a:solidFill>
                <a:schemeClr val="tx1"/>
              </a:solidFill>
            </a:rPr>
            <a:t>Metrics</a:t>
          </a:r>
          <a:endParaRPr lang="en-US">
            <a:solidFill>
              <a:schemeClr val="tx1"/>
            </a:solidFill>
          </a:endParaRPr>
        </a:p>
      </dgm:t>
    </dgm:pt>
    <dgm:pt modelId="{5134C224-02C1-4F61-9CE5-32E971BF3F9E}" type="parTrans" cxnId="{A908E0B9-66BF-4A1F-9426-E7D58FD904A2}">
      <dgm:prSet/>
      <dgm:spPr/>
      <dgm:t>
        <a:bodyPr/>
        <a:lstStyle/>
        <a:p>
          <a:endParaRPr lang="LID4096"/>
        </a:p>
      </dgm:t>
    </dgm:pt>
    <dgm:pt modelId="{81FDB881-21E0-4FA9-A71D-DD65FABCC20D}" type="sibTrans" cxnId="{A908E0B9-66BF-4A1F-9426-E7D58FD904A2}">
      <dgm:prSet/>
      <dgm:spPr/>
      <dgm:t>
        <a:bodyPr/>
        <a:lstStyle/>
        <a:p>
          <a:endParaRPr lang="LID4096"/>
        </a:p>
      </dgm:t>
    </dgm:pt>
    <dgm:pt modelId="{E21F11EB-5D0E-4D7B-88A6-FD4AE17C41D9}">
      <dgm:prSet/>
      <dgm:spPr/>
      <dgm:t>
        <a:bodyPr/>
        <a:lstStyle/>
        <a:p>
          <a:pPr>
            <a:lnSpc>
              <a:spcPct val="100000"/>
            </a:lnSpc>
          </a:pPr>
          <a:r>
            <a:rPr lang="en-US" baseline="0"/>
            <a:t>Numerical values that are automatically collected at regular intervals and describe some aspect of a resource at a particular time. Platform metrics are automatically generated and collected in Azure Monitor Metrics.</a:t>
          </a:r>
          <a:endParaRPr lang="en-US"/>
        </a:p>
      </dgm:t>
    </dgm:pt>
    <dgm:pt modelId="{D174D639-068A-486A-A4D2-9BAC2C98C960}" type="parTrans" cxnId="{7C70B4D8-3C80-43B5-8AED-B53D7CDF9E2C}">
      <dgm:prSet/>
      <dgm:spPr/>
      <dgm:t>
        <a:bodyPr/>
        <a:lstStyle/>
        <a:p>
          <a:endParaRPr lang="LID4096"/>
        </a:p>
      </dgm:t>
    </dgm:pt>
    <dgm:pt modelId="{A19C1DBD-BDA8-44C8-81C1-42B8B1A03194}" type="sibTrans" cxnId="{7C70B4D8-3C80-43B5-8AED-B53D7CDF9E2C}">
      <dgm:prSet/>
      <dgm:spPr/>
      <dgm:t>
        <a:bodyPr/>
        <a:lstStyle/>
        <a:p>
          <a:endParaRPr lang="LID4096"/>
        </a:p>
      </dgm:t>
    </dgm:pt>
    <dgm:pt modelId="{7974C8D9-7629-4DF2-B3B9-635F42AB837F}" type="pres">
      <dgm:prSet presAssocID="{5E4FAF5C-05E9-48CD-8FDE-384825E31762}" presName="root" presStyleCnt="0">
        <dgm:presLayoutVars>
          <dgm:dir/>
          <dgm:resizeHandles val="exact"/>
        </dgm:presLayoutVars>
      </dgm:prSet>
      <dgm:spPr/>
    </dgm:pt>
    <dgm:pt modelId="{D179A52E-1C52-470D-BDA5-6D3C1692B97E}" type="pres">
      <dgm:prSet presAssocID="{2268D9A6-9AA7-4261-B7B5-3B7A1131D6FC}" presName="compNode" presStyleCnt="0"/>
      <dgm:spPr/>
    </dgm:pt>
    <dgm:pt modelId="{71DD4DC3-73F6-4A5A-8C69-8ADEC6EA03F5}" type="pres">
      <dgm:prSet presAssocID="{2268D9A6-9AA7-4261-B7B5-3B7A1131D6FC}"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pt>
    <dgm:pt modelId="{A87F1D56-32F6-4657-926A-641095CE88D0}" type="pres">
      <dgm:prSet presAssocID="{2268D9A6-9AA7-4261-B7B5-3B7A1131D6FC}" presName="iconSpace" presStyleCnt="0"/>
      <dgm:spPr/>
    </dgm:pt>
    <dgm:pt modelId="{05ADD3BB-04D4-49B1-99C7-0B036897FB32}" type="pres">
      <dgm:prSet presAssocID="{2268D9A6-9AA7-4261-B7B5-3B7A1131D6FC}" presName="parTx" presStyleLbl="revTx" presStyleIdx="0" presStyleCnt="2">
        <dgm:presLayoutVars>
          <dgm:chMax val="0"/>
          <dgm:chPref val="0"/>
        </dgm:presLayoutVars>
      </dgm:prSet>
      <dgm:spPr/>
    </dgm:pt>
    <dgm:pt modelId="{D918DEB5-D4FA-4492-AC4E-F982E9CBC716}" type="pres">
      <dgm:prSet presAssocID="{2268D9A6-9AA7-4261-B7B5-3B7A1131D6FC}" presName="txSpace" presStyleCnt="0"/>
      <dgm:spPr/>
    </dgm:pt>
    <dgm:pt modelId="{1EAC3C17-6242-49A4-B114-6FD5ABA9FAE5}" type="pres">
      <dgm:prSet presAssocID="{2268D9A6-9AA7-4261-B7B5-3B7A1131D6FC}" presName="desTx" presStyleLbl="revTx" presStyleIdx="1" presStyleCnt="2">
        <dgm:presLayoutVars/>
      </dgm:prSet>
      <dgm:spPr/>
    </dgm:pt>
  </dgm:ptLst>
  <dgm:cxnLst>
    <dgm:cxn modelId="{4D1A892B-A94E-402E-AF50-FFF7080060CE}" type="presOf" srcId="{5E4FAF5C-05E9-48CD-8FDE-384825E31762}" destId="{7974C8D9-7629-4DF2-B3B9-635F42AB837F}" srcOrd="0" destOrd="0" presId="urn:microsoft.com/office/officeart/2018/2/layout/IconLabelDescriptionList"/>
    <dgm:cxn modelId="{F247F27A-D305-45F7-A8D7-25E9C9219AC3}" type="presOf" srcId="{2268D9A6-9AA7-4261-B7B5-3B7A1131D6FC}" destId="{05ADD3BB-04D4-49B1-99C7-0B036897FB32}" srcOrd="0" destOrd="0" presId="urn:microsoft.com/office/officeart/2018/2/layout/IconLabelDescriptionList"/>
    <dgm:cxn modelId="{BA368B80-5E66-4D5B-924A-1A65C2351E84}" type="presOf" srcId="{E21F11EB-5D0E-4D7B-88A6-FD4AE17C41D9}" destId="{1EAC3C17-6242-49A4-B114-6FD5ABA9FAE5}" srcOrd="0" destOrd="0" presId="urn:microsoft.com/office/officeart/2018/2/layout/IconLabelDescriptionList"/>
    <dgm:cxn modelId="{A908E0B9-66BF-4A1F-9426-E7D58FD904A2}" srcId="{5E4FAF5C-05E9-48CD-8FDE-384825E31762}" destId="{2268D9A6-9AA7-4261-B7B5-3B7A1131D6FC}" srcOrd="0" destOrd="0" parTransId="{5134C224-02C1-4F61-9CE5-32E971BF3F9E}" sibTransId="{81FDB881-21E0-4FA9-A71D-DD65FABCC20D}"/>
    <dgm:cxn modelId="{7C70B4D8-3C80-43B5-8AED-B53D7CDF9E2C}" srcId="{2268D9A6-9AA7-4261-B7B5-3B7A1131D6FC}" destId="{E21F11EB-5D0E-4D7B-88A6-FD4AE17C41D9}" srcOrd="0" destOrd="0" parTransId="{D174D639-068A-486A-A4D2-9BAC2C98C960}" sibTransId="{A19C1DBD-BDA8-44C8-81C1-42B8B1A03194}"/>
    <dgm:cxn modelId="{B77F3CD6-3AD1-4731-AE02-10FFBBC22903}" type="presParOf" srcId="{7974C8D9-7629-4DF2-B3B9-635F42AB837F}" destId="{D179A52E-1C52-470D-BDA5-6D3C1692B97E}" srcOrd="0" destOrd="0" presId="urn:microsoft.com/office/officeart/2018/2/layout/IconLabelDescriptionList"/>
    <dgm:cxn modelId="{63C9E47D-7533-4518-A2D3-563389BD6723}" type="presParOf" srcId="{D179A52E-1C52-470D-BDA5-6D3C1692B97E}" destId="{71DD4DC3-73F6-4A5A-8C69-8ADEC6EA03F5}" srcOrd="0" destOrd="0" presId="urn:microsoft.com/office/officeart/2018/2/layout/IconLabelDescriptionList"/>
    <dgm:cxn modelId="{F872C468-8372-4FD5-84B0-6097614AE843}" type="presParOf" srcId="{D179A52E-1C52-470D-BDA5-6D3C1692B97E}" destId="{A87F1D56-32F6-4657-926A-641095CE88D0}" srcOrd="1" destOrd="0" presId="urn:microsoft.com/office/officeart/2018/2/layout/IconLabelDescriptionList"/>
    <dgm:cxn modelId="{77EA0B62-CC27-4703-B800-64413AE3016B}" type="presParOf" srcId="{D179A52E-1C52-470D-BDA5-6D3C1692B97E}" destId="{05ADD3BB-04D4-49B1-99C7-0B036897FB32}" srcOrd="2" destOrd="0" presId="urn:microsoft.com/office/officeart/2018/2/layout/IconLabelDescriptionList"/>
    <dgm:cxn modelId="{503C0AF3-5333-4F7F-8EB5-358166FA6E3A}" type="presParOf" srcId="{D179A52E-1C52-470D-BDA5-6D3C1692B97E}" destId="{D918DEB5-D4FA-4492-AC4E-F982E9CBC716}" srcOrd="3" destOrd="0" presId="urn:microsoft.com/office/officeart/2018/2/layout/IconLabelDescriptionList"/>
    <dgm:cxn modelId="{5D4ADF3B-A481-45E7-93DD-CB389D76A195}" type="presParOf" srcId="{D179A52E-1C52-470D-BDA5-6D3C1692B97E}" destId="{1EAC3C17-6242-49A4-B114-6FD5ABA9FAE5}"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E4FAF5C-05E9-48CD-8FDE-384825E31762}"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2268D9A6-9AA7-4261-B7B5-3B7A1131D6FC}">
      <dgm:prSet/>
      <dgm:spPr/>
      <dgm:t>
        <a:bodyPr/>
        <a:lstStyle/>
        <a:p>
          <a:pPr>
            <a:lnSpc>
              <a:spcPct val="100000"/>
            </a:lnSpc>
            <a:defRPr b="1"/>
          </a:pPr>
          <a:r>
            <a:rPr lang="en-US" baseline="0">
              <a:solidFill>
                <a:schemeClr val="tx1"/>
              </a:solidFill>
            </a:rPr>
            <a:t>Metrics</a:t>
          </a:r>
          <a:endParaRPr lang="en-US">
            <a:solidFill>
              <a:schemeClr val="tx1"/>
            </a:solidFill>
          </a:endParaRPr>
        </a:p>
      </dgm:t>
    </dgm:pt>
    <dgm:pt modelId="{5134C224-02C1-4F61-9CE5-32E971BF3F9E}" type="parTrans" cxnId="{A908E0B9-66BF-4A1F-9426-E7D58FD904A2}">
      <dgm:prSet/>
      <dgm:spPr/>
      <dgm:t>
        <a:bodyPr/>
        <a:lstStyle/>
        <a:p>
          <a:endParaRPr lang="LID4096"/>
        </a:p>
      </dgm:t>
    </dgm:pt>
    <dgm:pt modelId="{81FDB881-21E0-4FA9-A71D-DD65FABCC20D}" type="sibTrans" cxnId="{A908E0B9-66BF-4A1F-9426-E7D58FD904A2}">
      <dgm:prSet/>
      <dgm:spPr/>
      <dgm:t>
        <a:bodyPr/>
        <a:lstStyle/>
        <a:p>
          <a:endParaRPr lang="LID4096"/>
        </a:p>
      </dgm:t>
    </dgm:pt>
    <dgm:pt modelId="{E21F11EB-5D0E-4D7B-88A6-FD4AE17C41D9}">
      <dgm:prSet/>
      <dgm:spPr/>
      <dgm:t>
        <a:bodyPr/>
        <a:lstStyle/>
        <a:p>
          <a:pPr>
            <a:lnSpc>
              <a:spcPct val="100000"/>
            </a:lnSpc>
          </a:pPr>
          <a:r>
            <a:rPr lang="en-US" baseline="0"/>
            <a:t>Numerical values that are automatically collected at regular intervals and describe some aspect of a resource at a particular time. Platform metrics are automatically generated and collected in Azure Monitor Metrics.</a:t>
          </a:r>
          <a:endParaRPr lang="en-US"/>
        </a:p>
      </dgm:t>
    </dgm:pt>
    <dgm:pt modelId="{D174D639-068A-486A-A4D2-9BAC2C98C960}" type="parTrans" cxnId="{7C70B4D8-3C80-43B5-8AED-B53D7CDF9E2C}">
      <dgm:prSet/>
      <dgm:spPr/>
      <dgm:t>
        <a:bodyPr/>
        <a:lstStyle/>
        <a:p>
          <a:endParaRPr lang="LID4096"/>
        </a:p>
      </dgm:t>
    </dgm:pt>
    <dgm:pt modelId="{A19C1DBD-BDA8-44C8-81C1-42B8B1A03194}" type="sibTrans" cxnId="{7C70B4D8-3C80-43B5-8AED-B53D7CDF9E2C}">
      <dgm:prSet/>
      <dgm:spPr/>
      <dgm:t>
        <a:bodyPr/>
        <a:lstStyle/>
        <a:p>
          <a:endParaRPr lang="LID4096"/>
        </a:p>
      </dgm:t>
    </dgm:pt>
    <dgm:pt modelId="{7974C8D9-7629-4DF2-B3B9-635F42AB837F}" type="pres">
      <dgm:prSet presAssocID="{5E4FAF5C-05E9-48CD-8FDE-384825E31762}" presName="root" presStyleCnt="0">
        <dgm:presLayoutVars>
          <dgm:dir/>
          <dgm:resizeHandles val="exact"/>
        </dgm:presLayoutVars>
      </dgm:prSet>
      <dgm:spPr/>
    </dgm:pt>
    <dgm:pt modelId="{D179A52E-1C52-470D-BDA5-6D3C1692B97E}" type="pres">
      <dgm:prSet presAssocID="{2268D9A6-9AA7-4261-B7B5-3B7A1131D6FC}" presName="compNode" presStyleCnt="0"/>
      <dgm:spPr/>
    </dgm:pt>
    <dgm:pt modelId="{71DD4DC3-73F6-4A5A-8C69-8ADEC6EA03F5}" type="pres">
      <dgm:prSet presAssocID="{2268D9A6-9AA7-4261-B7B5-3B7A1131D6FC}"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pt>
    <dgm:pt modelId="{A87F1D56-32F6-4657-926A-641095CE88D0}" type="pres">
      <dgm:prSet presAssocID="{2268D9A6-9AA7-4261-B7B5-3B7A1131D6FC}" presName="iconSpace" presStyleCnt="0"/>
      <dgm:spPr/>
    </dgm:pt>
    <dgm:pt modelId="{05ADD3BB-04D4-49B1-99C7-0B036897FB32}" type="pres">
      <dgm:prSet presAssocID="{2268D9A6-9AA7-4261-B7B5-3B7A1131D6FC}" presName="parTx" presStyleLbl="revTx" presStyleIdx="0" presStyleCnt="2">
        <dgm:presLayoutVars>
          <dgm:chMax val="0"/>
          <dgm:chPref val="0"/>
        </dgm:presLayoutVars>
      </dgm:prSet>
      <dgm:spPr/>
    </dgm:pt>
    <dgm:pt modelId="{D918DEB5-D4FA-4492-AC4E-F982E9CBC716}" type="pres">
      <dgm:prSet presAssocID="{2268D9A6-9AA7-4261-B7B5-3B7A1131D6FC}" presName="txSpace" presStyleCnt="0"/>
      <dgm:spPr/>
    </dgm:pt>
    <dgm:pt modelId="{1EAC3C17-6242-49A4-B114-6FD5ABA9FAE5}" type="pres">
      <dgm:prSet presAssocID="{2268D9A6-9AA7-4261-B7B5-3B7A1131D6FC}" presName="desTx" presStyleLbl="revTx" presStyleIdx="1" presStyleCnt="2">
        <dgm:presLayoutVars/>
      </dgm:prSet>
      <dgm:spPr/>
    </dgm:pt>
  </dgm:ptLst>
  <dgm:cxnLst>
    <dgm:cxn modelId="{4D1A892B-A94E-402E-AF50-FFF7080060CE}" type="presOf" srcId="{5E4FAF5C-05E9-48CD-8FDE-384825E31762}" destId="{7974C8D9-7629-4DF2-B3B9-635F42AB837F}" srcOrd="0" destOrd="0" presId="urn:microsoft.com/office/officeart/2018/2/layout/IconLabelDescriptionList"/>
    <dgm:cxn modelId="{F247F27A-D305-45F7-A8D7-25E9C9219AC3}" type="presOf" srcId="{2268D9A6-9AA7-4261-B7B5-3B7A1131D6FC}" destId="{05ADD3BB-04D4-49B1-99C7-0B036897FB32}" srcOrd="0" destOrd="0" presId="urn:microsoft.com/office/officeart/2018/2/layout/IconLabelDescriptionList"/>
    <dgm:cxn modelId="{BA368B80-5E66-4D5B-924A-1A65C2351E84}" type="presOf" srcId="{E21F11EB-5D0E-4D7B-88A6-FD4AE17C41D9}" destId="{1EAC3C17-6242-49A4-B114-6FD5ABA9FAE5}" srcOrd="0" destOrd="0" presId="urn:microsoft.com/office/officeart/2018/2/layout/IconLabelDescriptionList"/>
    <dgm:cxn modelId="{A908E0B9-66BF-4A1F-9426-E7D58FD904A2}" srcId="{5E4FAF5C-05E9-48CD-8FDE-384825E31762}" destId="{2268D9A6-9AA7-4261-B7B5-3B7A1131D6FC}" srcOrd="0" destOrd="0" parTransId="{5134C224-02C1-4F61-9CE5-32E971BF3F9E}" sibTransId="{81FDB881-21E0-4FA9-A71D-DD65FABCC20D}"/>
    <dgm:cxn modelId="{7C70B4D8-3C80-43B5-8AED-B53D7CDF9E2C}" srcId="{2268D9A6-9AA7-4261-B7B5-3B7A1131D6FC}" destId="{E21F11EB-5D0E-4D7B-88A6-FD4AE17C41D9}" srcOrd="0" destOrd="0" parTransId="{D174D639-068A-486A-A4D2-9BAC2C98C960}" sibTransId="{A19C1DBD-BDA8-44C8-81C1-42B8B1A03194}"/>
    <dgm:cxn modelId="{B77F3CD6-3AD1-4731-AE02-10FFBBC22903}" type="presParOf" srcId="{7974C8D9-7629-4DF2-B3B9-635F42AB837F}" destId="{D179A52E-1C52-470D-BDA5-6D3C1692B97E}" srcOrd="0" destOrd="0" presId="urn:microsoft.com/office/officeart/2018/2/layout/IconLabelDescriptionList"/>
    <dgm:cxn modelId="{63C9E47D-7533-4518-A2D3-563389BD6723}" type="presParOf" srcId="{D179A52E-1C52-470D-BDA5-6D3C1692B97E}" destId="{71DD4DC3-73F6-4A5A-8C69-8ADEC6EA03F5}" srcOrd="0" destOrd="0" presId="urn:microsoft.com/office/officeart/2018/2/layout/IconLabelDescriptionList"/>
    <dgm:cxn modelId="{F872C468-8372-4FD5-84B0-6097614AE843}" type="presParOf" srcId="{D179A52E-1C52-470D-BDA5-6D3C1692B97E}" destId="{A87F1D56-32F6-4657-926A-641095CE88D0}" srcOrd="1" destOrd="0" presId="urn:microsoft.com/office/officeart/2018/2/layout/IconLabelDescriptionList"/>
    <dgm:cxn modelId="{77EA0B62-CC27-4703-B800-64413AE3016B}" type="presParOf" srcId="{D179A52E-1C52-470D-BDA5-6D3C1692B97E}" destId="{05ADD3BB-04D4-49B1-99C7-0B036897FB32}" srcOrd="2" destOrd="0" presId="urn:microsoft.com/office/officeart/2018/2/layout/IconLabelDescriptionList"/>
    <dgm:cxn modelId="{503C0AF3-5333-4F7F-8EB5-358166FA6E3A}" type="presParOf" srcId="{D179A52E-1C52-470D-BDA5-6D3C1692B97E}" destId="{D918DEB5-D4FA-4492-AC4E-F982E9CBC716}" srcOrd="3" destOrd="0" presId="urn:microsoft.com/office/officeart/2018/2/layout/IconLabelDescriptionList"/>
    <dgm:cxn modelId="{5D4ADF3B-A481-45E7-93DD-CB389D76A195}" type="presParOf" srcId="{D179A52E-1C52-470D-BDA5-6D3C1692B97E}" destId="{1EAC3C17-6242-49A4-B114-6FD5ABA9FAE5}"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4FAF5C-05E9-48CD-8FDE-384825E31762}"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E21F11EB-5D0E-4D7B-88A6-FD4AE17C41D9}">
      <dgm:prSet/>
      <dgm:spPr/>
      <dgm:t>
        <a:bodyPr/>
        <a:lstStyle/>
        <a:p>
          <a:pPr>
            <a:lnSpc>
              <a:spcPct val="100000"/>
            </a:lnSpc>
            <a:defRPr b="1"/>
          </a:pPr>
          <a:r>
            <a:rPr lang="en-US" baseline="0"/>
            <a:t>Resource Logs</a:t>
          </a:r>
          <a:endParaRPr lang="en-US">
            <a:solidFill>
              <a:schemeClr val="tx1"/>
            </a:solidFill>
          </a:endParaRPr>
        </a:p>
      </dgm:t>
    </dgm:pt>
    <dgm:pt modelId="{D174D639-068A-486A-A4D2-9BAC2C98C960}" type="parTrans" cxnId="{7C70B4D8-3C80-43B5-8AED-B53D7CDF9E2C}">
      <dgm:prSet/>
      <dgm:spPr/>
      <dgm:t>
        <a:bodyPr/>
        <a:lstStyle/>
        <a:p>
          <a:endParaRPr lang="LID4096"/>
        </a:p>
      </dgm:t>
    </dgm:pt>
    <dgm:pt modelId="{A19C1DBD-BDA8-44C8-81C1-42B8B1A03194}" type="sibTrans" cxnId="{7C70B4D8-3C80-43B5-8AED-B53D7CDF9E2C}">
      <dgm:prSet/>
      <dgm:spPr/>
      <dgm:t>
        <a:bodyPr/>
        <a:lstStyle/>
        <a:p>
          <a:endParaRPr lang="LID4096"/>
        </a:p>
      </dgm:t>
    </dgm:pt>
    <dgm:pt modelId="{81F20D63-87C5-48AF-92FC-F12414C5A026}">
      <dgm:prSet/>
      <dgm:spPr/>
      <dgm:t>
        <a:bodyPr/>
        <a:lstStyle/>
        <a:p>
          <a:pPr>
            <a:lnSpc>
              <a:spcPct val="100000"/>
            </a:lnSpc>
          </a:pPr>
          <a:r>
            <a:rPr lang="en-US" baseline="0"/>
            <a:t>Provide insight into operations that were performed by an Azure resource. Operation examples might be getting a secret from a key vault or making a request to a database. Resource logs are generated automatically, but you must create a diagnostic setting to send them to Azure Monitor Logs.</a:t>
          </a:r>
          <a:endParaRPr lang="LID4096"/>
        </a:p>
      </dgm:t>
    </dgm:pt>
    <dgm:pt modelId="{FC6B191D-0A2B-4868-AB97-644A038D52B0}" type="parTrans" cxnId="{C4BA4C65-C141-418F-A485-7FC81A99F086}">
      <dgm:prSet/>
      <dgm:spPr/>
      <dgm:t>
        <a:bodyPr/>
        <a:lstStyle/>
        <a:p>
          <a:endParaRPr lang="LID4096"/>
        </a:p>
      </dgm:t>
    </dgm:pt>
    <dgm:pt modelId="{774A84A1-28B3-4B66-81A1-2AFDBDBC5985}" type="sibTrans" cxnId="{C4BA4C65-C141-418F-A485-7FC81A99F086}">
      <dgm:prSet/>
      <dgm:spPr/>
      <dgm:t>
        <a:bodyPr/>
        <a:lstStyle/>
        <a:p>
          <a:endParaRPr lang="LID4096"/>
        </a:p>
      </dgm:t>
    </dgm:pt>
    <dgm:pt modelId="{7974C8D9-7629-4DF2-B3B9-635F42AB837F}" type="pres">
      <dgm:prSet presAssocID="{5E4FAF5C-05E9-48CD-8FDE-384825E31762}" presName="root" presStyleCnt="0">
        <dgm:presLayoutVars>
          <dgm:dir/>
          <dgm:resizeHandles val="exact"/>
        </dgm:presLayoutVars>
      </dgm:prSet>
      <dgm:spPr/>
    </dgm:pt>
    <dgm:pt modelId="{CCB7742F-C5B9-4FAA-A87D-B99E39B38F74}" type="pres">
      <dgm:prSet presAssocID="{E21F11EB-5D0E-4D7B-88A6-FD4AE17C41D9}" presName="compNode" presStyleCnt="0"/>
      <dgm:spPr/>
    </dgm:pt>
    <dgm:pt modelId="{62D925DD-76C8-44BF-ACB2-B479ED87DF0A}" type="pres">
      <dgm:prSet presAssocID="{E21F11EB-5D0E-4D7B-88A6-FD4AE17C41D9}" presName="iconRect" presStyleLbl="node1" presStyleIdx="0" presStyleCnt="1"/>
      <dgm:spPr>
        <a:blipFill>
          <a:blip xmlns:r="http://schemas.openxmlformats.org/officeDocument/2006/relationships" r:embed="rId1">
            <a:extLst>
              <a:ext uri="{96DAC541-7B7A-43D3-8B79-37D633B846F1}">
                <asvg:svgBlip xmlns:asvg="http://schemas.microsoft.com/office/drawing/2016/SVG/main" r:embed="rId2"/>
              </a:ext>
            </a:extLst>
          </a:blip>
          <a:srcRect/>
          <a:stretch>
            <a:fillRect t="-1000" b="-1000"/>
          </a:stretch>
        </a:blipFill>
      </dgm:spPr>
    </dgm:pt>
    <dgm:pt modelId="{660A0596-2C25-4B85-A242-20E1D37A9636}" type="pres">
      <dgm:prSet presAssocID="{E21F11EB-5D0E-4D7B-88A6-FD4AE17C41D9}" presName="iconSpace" presStyleCnt="0"/>
      <dgm:spPr/>
    </dgm:pt>
    <dgm:pt modelId="{C116C231-69D1-4CFE-B67C-52AB58976528}" type="pres">
      <dgm:prSet presAssocID="{E21F11EB-5D0E-4D7B-88A6-FD4AE17C41D9}" presName="parTx" presStyleLbl="revTx" presStyleIdx="0" presStyleCnt="2">
        <dgm:presLayoutVars>
          <dgm:chMax val="0"/>
          <dgm:chPref val="0"/>
        </dgm:presLayoutVars>
      </dgm:prSet>
      <dgm:spPr/>
    </dgm:pt>
    <dgm:pt modelId="{F26FCBBE-D3FD-4055-B1B9-4A8919A6B890}" type="pres">
      <dgm:prSet presAssocID="{E21F11EB-5D0E-4D7B-88A6-FD4AE17C41D9}" presName="txSpace" presStyleCnt="0"/>
      <dgm:spPr/>
    </dgm:pt>
    <dgm:pt modelId="{EFE2FBC9-333E-4BA7-9CF7-7000B0DC2BA6}" type="pres">
      <dgm:prSet presAssocID="{E21F11EB-5D0E-4D7B-88A6-FD4AE17C41D9}" presName="desTx" presStyleLbl="revTx" presStyleIdx="1" presStyleCnt="2">
        <dgm:presLayoutVars/>
      </dgm:prSet>
      <dgm:spPr/>
    </dgm:pt>
  </dgm:ptLst>
  <dgm:cxnLst>
    <dgm:cxn modelId="{E6B48906-6193-4E8C-8C05-80922CEF3DAC}" type="presOf" srcId="{E21F11EB-5D0E-4D7B-88A6-FD4AE17C41D9}" destId="{C116C231-69D1-4CFE-B67C-52AB58976528}" srcOrd="0" destOrd="0" presId="urn:microsoft.com/office/officeart/2018/2/layout/IconLabelDescriptionList"/>
    <dgm:cxn modelId="{4D1A892B-A94E-402E-AF50-FFF7080060CE}" type="presOf" srcId="{5E4FAF5C-05E9-48CD-8FDE-384825E31762}" destId="{7974C8D9-7629-4DF2-B3B9-635F42AB837F}" srcOrd="0" destOrd="0" presId="urn:microsoft.com/office/officeart/2018/2/layout/IconLabelDescriptionList"/>
    <dgm:cxn modelId="{C4BA4C65-C141-418F-A485-7FC81A99F086}" srcId="{E21F11EB-5D0E-4D7B-88A6-FD4AE17C41D9}" destId="{81F20D63-87C5-48AF-92FC-F12414C5A026}" srcOrd="0" destOrd="0" parTransId="{FC6B191D-0A2B-4868-AB97-644A038D52B0}" sibTransId="{774A84A1-28B3-4B66-81A1-2AFDBDBC5985}"/>
    <dgm:cxn modelId="{7C70B4D8-3C80-43B5-8AED-B53D7CDF9E2C}" srcId="{5E4FAF5C-05E9-48CD-8FDE-384825E31762}" destId="{E21F11EB-5D0E-4D7B-88A6-FD4AE17C41D9}" srcOrd="0" destOrd="0" parTransId="{D174D639-068A-486A-A4D2-9BAC2C98C960}" sibTransId="{A19C1DBD-BDA8-44C8-81C1-42B8B1A03194}"/>
    <dgm:cxn modelId="{AFB31DE1-F3CF-45A8-9BB6-476201B6AD52}" type="presOf" srcId="{81F20D63-87C5-48AF-92FC-F12414C5A026}" destId="{EFE2FBC9-333E-4BA7-9CF7-7000B0DC2BA6}" srcOrd="0" destOrd="0" presId="urn:microsoft.com/office/officeart/2018/2/layout/IconLabelDescriptionList"/>
    <dgm:cxn modelId="{4B8C21C1-6C1A-4EBD-B54B-BEA7BCCB473A}" type="presParOf" srcId="{7974C8D9-7629-4DF2-B3B9-635F42AB837F}" destId="{CCB7742F-C5B9-4FAA-A87D-B99E39B38F74}" srcOrd="0" destOrd="0" presId="urn:microsoft.com/office/officeart/2018/2/layout/IconLabelDescriptionList"/>
    <dgm:cxn modelId="{495CF84F-D47D-4571-8614-3AABEC9C8EF5}" type="presParOf" srcId="{CCB7742F-C5B9-4FAA-A87D-B99E39B38F74}" destId="{62D925DD-76C8-44BF-ACB2-B479ED87DF0A}" srcOrd="0" destOrd="0" presId="urn:microsoft.com/office/officeart/2018/2/layout/IconLabelDescriptionList"/>
    <dgm:cxn modelId="{B666E5E3-B721-490A-9EAE-1AB0AC11047B}" type="presParOf" srcId="{CCB7742F-C5B9-4FAA-A87D-B99E39B38F74}" destId="{660A0596-2C25-4B85-A242-20E1D37A9636}" srcOrd="1" destOrd="0" presId="urn:microsoft.com/office/officeart/2018/2/layout/IconLabelDescriptionList"/>
    <dgm:cxn modelId="{FDF02CC9-F795-4E3F-8D49-714ED9D49D55}" type="presParOf" srcId="{CCB7742F-C5B9-4FAA-A87D-B99E39B38F74}" destId="{C116C231-69D1-4CFE-B67C-52AB58976528}" srcOrd="2" destOrd="0" presId="urn:microsoft.com/office/officeart/2018/2/layout/IconLabelDescriptionList"/>
    <dgm:cxn modelId="{A66DFB08-CC9D-4126-964A-0483F22F6685}" type="presParOf" srcId="{CCB7742F-C5B9-4FAA-A87D-B99E39B38F74}" destId="{F26FCBBE-D3FD-4055-B1B9-4A8919A6B890}" srcOrd="3" destOrd="0" presId="urn:microsoft.com/office/officeart/2018/2/layout/IconLabelDescriptionList"/>
    <dgm:cxn modelId="{B6A9218C-3C77-456C-9E31-5272DCD9D95B}" type="presParOf" srcId="{CCB7742F-C5B9-4FAA-A87D-B99E39B38F74}" destId="{EFE2FBC9-333E-4BA7-9CF7-7000B0DC2BA6}" srcOrd="4" destOrd="0" presId="urn:microsoft.com/office/officeart/2018/2/layout/IconLabelDescriptionLis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D925DD-76C8-44BF-ACB2-B479ED87DF0A}">
      <dsp:nvSpPr>
        <dsp:cNvPr id="0" name=""/>
        <dsp:cNvSpPr/>
      </dsp:nvSpPr>
      <dsp:spPr>
        <a:xfrm>
          <a:off x="144481" y="67570"/>
          <a:ext cx="1510523" cy="146689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1000" b="-1000"/>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16C231-69D1-4CFE-B67C-52AB58976528}">
      <dsp:nvSpPr>
        <dsp:cNvPr id="0" name=""/>
        <dsp:cNvSpPr/>
      </dsp:nvSpPr>
      <dsp:spPr>
        <a:xfrm>
          <a:off x="144481" y="1729866"/>
          <a:ext cx="4315781" cy="628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kern="1200" baseline="0">
              <a:solidFill>
                <a:schemeClr val="tx1"/>
              </a:solidFill>
            </a:rPr>
            <a:t>Activity Log</a:t>
          </a:r>
          <a:endParaRPr lang="en-US" sz="3600" kern="1200">
            <a:solidFill>
              <a:schemeClr val="tx1"/>
            </a:solidFill>
          </a:endParaRPr>
        </a:p>
      </dsp:txBody>
      <dsp:txXfrm>
        <a:off x="144481" y="1729866"/>
        <a:ext cx="4315781" cy="628670"/>
      </dsp:txXfrm>
    </dsp:sp>
    <dsp:sp modelId="{EFE2FBC9-333E-4BA7-9CF7-7000B0DC2BA6}">
      <dsp:nvSpPr>
        <dsp:cNvPr id="0" name=""/>
        <dsp:cNvSpPr/>
      </dsp:nvSpPr>
      <dsp:spPr>
        <a:xfrm>
          <a:off x="144481" y="2449418"/>
          <a:ext cx="4315781" cy="21622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baseline="0"/>
            <a:t>Subscription-level events that track operations for each Azure resource, for example, creating a new resource or starting a virtual machine. Activity log events are automatically generated and collected for viewing in the Azure portal. You can create a diagnostic setting to send the activity log to Azure Monitor Logs.</a:t>
          </a:r>
          <a:endParaRPr lang="LID4096" sz="1700" kern="1200"/>
        </a:p>
      </dsp:txBody>
      <dsp:txXfrm>
        <a:off x="144481" y="2449418"/>
        <a:ext cx="4315781" cy="21622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DD4DC3-73F6-4A5A-8C69-8ADEC6EA03F5}">
      <dsp:nvSpPr>
        <dsp:cNvPr id="0" name=""/>
        <dsp:cNvSpPr/>
      </dsp:nvSpPr>
      <dsp:spPr>
        <a:xfrm>
          <a:off x="142372" y="263779"/>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ADD3BB-04D4-49B1-99C7-0B036897FB32}">
      <dsp:nvSpPr>
        <dsp:cNvPr id="0" name=""/>
        <dsp:cNvSpPr/>
      </dsp:nvSpPr>
      <dsp:spPr>
        <a:xfrm>
          <a:off x="142372" y="195430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kern="1200" baseline="0">
              <a:solidFill>
                <a:schemeClr val="tx1"/>
              </a:solidFill>
            </a:rPr>
            <a:t>Metrics</a:t>
          </a:r>
          <a:endParaRPr lang="en-US" sz="3600" kern="1200">
            <a:solidFill>
              <a:schemeClr val="tx1"/>
            </a:solidFill>
          </a:endParaRPr>
        </a:p>
      </dsp:txBody>
      <dsp:txXfrm>
        <a:off x="142372" y="1954302"/>
        <a:ext cx="4320000" cy="648000"/>
      </dsp:txXfrm>
    </dsp:sp>
    <dsp:sp modelId="{1EAC3C17-6242-49A4-B114-6FD5ABA9FAE5}">
      <dsp:nvSpPr>
        <dsp:cNvPr id="0" name=""/>
        <dsp:cNvSpPr/>
      </dsp:nvSpPr>
      <dsp:spPr>
        <a:xfrm>
          <a:off x="142372" y="2685336"/>
          <a:ext cx="4320000" cy="1730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baseline="0"/>
            <a:t>Numerical values that are automatically collected at regular intervals and describe some aspect of a resource at a particular time. Platform metrics are automatically generated and collected in Azure Monitor Metrics.</a:t>
          </a:r>
          <a:endParaRPr lang="en-US" sz="1700" kern="1200"/>
        </a:p>
      </dsp:txBody>
      <dsp:txXfrm>
        <a:off x="142372" y="2685336"/>
        <a:ext cx="4320000" cy="17301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DD4DC3-73F6-4A5A-8C69-8ADEC6EA03F5}">
      <dsp:nvSpPr>
        <dsp:cNvPr id="0" name=""/>
        <dsp:cNvSpPr/>
      </dsp:nvSpPr>
      <dsp:spPr>
        <a:xfrm>
          <a:off x="142372" y="263779"/>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ADD3BB-04D4-49B1-99C7-0B036897FB32}">
      <dsp:nvSpPr>
        <dsp:cNvPr id="0" name=""/>
        <dsp:cNvSpPr/>
      </dsp:nvSpPr>
      <dsp:spPr>
        <a:xfrm>
          <a:off x="142372" y="1954302"/>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kern="1200" baseline="0">
              <a:solidFill>
                <a:schemeClr val="tx1"/>
              </a:solidFill>
            </a:rPr>
            <a:t>Metrics</a:t>
          </a:r>
          <a:endParaRPr lang="en-US" sz="3600" kern="1200">
            <a:solidFill>
              <a:schemeClr val="tx1"/>
            </a:solidFill>
          </a:endParaRPr>
        </a:p>
      </dsp:txBody>
      <dsp:txXfrm>
        <a:off x="142372" y="1954302"/>
        <a:ext cx="4320000" cy="648000"/>
      </dsp:txXfrm>
    </dsp:sp>
    <dsp:sp modelId="{1EAC3C17-6242-49A4-B114-6FD5ABA9FAE5}">
      <dsp:nvSpPr>
        <dsp:cNvPr id="0" name=""/>
        <dsp:cNvSpPr/>
      </dsp:nvSpPr>
      <dsp:spPr>
        <a:xfrm>
          <a:off x="142372" y="2685336"/>
          <a:ext cx="4320000" cy="1730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baseline="0"/>
            <a:t>Numerical values that are automatically collected at regular intervals and describe some aspect of a resource at a particular time. Platform metrics are automatically generated and collected in Azure Monitor Metrics.</a:t>
          </a:r>
          <a:endParaRPr lang="en-US" sz="1700" kern="1200"/>
        </a:p>
      </dsp:txBody>
      <dsp:txXfrm>
        <a:off x="142372" y="2685336"/>
        <a:ext cx="4320000" cy="17301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D925DD-76C8-44BF-ACB2-B479ED87DF0A}">
      <dsp:nvSpPr>
        <dsp:cNvPr id="0" name=""/>
        <dsp:cNvSpPr/>
      </dsp:nvSpPr>
      <dsp:spPr>
        <a:xfrm>
          <a:off x="2541" y="58335"/>
          <a:ext cx="1481021" cy="144089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1000" b="-1000"/>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116C231-69D1-4CFE-B67C-52AB58976528}">
      <dsp:nvSpPr>
        <dsp:cNvPr id="0" name=""/>
        <dsp:cNvSpPr/>
      </dsp:nvSpPr>
      <dsp:spPr>
        <a:xfrm>
          <a:off x="2541" y="1679355"/>
          <a:ext cx="4231488" cy="617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600200">
            <a:lnSpc>
              <a:spcPct val="100000"/>
            </a:lnSpc>
            <a:spcBef>
              <a:spcPct val="0"/>
            </a:spcBef>
            <a:spcAft>
              <a:spcPct val="35000"/>
            </a:spcAft>
            <a:buNone/>
            <a:defRPr b="1"/>
          </a:pPr>
          <a:r>
            <a:rPr lang="en-US" sz="3600" kern="1200" baseline="0"/>
            <a:t>Resource Logs</a:t>
          </a:r>
          <a:endParaRPr lang="en-US" sz="3600" kern="1200">
            <a:solidFill>
              <a:schemeClr val="tx1"/>
            </a:solidFill>
          </a:endParaRPr>
        </a:p>
      </dsp:txBody>
      <dsp:txXfrm>
        <a:off x="2541" y="1679355"/>
        <a:ext cx="4231488" cy="617524"/>
      </dsp:txXfrm>
    </dsp:sp>
    <dsp:sp modelId="{EFE2FBC9-333E-4BA7-9CF7-7000B0DC2BA6}">
      <dsp:nvSpPr>
        <dsp:cNvPr id="0" name=""/>
        <dsp:cNvSpPr/>
      </dsp:nvSpPr>
      <dsp:spPr>
        <a:xfrm>
          <a:off x="2541" y="2380661"/>
          <a:ext cx="4231488" cy="18667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US" sz="1700" kern="1200" baseline="0"/>
            <a:t>Provide insight into operations that were performed by an Azure resource. Operation examples might be getting a secret from a key vault or making a request to a database. Resource logs are generated automatically, but you must create a diagnostic setting to send them to Azure Monitor Logs.</a:t>
          </a:r>
          <a:endParaRPr lang="LID4096" sz="1700" kern="1200"/>
        </a:p>
      </dsp:txBody>
      <dsp:txXfrm>
        <a:off x="2541" y="2380661"/>
        <a:ext cx="4231488" cy="186673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F4A134-D1E1-48C7-8D52-300A0775AF83}" type="datetimeFigureOut">
              <a:rPr lang="en-US"/>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09229F-6F41-4CC3-A51C-EB832A3392C5}" type="slidenum">
              <a:rPr lang="en-US"/>
              <a:t>‹#›</a:t>
            </a:fld>
            <a:endParaRPr lang="en-US"/>
          </a:p>
        </p:txBody>
      </p:sp>
    </p:spTree>
    <p:extLst>
      <p:ext uri="{BB962C8B-B14F-4D97-AF65-F5344CB8AC3E}">
        <p14:creationId xmlns:p14="http://schemas.microsoft.com/office/powerpoint/2010/main" val="4223892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github.com/kubernetes/design-proposals-archive/blob/main/api-machinery/aggregated-api-servers.md" TargetMode="External"/><Relationship Id="rId2" Type="http://schemas.openxmlformats.org/officeDocument/2006/relationships/slide" Target="../slides/slide22.xml"/><Relationship Id="rId1" Type="http://schemas.openxmlformats.org/officeDocument/2006/relationships/notesMaster" Target="../notesMasters/notesMaster1.xml"/><Relationship Id="rId4" Type="http://schemas.openxmlformats.org/officeDocument/2006/relationships/hyperlink" Target="https://github.com/kubernetes/dashboard"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datadoghq.com/blog/announcing-aks/" TargetMode="External"/><Relationship Id="rId2" Type="http://schemas.openxmlformats.org/officeDocument/2006/relationships/slide" Target="../slides/slide37.xml"/><Relationship Id="rId1" Type="http://schemas.openxmlformats.org/officeDocument/2006/relationships/notesMaster" Target="../notesMasters/notesMaster1.xml"/><Relationship Id="rId4" Type="http://schemas.openxmlformats.org/officeDocument/2006/relationships/hyperlink" Target="https://www.datadoghq.com/blog/azure-monitoring-enhancements/" TargetMode="Externa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a:t>
            </a:fld>
            <a:endParaRPr lang="en-US"/>
          </a:p>
        </p:txBody>
      </p:sp>
      <p:sp>
        <p:nvSpPr>
          <p:cNvPr id="3" name="Date Placeholder 2">
            <a:extLst>
              <a:ext uri="{FF2B5EF4-FFF2-40B4-BE49-F238E27FC236}">
                <a16:creationId xmlns:a16="http://schemas.microsoft.com/office/drawing/2014/main" id="{82C0C817-6383-40C6-A619-A7F43126961B}"/>
              </a:ext>
            </a:extLst>
          </p:cNvPr>
          <p:cNvSpPr>
            <a:spLocks noGrp="1"/>
          </p:cNvSpPr>
          <p:nvPr>
            <p:ph type="dt" idx="12"/>
          </p:nvPr>
        </p:nvSpPr>
        <p:spPr/>
        <p:txBody>
          <a:bodyPr/>
          <a:lstStyle/>
          <a:p>
            <a:fld id="{93F0BA74-B6B0-4726-B93D-848B68F9209C}" type="datetime1">
              <a:rPr lang="en-US"/>
              <a:t>9/8/2025</a:t>
            </a:fld>
            <a:endParaRPr lang="en-US"/>
          </a:p>
        </p:txBody>
      </p:sp>
      <p:sp>
        <p:nvSpPr>
          <p:cNvPr id="8" name="Slide Image Placeholder 7">
            <a:extLst>
              <a:ext uri="{FF2B5EF4-FFF2-40B4-BE49-F238E27FC236}">
                <a16:creationId xmlns:a16="http://schemas.microsoft.com/office/drawing/2014/main" id="{F98C1305-7F63-4C5E-9604-A0FF494BE45D}"/>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9BFE94D2-9DA0-437E-8011-0DB757A5E8DD}"/>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A24C5275-F675-4BEB-AAB5-B95AC3507DD6}"/>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090206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7087899-B757-42DD-BFAC-FD8FB9602085}"/>
              </a:ext>
            </a:extLst>
          </p:cNvPr>
          <p:cNvSpPr>
            <a:spLocks noGrp="1"/>
          </p:cNvSpPr>
          <p:nvPr>
            <p:ph type="sldNum" sz="quarter" idx="10"/>
          </p:nvPr>
        </p:nvSpPr>
        <p:spPr/>
        <p:txBody>
          <a:bodyPr/>
          <a:lstStyle/>
          <a:p>
            <a:fld id="{F475C4C8-7DEA-455A-9336-A4C7DB3AE516}" type="slidenum">
              <a:rPr lang="en-US"/>
              <a:pPr/>
              <a:t>2</a:t>
            </a:fld>
            <a:endParaRPr lang="en-US"/>
          </a:p>
        </p:txBody>
      </p:sp>
      <p:sp>
        <p:nvSpPr>
          <p:cNvPr id="3" name="Date Placeholder 2">
            <a:extLst>
              <a:ext uri="{FF2B5EF4-FFF2-40B4-BE49-F238E27FC236}">
                <a16:creationId xmlns:a16="http://schemas.microsoft.com/office/drawing/2014/main" id="{2A3279EF-EF08-4E77-A509-F922EC61A8AC}"/>
              </a:ext>
            </a:extLst>
          </p:cNvPr>
          <p:cNvSpPr>
            <a:spLocks noGrp="1"/>
          </p:cNvSpPr>
          <p:nvPr>
            <p:ph type="dt" idx="12"/>
          </p:nvPr>
        </p:nvSpPr>
        <p:spPr/>
        <p:txBody>
          <a:bodyPr/>
          <a:lstStyle/>
          <a:p>
            <a:fld id="{DB0F5A79-03C7-4F04-B936-1D8348BF7B8D}" type="datetime1">
              <a:rPr lang="en-US"/>
              <a:t>9/8/2025</a:t>
            </a:fld>
            <a:endParaRPr lang="en-US"/>
          </a:p>
        </p:txBody>
      </p:sp>
      <p:sp>
        <p:nvSpPr>
          <p:cNvPr id="10" name="Slide Image Placeholder 9">
            <a:extLst>
              <a:ext uri="{FF2B5EF4-FFF2-40B4-BE49-F238E27FC236}">
                <a16:creationId xmlns:a16="http://schemas.microsoft.com/office/drawing/2014/main" id="{71623331-4C35-4EFF-9868-F85DF8DB4AA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D4BB9EA6-88F5-449F-9E36-08AD1C866DB2}"/>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1B5D50AE-A09E-4DDD-9B13-A2619C0E3244}"/>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3161302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a:t>
            </a:fld>
            <a:endParaRPr lang="en-US"/>
          </a:p>
        </p:txBody>
      </p:sp>
      <p:sp>
        <p:nvSpPr>
          <p:cNvPr id="6" name="Date Placeholder 5">
            <a:extLst>
              <a:ext uri="{FF2B5EF4-FFF2-40B4-BE49-F238E27FC236}">
                <a16:creationId xmlns:a16="http://schemas.microsoft.com/office/drawing/2014/main" id="{B5F0A125-1411-481C-8C57-BA8508D6EF94}"/>
              </a:ext>
            </a:extLst>
          </p:cNvPr>
          <p:cNvSpPr>
            <a:spLocks noGrp="1"/>
          </p:cNvSpPr>
          <p:nvPr>
            <p:ph type="dt" idx="12"/>
          </p:nvPr>
        </p:nvSpPr>
        <p:spPr/>
        <p:txBody>
          <a:bodyPr/>
          <a:lstStyle/>
          <a:p>
            <a:fld id="{520EDEF9-34DC-43EF-A96E-E4BC67A143AE}" type="datetime1">
              <a:rPr lang="en-US"/>
              <a:t>9/8/2025</a:t>
            </a:fld>
            <a:endParaRPr lang="en-US"/>
          </a:p>
        </p:txBody>
      </p:sp>
      <p:sp>
        <p:nvSpPr>
          <p:cNvPr id="10" name="Slide Image Placeholder 9">
            <a:extLst>
              <a:ext uri="{FF2B5EF4-FFF2-40B4-BE49-F238E27FC236}">
                <a16:creationId xmlns:a16="http://schemas.microsoft.com/office/drawing/2014/main" id="{E2E78E2F-5A11-492B-863A-333FCB8BF99A}"/>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F562AF71-297A-4E14-905B-9BC87AF9311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2" name="Header Placeholder 1">
            <a:extLst>
              <a:ext uri="{FF2B5EF4-FFF2-40B4-BE49-F238E27FC236}">
                <a16:creationId xmlns:a16="http://schemas.microsoft.com/office/drawing/2014/main" id="{EE816882-27D1-47C1-B2DF-390182831B42}"/>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4031476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smtClean="0"/>
              <a:pPr lvl="0"/>
              <a:t>4</a:t>
            </a:fld>
            <a:endParaRPr lang="en-US" noProof="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smtClean="0"/>
              <a:t>9/8/2025</a:t>
            </a:fld>
            <a:endParaRPr lang="en-US"/>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1664352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25FF2B-9848-40D4-A961-E928D17E1660}" type="slidenum">
              <a:rPr lang="en-US" smtClean="0"/>
              <a:t>5</a:t>
            </a:fld>
            <a:endParaRPr lang="en-US"/>
          </a:p>
        </p:txBody>
      </p:sp>
    </p:spTree>
    <p:extLst>
      <p:ext uri="{BB962C8B-B14F-4D97-AF65-F5344CB8AC3E}">
        <p14:creationId xmlns:p14="http://schemas.microsoft.com/office/powerpoint/2010/main" val="872246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Talk about how Azure monitor works in a general sense at the subscription level. We don't need to go in too much detail just a general piece about sub level monitoring and logging. </a:t>
            </a:r>
          </a:p>
          <a:p>
            <a:r>
              <a:rPr lang="en-US" dirty="0">
                <a:ea typeface="Calibri"/>
                <a:cs typeface="Calibri"/>
              </a:rPr>
              <a:t>Monitors subscription level changes user activity. </a:t>
            </a:r>
            <a:r>
              <a:rPr lang="en-US" dirty="0"/>
              <a:t>Azure Diagnostic Settings can record various operational issues, such as who created, deleted, or updated a VM, and when security group rules were updated. This feature is vital for security, troubleshooting, and compliance in cloud environments.</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1D09229F-6F41-4CC3-A51C-EB832A3392C5}" type="slidenum">
              <a:rPr lang="en-US"/>
              <a:t>6</a:t>
            </a:fld>
            <a:endParaRPr lang="en-US"/>
          </a:p>
        </p:txBody>
      </p:sp>
    </p:spTree>
    <p:extLst>
      <p:ext uri="{BB962C8B-B14F-4D97-AF65-F5344CB8AC3E}">
        <p14:creationId xmlns:p14="http://schemas.microsoft.com/office/powerpoint/2010/main" val="3565446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log is used to track information such as when a cluster is created or had its configuration change. Briefly talk about the different operation types listed in the slide. </a:t>
            </a:r>
          </a:p>
        </p:txBody>
      </p:sp>
      <p:sp>
        <p:nvSpPr>
          <p:cNvPr id="4" name="Slide Number Placeholder 3"/>
          <p:cNvSpPr>
            <a:spLocks noGrp="1"/>
          </p:cNvSpPr>
          <p:nvPr>
            <p:ph type="sldNum" sz="quarter" idx="5"/>
          </p:nvPr>
        </p:nvSpPr>
        <p:spPr/>
        <p:txBody>
          <a:bodyPr/>
          <a:lstStyle/>
          <a:p>
            <a:fld id="{1D09229F-6F41-4CC3-A51C-EB832A3392C5}" type="slidenum">
              <a:rPr lang="en-US"/>
              <a:t>7</a:t>
            </a:fld>
            <a:endParaRPr lang="en-US"/>
          </a:p>
        </p:txBody>
      </p:sp>
    </p:spTree>
    <p:extLst>
      <p:ext uri="{BB962C8B-B14F-4D97-AF65-F5344CB8AC3E}">
        <p14:creationId xmlns:p14="http://schemas.microsoft.com/office/powerpoint/2010/main" val="4080595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Collects metrics and logs from actions performed at the resource level. </a:t>
            </a:r>
            <a:r>
              <a:rPr lang="en-US" dirty="0"/>
              <a:t>They can include information about the operations performed on the resource, the status of those operations, and other details that help you understand the health and performance of the resource.</a:t>
            </a:r>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1D09229F-6F41-4CC3-A51C-EB832A3392C5}" type="slidenum">
              <a:rPr lang="en-US"/>
              <a:t>8</a:t>
            </a:fld>
            <a:endParaRPr lang="en-US"/>
          </a:p>
        </p:txBody>
      </p:sp>
    </p:spTree>
    <p:extLst>
      <p:ext uri="{BB962C8B-B14F-4D97-AF65-F5344CB8AC3E}">
        <p14:creationId xmlns:p14="http://schemas.microsoft.com/office/powerpoint/2010/main" val="4143775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Different Azure monitor metric types that are collected. These are some of the metrics that are collected when enabled on AKS.</a:t>
            </a:r>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9</a:t>
            </a:fld>
            <a:endParaRPr lang="en-US"/>
          </a:p>
        </p:txBody>
      </p:sp>
    </p:spTree>
    <p:extLst>
      <p:ext uri="{BB962C8B-B14F-4D97-AF65-F5344CB8AC3E}">
        <p14:creationId xmlns:p14="http://schemas.microsoft.com/office/powerpoint/2010/main" val="1185995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1FD89-5FCF-C60E-DE67-C4F10255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952B2-7CEC-6201-7B26-42E7713EF9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D381F-32B6-A632-C0A1-75F520C7E2FD}"/>
              </a:ext>
            </a:extLst>
          </p:cNvPr>
          <p:cNvSpPr>
            <a:spLocks noGrp="1"/>
          </p:cNvSpPr>
          <p:nvPr>
            <p:ph type="body" idx="1"/>
          </p:nvPr>
        </p:nvSpPr>
        <p:spPr/>
        <p:txBody>
          <a:bodyPr/>
          <a:lstStyle/>
          <a:p>
            <a:r>
              <a:rPr lang="en-US" dirty="0">
                <a:ea typeface="Calibri"/>
                <a:cs typeface="Calibri"/>
              </a:rPr>
              <a:t>Examples of different dimension names when collected in Azure monitor for AKS. Highlight a few of them like Namespace, </a:t>
            </a:r>
            <a:r>
              <a:rPr lang="en-US" dirty="0" err="1">
                <a:ea typeface="Calibri"/>
                <a:cs typeface="Calibri"/>
              </a:rPr>
              <a:t>Nodepool</a:t>
            </a:r>
            <a:r>
              <a:rPr lang="en-US" dirty="0">
                <a:ea typeface="Calibri"/>
                <a:cs typeface="Calibri"/>
              </a:rPr>
              <a:t>, </a:t>
            </a:r>
            <a:r>
              <a:rPr lang="en-US" dirty="0" err="1">
                <a:ea typeface="Calibri"/>
                <a:cs typeface="Calibri"/>
              </a:rPr>
              <a:t>etc</a:t>
            </a:r>
            <a:endParaRPr lang="en-US" dirty="0" err="1"/>
          </a:p>
        </p:txBody>
      </p:sp>
      <p:sp>
        <p:nvSpPr>
          <p:cNvPr id="4" name="Slide Number Placeholder 3">
            <a:extLst>
              <a:ext uri="{FF2B5EF4-FFF2-40B4-BE49-F238E27FC236}">
                <a16:creationId xmlns:a16="http://schemas.microsoft.com/office/drawing/2014/main" id="{CA31F2AB-17BC-1183-6AE1-8B3B07CD918B}"/>
              </a:ext>
            </a:extLst>
          </p:cNvPr>
          <p:cNvSpPr>
            <a:spLocks noGrp="1"/>
          </p:cNvSpPr>
          <p:nvPr>
            <p:ph type="sldNum" sz="quarter" idx="5"/>
          </p:nvPr>
        </p:nvSpPr>
        <p:spPr/>
        <p:txBody>
          <a:bodyPr/>
          <a:lstStyle/>
          <a:p>
            <a:fld id="{2625FF2B-9848-40D4-A961-E928D17E1660}" type="slidenum">
              <a:rPr lang="en-US" smtClean="0"/>
              <a:t>10</a:t>
            </a:fld>
            <a:endParaRPr lang="en-US"/>
          </a:p>
        </p:txBody>
      </p:sp>
    </p:spTree>
    <p:extLst>
      <p:ext uri="{BB962C8B-B14F-4D97-AF65-F5344CB8AC3E}">
        <p14:creationId xmlns:p14="http://schemas.microsoft.com/office/powerpoint/2010/main" val="1683913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Different available resource level logs for AKS. Discuss what they are used for and which ones are most commonly enabled. </a:t>
            </a:r>
            <a:endParaRPr lang="en-US" dirty="0"/>
          </a:p>
        </p:txBody>
      </p:sp>
      <p:sp>
        <p:nvSpPr>
          <p:cNvPr id="4" name="Slide Number Placeholder 3"/>
          <p:cNvSpPr>
            <a:spLocks noGrp="1"/>
          </p:cNvSpPr>
          <p:nvPr>
            <p:ph type="sldNum" sz="quarter" idx="5"/>
          </p:nvPr>
        </p:nvSpPr>
        <p:spPr/>
        <p:txBody>
          <a:bodyPr/>
          <a:lstStyle/>
          <a:p>
            <a:fld id="{2625FF2B-9848-40D4-A961-E928D17E1660}" type="slidenum">
              <a:rPr lang="en-US" smtClean="0"/>
              <a:t>11</a:t>
            </a:fld>
            <a:endParaRPr lang="en-US"/>
          </a:p>
        </p:txBody>
      </p:sp>
    </p:spTree>
    <p:extLst>
      <p:ext uri="{BB962C8B-B14F-4D97-AF65-F5344CB8AC3E}">
        <p14:creationId xmlns:p14="http://schemas.microsoft.com/office/powerpoint/2010/main" val="17630121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Azure Monitor implements OS level monitoring when Container insights is enabled. It collects CPU, Memory, disk usage, node count, </a:t>
            </a:r>
            <a:r>
              <a:rPr lang="en-US" dirty="0" err="1">
                <a:ea typeface="Calibri"/>
                <a:cs typeface="Calibri"/>
              </a:rPr>
              <a:t>etc</a:t>
            </a:r>
          </a:p>
        </p:txBody>
      </p:sp>
      <p:sp>
        <p:nvSpPr>
          <p:cNvPr id="4" name="Slide Number Placeholder 3"/>
          <p:cNvSpPr>
            <a:spLocks noGrp="1"/>
          </p:cNvSpPr>
          <p:nvPr>
            <p:ph type="sldNum" sz="quarter" idx="5"/>
          </p:nvPr>
        </p:nvSpPr>
        <p:spPr/>
        <p:txBody>
          <a:bodyPr/>
          <a:lstStyle/>
          <a:p>
            <a:fld id="{1D09229F-6F41-4CC3-A51C-EB832A3392C5}" type="slidenum">
              <a:rPr lang="en-US"/>
              <a:t>12</a:t>
            </a:fld>
            <a:endParaRPr lang="en-US"/>
          </a:p>
        </p:txBody>
      </p:sp>
    </p:spTree>
    <p:extLst>
      <p:ext uri="{BB962C8B-B14F-4D97-AF65-F5344CB8AC3E}">
        <p14:creationId xmlns:p14="http://schemas.microsoft.com/office/powerpoint/2010/main" val="8351172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Talk about what container insights is and how it works. How it compares and works with managed </a:t>
            </a:r>
            <a:r>
              <a:rPr lang="en-US" dirty="0" err="1">
                <a:ea typeface="Calibri"/>
                <a:cs typeface="Calibri"/>
              </a:rPr>
              <a:t>prometheous</a:t>
            </a:r>
            <a:r>
              <a:rPr lang="en-US" dirty="0">
                <a:ea typeface="Calibri"/>
                <a:cs typeface="Calibri"/>
              </a:rPr>
              <a:t> and </a:t>
            </a:r>
            <a:r>
              <a:rPr lang="en-US" dirty="0" err="1">
                <a:ea typeface="Calibri"/>
                <a:cs typeface="Calibri"/>
              </a:rPr>
              <a:t>grafana</a:t>
            </a:r>
            <a:endParaRPr lang="en-US" dirty="0" err="1"/>
          </a:p>
        </p:txBody>
      </p:sp>
      <p:sp>
        <p:nvSpPr>
          <p:cNvPr id="4" name="Slide Number Placeholder 3"/>
          <p:cNvSpPr>
            <a:spLocks noGrp="1"/>
          </p:cNvSpPr>
          <p:nvPr>
            <p:ph type="sldNum" sz="quarter" idx="5"/>
          </p:nvPr>
        </p:nvSpPr>
        <p:spPr/>
        <p:txBody>
          <a:bodyPr/>
          <a:lstStyle/>
          <a:p>
            <a:fld id="{2625FF2B-9848-40D4-A961-E928D17E1660}" type="slidenum">
              <a:rPr lang="en-US" smtClean="0"/>
              <a:t>13</a:t>
            </a:fld>
            <a:endParaRPr lang="en-US"/>
          </a:p>
        </p:txBody>
      </p:sp>
    </p:spTree>
    <p:extLst>
      <p:ext uri="{BB962C8B-B14F-4D97-AF65-F5344CB8AC3E}">
        <p14:creationId xmlns:p14="http://schemas.microsoft.com/office/powerpoint/2010/main" val="1474246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25FF2B-9848-40D4-A961-E928D17E1660}" type="slidenum">
              <a:rPr lang="en-US" smtClean="0"/>
              <a:t>14</a:t>
            </a:fld>
            <a:endParaRPr lang="en-US"/>
          </a:p>
        </p:txBody>
      </p:sp>
    </p:spTree>
    <p:extLst>
      <p:ext uri="{BB962C8B-B14F-4D97-AF65-F5344CB8AC3E}">
        <p14:creationId xmlns:p14="http://schemas.microsoft.com/office/powerpoint/2010/main" val="1669745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25FF2B-9848-40D4-A961-E928D17E1660}" type="slidenum">
              <a:rPr lang="en-US" smtClean="0"/>
              <a:t>16</a:t>
            </a:fld>
            <a:endParaRPr lang="en-US"/>
          </a:p>
        </p:txBody>
      </p:sp>
    </p:spTree>
    <p:extLst>
      <p:ext uri="{BB962C8B-B14F-4D97-AF65-F5344CB8AC3E}">
        <p14:creationId xmlns:p14="http://schemas.microsoft.com/office/powerpoint/2010/main" val="36690115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Firstly talk about how the application writes to </a:t>
            </a:r>
            <a:r>
              <a:rPr lang="en-US" dirty="0" err="1">
                <a:ea typeface="Calibri"/>
                <a:cs typeface="Calibri"/>
              </a:rPr>
              <a:t>stdout</a:t>
            </a:r>
            <a:r>
              <a:rPr lang="en-US" dirty="0">
                <a:ea typeface="Calibri"/>
                <a:cs typeface="Calibri"/>
              </a:rPr>
              <a:t> and how a log collection </a:t>
            </a:r>
            <a:r>
              <a:rPr lang="en-US" dirty="0" err="1">
                <a:ea typeface="Calibri"/>
                <a:cs typeface="Calibri"/>
              </a:rPr>
              <a:t>utilty</a:t>
            </a:r>
            <a:r>
              <a:rPr lang="en-US" dirty="0">
                <a:ea typeface="Calibri"/>
                <a:cs typeface="Calibri"/>
              </a:rPr>
              <a:t> can use that and how log files can be collected.</a:t>
            </a:r>
          </a:p>
          <a:p>
            <a:r>
              <a:rPr lang="en-US" dirty="0">
                <a:ea typeface="Calibri"/>
                <a:cs typeface="Calibri"/>
              </a:rPr>
              <a:t>Then focus on how AKS uses it log collection agent to collect logs </a:t>
            </a:r>
          </a:p>
        </p:txBody>
      </p:sp>
      <p:sp>
        <p:nvSpPr>
          <p:cNvPr id="4" name="Slide Number Placeholder 3"/>
          <p:cNvSpPr>
            <a:spLocks noGrp="1"/>
          </p:cNvSpPr>
          <p:nvPr>
            <p:ph type="sldNum" sz="quarter" idx="5"/>
          </p:nvPr>
        </p:nvSpPr>
        <p:spPr/>
        <p:txBody>
          <a:bodyPr/>
          <a:lstStyle/>
          <a:p>
            <a:fld id="{1D09229F-6F41-4CC3-A51C-EB832A3392C5}" type="slidenum">
              <a:rPr lang="en-US"/>
              <a:t>18</a:t>
            </a:fld>
            <a:endParaRPr lang="en-US"/>
          </a:p>
        </p:txBody>
      </p:sp>
    </p:spTree>
    <p:extLst>
      <p:ext uri="{BB962C8B-B14F-4D97-AF65-F5344CB8AC3E}">
        <p14:creationId xmlns:p14="http://schemas.microsoft.com/office/powerpoint/2010/main" val="10250225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Optional slide. Demonstrating how a log collection utility like </a:t>
            </a:r>
            <a:r>
              <a:rPr lang="en-US" dirty="0" err="1">
                <a:ea typeface="Calibri"/>
                <a:cs typeface="Calibri"/>
              </a:rPr>
              <a:t>fluentbit</a:t>
            </a:r>
            <a:r>
              <a:rPr lang="en-US" dirty="0">
                <a:ea typeface="Calibri"/>
                <a:cs typeface="Calibri"/>
              </a:rPr>
              <a:t> can be used to send logs to a variety of sources. </a:t>
            </a:r>
          </a:p>
        </p:txBody>
      </p:sp>
      <p:sp>
        <p:nvSpPr>
          <p:cNvPr id="4" name="Slide Number Placeholder 3"/>
          <p:cNvSpPr>
            <a:spLocks noGrp="1"/>
          </p:cNvSpPr>
          <p:nvPr>
            <p:ph type="sldNum" sz="quarter" idx="5"/>
          </p:nvPr>
        </p:nvSpPr>
        <p:spPr/>
        <p:txBody>
          <a:bodyPr/>
          <a:lstStyle/>
          <a:p>
            <a:fld id="{1D09229F-6F41-4CC3-A51C-EB832A3392C5}" type="slidenum">
              <a:rPr lang="en-US"/>
              <a:t>19</a:t>
            </a:fld>
            <a:endParaRPr lang="en-US"/>
          </a:p>
        </p:txBody>
      </p:sp>
    </p:spTree>
    <p:extLst>
      <p:ext uri="{BB962C8B-B14F-4D97-AF65-F5344CB8AC3E}">
        <p14:creationId xmlns:p14="http://schemas.microsoft.com/office/powerpoint/2010/main" val="1045402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Summray:</a:t>
            </a:r>
          </a:p>
          <a:p>
            <a:endParaRPr lang="en-US">
              <a:ea typeface="Calibri"/>
              <a:cs typeface="Calibri"/>
            </a:endParaRPr>
          </a:p>
          <a:p>
            <a:r>
              <a:rPr lang="en-US">
                <a:solidFill>
                  <a:srgbClr val="1F2328"/>
                </a:solidFill>
              </a:rPr>
              <a:t>Monitoring is split into two pipelines:</a:t>
            </a:r>
            <a:endParaRPr lang="en-US"/>
          </a:p>
          <a:p>
            <a:pPr marL="171450" indent="-171450">
              <a:buFont typeface="Arial"/>
              <a:buChar char="•"/>
            </a:pPr>
            <a:r>
              <a:rPr lang="en-US">
                <a:solidFill>
                  <a:srgbClr val="1F2328"/>
                </a:solidFill>
              </a:rPr>
              <a:t>A </a:t>
            </a:r>
            <a:r>
              <a:rPr lang="en-US" b="1">
                <a:solidFill>
                  <a:srgbClr val="1F2328"/>
                </a:solidFill>
              </a:rPr>
              <a:t>core metrics pipeline</a:t>
            </a:r>
            <a:r>
              <a:rPr lang="en-US">
                <a:solidFill>
                  <a:srgbClr val="1F2328"/>
                </a:solidFill>
              </a:rPr>
              <a:t> consisting of Kubelet, a resource estimator, a slimmed-down Heapster called metrics-server, and the API server serving the master metrics API. These metrics are used by core system components, such as scheduling logic (e.g. scheduler and horizontal pod autoscaling based on system metrics) and simple out-of-the-box UI components (e.g. kubectl top). This pipeline is not intended for integration with third-party monitoring systems.</a:t>
            </a:r>
            <a:endParaRPr lang="en-US"/>
          </a:p>
          <a:p>
            <a:pPr marL="171450" indent="-171450">
              <a:buFont typeface="Arial"/>
              <a:buChar char="•"/>
            </a:pPr>
            <a:r>
              <a:rPr lang="en-US">
                <a:solidFill>
                  <a:srgbClr val="1F2328"/>
                </a:solidFill>
              </a:rPr>
              <a:t>A </a:t>
            </a:r>
            <a:r>
              <a:rPr lang="en-US" b="1">
                <a:solidFill>
                  <a:srgbClr val="1F2328"/>
                </a:solidFill>
              </a:rPr>
              <a:t>monitoring pipeline</a:t>
            </a:r>
            <a:r>
              <a:rPr lang="en-US">
                <a:solidFill>
                  <a:srgbClr val="1F2328"/>
                </a:solidFill>
              </a:rPr>
              <a:t> used for collecting various metrics from the system and exposing them to end-users, as well as to the Horizontal Pod Autoscaler (for custom metrics) and Infrastore via adapters. Users can choose from many monitoring system vendors, or run none at all. In open-source, Kubernetes will not ship with a monitoring pipeline, but third-party options will be easy to install. We expect that such pipelines will typically consist of a per-node agent and a cluster-level aggregator.</a:t>
            </a:r>
            <a:endParaRPr lang="en-US"/>
          </a:p>
          <a:p>
            <a:endParaRPr lang="en-US">
              <a:ea typeface="Calibri"/>
              <a:cs typeface="Calibri"/>
            </a:endParaRPr>
          </a:p>
          <a:p>
            <a:r>
              <a:rPr lang="en-US" b="1"/>
              <a:t>Core metrics pipeline</a:t>
            </a:r>
            <a:endParaRPr lang="en-US"/>
          </a:p>
          <a:p>
            <a:r>
              <a:rPr lang="en-US">
                <a:solidFill>
                  <a:srgbClr val="1F2328"/>
                </a:solidFill>
              </a:rPr>
              <a:t>The core metrics pipeline collects a set of core system metrics. There are two sources for these metrics</a:t>
            </a:r>
            <a:endParaRPr lang="en-US"/>
          </a:p>
          <a:p>
            <a:pPr marL="171450" indent="-171450">
              <a:buFont typeface="Arial"/>
              <a:buChar char="•"/>
            </a:pPr>
            <a:r>
              <a:rPr lang="en-US">
                <a:solidFill>
                  <a:srgbClr val="1F2328"/>
                </a:solidFill>
              </a:rPr>
              <a:t>Kubelet, providing per-node/pod/container usage information (the current cAdvisor that is part of Kubelet will be slimmed down to provide only core system metrics)</a:t>
            </a:r>
            <a:endParaRPr lang="en-US"/>
          </a:p>
          <a:p>
            <a:pPr marL="171450" indent="-171450">
              <a:buFont typeface="Arial"/>
              <a:buChar char="•"/>
            </a:pPr>
            <a:r>
              <a:rPr lang="en-US">
                <a:solidFill>
                  <a:srgbClr val="1F2328"/>
                </a:solidFill>
              </a:rPr>
              <a:t>a resource estimator that runs as a DaemonSet and turns raw usage values scraped from Kubelet into resource estimates (values used by scheduler for a more advanced usage-based scheduler)</a:t>
            </a:r>
            <a:endParaRPr lang="en-US"/>
          </a:p>
          <a:p>
            <a:pPr marL="171450" indent="-171450">
              <a:buFont typeface="Arial"/>
              <a:buChar char="•"/>
            </a:pPr>
            <a:endParaRPr lang="en-US">
              <a:solidFill>
                <a:srgbClr val="1F2328"/>
              </a:solidFill>
            </a:endParaRPr>
          </a:p>
          <a:p>
            <a:r>
              <a:rPr lang="en-US">
                <a:solidFill>
                  <a:srgbClr val="1F2328"/>
                </a:solidFill>
              </a:rPr>
              <a:t>These sources are scraped by a component we call </a:t>
            </a:r>
            <a:r>
              <a:rPr lang="en-US" i="1">
                <a:solidFill>
                  <a:srgbClr val="1F2328"/>
                </a:solidFill>
              </a:rPr>
              <a:t>metrics-server</a:t>
            </a:r>
            <a:r>
              <a:rPr lang="en-US">
                <a:solidFill>
                  <a:srgbClr val="1F2328"/>
                </a:solidFill>
              </a:rPr>
              <a:t> which is like a slimmed-down version of today's Heapster. metrics-server stores locally only latest values and has no sinks. metrics-server exposes the master metrics API. (The configuration described here is similar to the current Heapster in “standalone” mode.) </a:t>
            </a:r>
            <a:r>
              <a:rPr lang="en-US" u="sng">
                <a:solidFill>
                  <a:srgbClr val="0969DA"/>
                </a:solidFill>
                <a:hlinkClick r:id="rId3"/>
              </a:rPr>
              <a:t>Discovery summarizer</a:t>
            </a:r>
            <a:r>
              <a:rPr lang="en-US">
                <a:solidFill>
                  <a:srgbClr val="1F2328"/>
                </a:solidFill>
              </a:rPr>
              <a:t> makes the master metrics API available to external clients such that from the client's perspective it looks the same as talking to the API server.</a:t>
            </a:r>
            <a:endParaRPr lang="en-US"/>
          </a:p>
          <a:p>
            <a:endParaRPr lang="en-US">
              <a:solidFill>
                <a:srgbClr val="1F2328"/>
              </a:solidFill>
            </a:endParaRPr>
          </a:p>
          <a:p>
            <a:r>
              <a:rPr lang="en-US">
                <a:solidFill>
                  <a:srgbClr val="1F2328"/>
                </a:solidFill>
              </a:rPr>
              <a:t>Core (system) metrics are handled as described above in all deployment environments. The only easily replaceable part is resource estimator, which could be replaced by power users. In theory, metric-server itself can also be substituted, but it'd be similar to substituting apiserver itself or controller-manager - possible, but not recommended and not supported.</a:t>
            </a:r>
            <a:endParaRPr lang="en-US"/>
          </a:p>
          <a:p>
            <a:endParaRPr lang="en-US">
              <a:ea typeface="Calibri"/>
              <a:cs typeface="Calibri"/>
            </a:endParaRPr>
          </a:p>
          <a:p>
            <a:r>
              <a:rPr lang="en-US">
                <a:solidFill>
                  <a:srgbClr val="1F2328"/>
                </a:solidFill>
              </a:rPr>
              <a:t>Eventually the core metrics pipeline might also collect metrics from Kubelet and Docker daemon themselves (e.g. CPU usage of Kubelet), even though they do not run in containers.</a:t>
            </a:r>
            <a:endParaRPr lang="en-US"/>
          </a:p>
          <a:p>
            <a:r>
              <a:rPr lang="en-US">
                <a:solidFill>
                  <a:srgbClr val="1F2328"/>
                </a:solidFill>
              </a:rPr>
              <a:t>The core metrics pipeline is intentionally small and not designed for third-party integrations. “Full-fledged” monitoring is left to third-party systems, which provide the monitoring pipeline (see next section) and can run on Kubernetes without having to make changes to upstream components. In this way we can remove the burden we have today that comes with maintaining Heapster as the integration point for every possible metrics source, sink, and feature.</a:t>
            </a:r>
            <a:endParaRPr lang="en-US"/>
          </a:p>
          <a:p>
            <a:endParaRPr lang="en-US">
              <a:ea typeface="Calibri"/>
              <a:cs typeface="Calibri"/>
            </a:endParaRPr>
          </a:p>
          <a:p>
            <a:r>
              <a:rPr lang="en-US" b="1"/>
              <a:t>Infrastore</a:t>
            </a:r>
            <a:endParaRPr lang="en-US"/>
          </a:p>
          <a:p>
            <a:r>
              <a:rPr lang="en-US">
                <a:solidFill>
                  <a:srgbClr val="1F2328"/>
                </a:solidFill>
              </a:rPr>
              <a:t>We will build an open-source Infrastore component (most likely reusing existing technologies) for serving historical queries over core system metrics and events, which it will fetch from the master APIs. Infrastore will expose one or more APIs (possibly just SQL-like queries -- this is TBD) to handle the following use cases</a:t>
            </a:r>
            <a:endParaRPr lang="en-US"/>
          </a:p>
          <a:p>
            <a:pPr marL="171450" indent="-171450">
              <a:buFont typeface="Arial"/>
              <a:buChar char="•"/>
            </a:pPr>
            <a:r>
              <a:rPr lang="en-US">
                <a:solidFill>
                  <a:srgbClr val="1F2328"/>
                </a:solidFill>
              </a:rPr>
              <a:t>initial resources</a:t>
            </a:r>
            <a:endParaRPr lang="en-US"/>
          </a:p>
          <a:p>
            <a:pPr marL="171450" indent="-171450">
              <a:buFont typeface="Arial"/>
              <a:buChar char="•"/>
            </a:pPr>
            <a:r>
              <a:rPr lang="en-US">
                <a:solidFill>
                  <a:srgbClr val="1F2328"/>
                </a:solidFill>
              </a:rPr>
              <a:t>vertical autoscaling</a:t>
            </a:r>
            <a:endParaRPr lang="en-US"/>
          </a:p>
          <a:p>
            <a:pPr marL="171450" indent="-171450">
              <a:buFont typeface="Arial"/>
              <a:buChar char="•"/>
            </a:pPr>
            <a:r>
              <a:rPr lang="en-US">
                <a:solidFill>
                  <a:srgbClr val="1F2328"/>
                </a:solidFill>
              </a:rPr>
              <a:t>oldtimer API</a:t>
            </a:r>
            <a:endParaRPr lang="en-US"/>
          </a:p>
          <a:p>
            <a:pPr marL="171450" indent="-171450">
              <a:buFont typeface="Arial"/>
              <a:buChar char="•"/>
            </a:pPr>
            <a:r>
              <a:rPr lang="en-US">
                <a:solidFill>
                  <a:srgbClr val="1F2328"/>
                </a:solidFill>
              </a:rPr>
              <a:t>decision-support queries for debugging, capacity planning, etc.</a:t>
            </a:r>
            <a:endParaRPr lang="en-US"/>
          </a:p>
          <a:p>
            <a:pPr marL="171450" indent="-171450">
              <a:buFont typeface="Arial"/>
              <a:buChar char="•"/>
            </a:pPr>
            <a:r>
              <a:rPr lang="en-US">
                <a:solidFill>
                  <a:srgbClr val="1F2328"/>
                </a:solidFill>
              </a:rPr>
              <a:t>usage graphs in the </a:t>
            </a:r>
            <a:r>
              <a:rPr lang="en-US" u="sng">
                <a:solidFill>
                  <a:srgbClr val="0969DA"/>
                </a:solidFill>
                <a:hlinkClick r:id="rId4"/>
              </a:rPr>
              <a:t>Kubernetes Dashboard</a:t>
            </a:r>
            <a:endParaRPr lang="en-US"/>
          </a:p>
          <a:p>
            <a:r>
              <a:rPr lang="en-US">
                <a:solidFill>
                  <a:srgbClr val="1F2328"/>
                </a:solidFill>
              </a:rPr>
              <a:t>In addition, it may collect monitoring metrics and service metrics (at least from Kubernetes infrastructure containers), described in the upcoming sections.</a:t>
            </a:r>
            <a:endParaRPr lang="en-US"/>
          </a:p>
          <a:p>
            <a:endParaRPr lang="en-US">
              <a:ea typeface="Calibri"/>
              <a:cs typeface="Calibri"/>
            </a:endParaRPr>
          </a:p>
          <a:p>
            <a:endParaRPr lang="en-US">
              <a:ea typeface="Calibri"/>
              <a:cs typeface="Calibri"/>
            </a:endParaRPr>
          </a:p>
          <a:p>
            <a:endParaRPr lang="en-US">
              <a:ea typeface="Calibri"/>
              <a:cs typeface="Calibri"/>
            </a:endParaRPr>
          </a:p>
          <a:p>
            <a:r>
              <a:rPr lang="en-US" b="1"/>
              <a:t>Monitoring pipeline</a:t>
            </a:r>
            <a:endParaRPr lang="en-US"/>
          </a:p>
          <a:p>
            <a:endParaRPr lang="en-US" b="1">
              <a:solidFill>
                <a:srgbClr val="000000"/>
              </a:solidFill>
            </a:endParaRPr>
          </a:p>
          <a:p>
            <a:r>
              <a:rPr lang="en-US">
                <a:solidFill>
                  <a:srgbClr val="1F2328"/>
                </a:solidFill>
              </a:rPr>
              <a:t>One of the goals of building a dedicated metrics pipeline for core metrics, as described in the previous section, is to allow for a separate monitoring pipeline that can be very flexible because core Kubernetes components do not need to rely on it. By default we will not provide one, but we will provide an easy way to install one (using a single command, most likely using Helm). We described the monitoring pipeline in this section.</a:t>
            </a:r>
            <a:endParaRPr lang="en-US"/>
          </a:p>
          <a:p>
            <a:r>
              <a:rPr lang="en-US">
                <a:solidFill>
                  <a:srgbClr val="1F2328"/>
                </a:solidFill>
              </a:rPr>
              <a:t>Data collected by the monitoring pipeline may contain any sub- or superset of the following groups of metrics:</a:t>
            </a:r>
            <a:endParaRPr lang="en-US"/>
          </a:p>
          <a:p>
            <a:pPr marL="171450" indent="-171450">
              <a:buFont typeface="Arial"/>
              <a:buChar char="•"/>
            </a:pPr>
            <a:r>
              <a:rPr lang="en-US">
                <a:solidFill>
                  <a:srgbClr val="1F2328"/>
                </a:solidFill>
              </a:rPr>
              <a:t>core system metrics</a:t>
            </a:r>
            <a:endParaRPr lang="en-US"/>
          </a:p>
          <a:p>
            <a:pPr marL="171450" indent="-171450">
              <a:buFont typeface="Arial"/>
              <a:buChar char="•"/>
            </a:pPr>
            <a:r>
              <a:rPr lang="en-US">
                <a:solidFill>
                  <a:srgbClr val="1F2328"/>
                </a:solidFill>
              </a:rPr>
              <a:t>non-core system metrics</a:t>
            </a:r>
            <a:endParaRPr lang="en-US"/>
          </a:p>
          <a:p>
            <a:pPr marL="171450" indent="-171450">
              <a:buFont typeface="Arial"/>
              <a:buChar char="•"/>
            </a:pPr>
            <a:r>
              <a:rPr lang="en-US">
                <a:solidFill>
                  <a:srgbClr val="1F2328"/>
                </a:solidFill>
              </a:rPr>
              <a:t>service metrics from user application containers</a:t>
            </a:r>
            <a:endParaRPr lang="en-US"/>
          </a:p>
          <a:p>
            <a:pPr marL="171450" indent="-171450">
              <a:buFont typeface="Arial"/>
              <a:buChar char="•"/>
            </a:pPr>
            <a:r>
              <a:rPr lang="en-US">
                <a:solidFill>
                  <a:srgbClr val="1F2328"/>
                </a:solidFill>
              </a:rPr>
              <a:t>service metrics from Kubernetes infrastructure containers; these metrics are exposed using Prometheus instrumentation</a:t>
            </a:r>
            <a:endParaRPr lang="en-US"/>
          </a:p>
          <a:p>
            <a:pPr marL="171450" indent="-171450">
              <a:buFont typeface="Arial"/>
              <a:buChar char="•"/>
            </a:pPr>
            <a:endParaRPr lang="en-US">
              <a:solidFill>
                <a:srgbClr val="1F2328"/>
              </a:solidFill>
            </a:endParaRPr>
          </a:p>
          <a:p>
            <a:r>
              <a:rPr lang="en-US">
                <a:solidFill>
                  <a:srgbClr val="1F2328"/>
                </a:solidFill>
              </a:rPr>
              <a:t>It is up to the monitoring solution to decide which of these are collected.</a:t>
            </a:r>
            <a:endParaRPr lang="en-US"/>
          </a:p>
          <a:p>
            <a:r>
              <a:rPr lang="en-US">
                <a:solidFill>
                  <a:srgbClr val="1F2328"/>
                </a:solidFill>
              </a:rPr>
              <a:t>In order to enable horizontal pod autoscaling based on custom metrics, the provider of the monitoring pipeline would also have to create a stateless API adapter that pulls the custom metrics from the monitoring pipeline and exposes them to the Horizontal Pod Autoscaler. Such API will be a well defined, versioned API similar to regular APIs. Details of how it will be exposed or discovered will be covered in a detailed design doc for this component.</a:t>
            </a:r>
            <a:endParaRPr lang="en-US"/>
          </a:p>
          <a:p>
            <a:r>
              <a:rPr lang="en-US">
                <a:solidFill>
                  <a:srgbClr val="1F2328"/>
                </a:solidFill>
              </a:rPr>
              <a:t>The same approach applies if it is desired to make monitoring pipeline metrics available in Infrastore. These adapters could be standalone components, libraries, or part of the monitoring solution itself.</a:t>
            </a:r>
            <a:endParaRPr lang="en-US"/>
          </a:p>
          <a:p>
            <a:r>
              <a:rPr lang="en-US">
                <a:solidFill>
                  <a:srgbClr val="1F2328"/>
                </a:solidFill>
              </a:rPr>
              <a:t>There are many possible combinations of node and cluster-level agents that could comprise a monitoring pipeline, including cAdvisor + Heapster + InfluxDB (or any other sink)</a:t>
            </a:r>
            <a:endParaRPr lang="en-US"/>
          </a:p>
          <a:p>
            <a:pPr marL="171450" indent="-171450">
              <a:buFont typeface="Arial"/>
              <a:buChar char="•"/>
            </a:pPr>
            <a:r>
              <a:rPr lang="en-US">
                <a:solidFill>
                  <a:srgbClr val="1F2328"/>
                </a:solidFill>
              </a:rPr>
              <a:t>cAdvisor + collectd + Heapster</a:t>
            </a:r>
            <a:endParaRPr lang="en-US"/>
          </a:p>
          <a:p>
            <a:pPr marL="171450" indent="-171450">
              <a:buFont typeface="Arial"/>
              <a:buChar char="•"/>
            </a:pPr>
            <a:r>
              <a:rPr lang="en-US">
                <a:solidFill>
                  <a:srgbClr val="1F2328"/>
                </a:solidFill>
              </a:rPr>
              <a:t>cAdvisor + Prometheus</a:t>
            </a:r>
            <a:endParaRPr lang="en-US"/>
          </a:p>
          <a:p>
            <a:pPr marL="171450" indent="-171450">
              <a:buFont typeface="Arial"/>
              <a:buChar char="•"/>
            </a:pPr>
            <a:r>
              <a:rPr lang="en-US">
                <a:solidFill>
                  <a:srgbClr val="1F2328"/>
                </a:solidFill>
              </a:rPr>
              <a:t>snapd + Heapster</a:t>
            </a:r>
            <a:endParaRPr lang="en-US"/>
          </a:p>
          <a:p>
            <a:pPr marL="171450" indent="-171450">
              <a:buFont typeface="Arial"/>
              <a:buChar char="•"/>
            </a:pPr>
            <a:r>
              <a:rPr lang="en-US">
                <a:solidFill>
                  <a:srgbClr val="1F2328"/>
                </a:solidFill>
              </a:rPr>
              <a:t>snapd + SNAP cluster-level agent</a:t>
            </a:r>
            <a:endParaRPr lang="en-US"/>
          </a:p>
          <a:p>
            <a:pPr marL="171450" indent="-171450">
              <a:buFont typeface="Arial"/>
              <a:buChar char="•"/>
            </a:pPr>
            <a:r>
              <a:rPr lang="en-US">
                <a:solidFill>
                  <a:srgbClr val="1F2328"/>
                </a:solidFill>
              </a:rPr>
              <a:t>Sysdig</a:t>
            </a:r>
            <a:endParaRPr lang="en-US"/>
          </a:p>
          <a:p>
            <a:pPr marL="171450" indent="-171450">
              <a:buFont typeface="Arial"/>
              <a:buChar char="•"/>
            </a:pPr>
            <a:endParaRPr lang="en-US">
              <a:solidFill>
                <a:srgbClr val="1F2328"/>
              </a:solidFill>
            </a:endParaRPr>
          </a:p>
          <a:p>
            <a:r>
              <a:rPr lang="en-US">
                <a:solidFill>
                  <a:srgbClr val="1F2328"/>
                </a:solidFill>
              </a:rPr>
              <a:t>As an example we'll describe a potential integration with cAdvisor + Prometheus.</a:t>
            </a:r>
            <a:endParaRPr lang="en-US"/>
          </a:p>
          <a:p>
            <a:endParaRPr lang="en-US">
              <a:solidFill>
                <a:srgbClr val="1F2328"/>
              </a:solidFill>
            </a:endParaRPr>
          </a:p>
          <a:p>
            <a:r>
              <a:rPr lang="en-US">
                <a:solidFill>
                  <a:srgbClr val="1F2328"/>
                </a:solidFill>
              </a:rPr>
              <a:t>Prometheus has the following metric sources on a node:</a:t>
            </a:r>
            <a:endParaRPr lang="en-US"/>
          </a:p>
          <a:p>
            <a:pPr marL="171450" indent="-171450">
              <a:buFont typeface="Arial"/>
              <a:buChar char="•"/>
            </a:pPr>
            <a:r>
              <a:rPr lang="en-US">
                <a:solidFill>
                  <a:srgbClr val="1F2328"/>
                </a:solidFill>
              </a:rPr>
              <a:t>core and non-core system metrics from cAdvisor</a:t>
            </a:r>
            <a:endParaRPr lang="en-US"/>
          </a:p>
          <a:p>
            <a:pPr marL="171450" indent="-171450">
              <a:buFont typeface="Arial"/>
              <a:buChar char="•"/>
            </a:pPr>
            <a:r>
              <a:rPr lang="en-US">
                <a:solidFill>
                  <a:srgbClr val="1F2328"/>
                </a:solidFill>
              </a:rPr>
              <a:t>service metrics exposed by containers via HTTP handler in Prometheus format</a:t>
            </a:r>
            <a:endParaRPr lang="en-US"/>
          </a:p>
          <a:p>
            <a:pPr marL="171450" indent="-171450">
              <a:buFont typeface="Arial"/>
              <a:buChar char="•"/>
            </a:pPr>
            <a:r>
              <a:rPr lang="en-US">
                <a:solidFill>
                  <a:srgbClr val="1F2328"/>
                </a:solidFill>
              </a:rPr>
              <a:t>[optional] metrics about node itself from Node Exporter (a Prometheus component)</a:t>
            </a:r>
            <a:endParaRPr lang="en-US"/>
          </a:p>
          <a:p>
            <a:pPr marL="171450" indent="-171450">
              <a:buFont typeface="Arial"/>
              <a:buChar char="•"/>
            </a:pPr>
            <a:endParaRPr lang="en-US">
              <a:solidFill>
                <a:srgbClr val="1F2328"/>
              </a:solidFill>
            </a:endParaRPr>
          </a:p>
          <a:p>
            <a:r>
              <a:rPr lang="en-US">
                <a:solidFill>
                  <a:srgbClr val="1F2328"/>
                </a:solidFill>
              </a:rPr>
              <a:t>All of them are polled by the Prometheus cluster-level agent. We can use the Prometheus cluster-level agent as a source for horizontal pod autoscaling custom metrics by using a standalone API adapter that proxies/translates between the Prometheus Query Language endpoint on the Prometheus cluster-level agent and an HPA-specific API. Likewise an adapter can be used to make the metrics from the monitoring pipeline available in Infrastore. Neither adapter is necessary if the user does not need the corresponding feature.</a:t>
            </a:r>
            <a:endParaRPr lang="en-US"/>
          </a:p>
          <a:p>
            <a:endParaRPr lang="en-US">
              <a:solidFill>
                <a:srgbClr val="1F2328"/>
              </a:solidFill>
            </a:endParaRPr>
          </a:p>
          <a:p>
            <a:r>
              <a:rPr lang="en-US">
                <a:solidFill>
                  <a:srgbClr val="1F2328"/>
                </a:solidFill>
              </a:rPr>
              <a:t>The command that installs cAdvisor+Prometheus should also automatically set up collection of the metrics from infrastructure containers. This is possible because the names of the infrastructure containers and metrics of interest are part of the Kubernetes control plane configuration itself, and because the infrastructure containers export their metrics in Prometheus format.</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1D09229F-6F41-4CC3-A51C-EB832A3392C5}" type="slidenum">
              <a:rPr lang="en-US"/>
              <a:t>22</a:t>
            </a:fld>
            <a:endParaRPr lang="en-US"/>
          </a:p>
        </p:txBody>
      </p:sp>
    </p:spTree>
    <p:extLst>
      <p:ext uri="{BB962C8B-B14F-4D97-AF65-F5344CB8AC3E}">
        <p14:creationId xmlns:p14="http://schemas.microsoft.com/office/powerpoint/2010/main" val="677520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9/8/2025 11:33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23</a:t>
            </a:fld>
            <a:endParaRPr lang="en-US"/>
          </a:p>
        </p:txBody>
      </p:sp>
    </p:spTree>
    <p:extLst>
      <p:ext uri="{BB962C8B-B14F-4D97-AF65-F5344CB8AC3E}">
        <p14:creationId xmlns:p14="http://schemas.microsoft.com/office/powerpoint/2010/main" val="2160796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25FF2B-9848-40D4-A961-E928D17E1660}" type="slidenum">
              <a:rPr lang="en-US" smtClean="0"/>
              <a:t>26</a:t>
            </a:fld>
            <a:endParaRPr lang="en-US"/>
          </a:p>
        </p:txBody>
      </p:sp>
    </p:spTree>
    <p:extLst>
      <p:ext uri="{BB962C8B-B14F-4D97-AF65-F5344CB8AC3E}">
        <p14:creationId xmlns:p14="http://schemas.microsoft.com/office/powerpoint/2010/main" val="2559485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C058C-E39A-A602-1B8A-AA8D833B4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45B889-32FF-68F2-9B61-A80D1713B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AF6BD4-AA6A-7ED9-1CFA-09FE6CDD9383}"/>
              </a:ext>
            </a:extLst>
          </p:cNvPr>
          <p:cNvSpPr>
            <a:spLocks noGrp="1"/>
          </p:cNvSpPr>
          <p:nvPr>
            <p:ph type="body" idx="1"/>
          </p:nvPr>
        </p:nvSpPr>
        <p:spPr/>
        <p:txBody>
          <a:bodyPr/>
          <a:lstStyle/>
          <a:p>
            <a:endParaRPr lang="en-US" b="1"/>
          </a:p>
        </p:txBody>
      </p:sp>
      <p:sp>
        <p:nvSpPr>
          <p:cNvPr id="4" name="Header Placeholder 3">
            <a:extLst>
              <a:ext uri="{FF2B5EF4-FFF2-40B4-BE49-F238E27FC236}">
                <a16:creationId xmlns:a16="http://schemas.microsoft.com/office/drawing/2014/main" id="{D35FD152-5CDD-99D4-290C-262F2EC1CDF8}"/>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5B9EDEF0-0AE9-E51E-1D37-CA35A78912D5}"/>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6211780A-70D8-143F-6FA1-D52860E82DBB}"/>
              </a:ext>
            </a:extLst>
          </p:cNvPr>
          <p:cNvSpPr>
            <a:spLocks noGrp="1"/>
          </p:cNvSpPr>
          <p:nvPr>
            <p:ph type="dt" idx="1"/>
          </p:nvPr>
        </p:nvSpPr>
        <p:spPr/>
        <p:txBody>
          <a:bodyPr/>
          <a:lstStyle/>
          <a:p>
            <a:fld id="{386CE63F-9E7F-4C04-9D0D-FCA25A8E9E86}" type="datetime8">
              <a:rPr lang="en-US" smtClean="0"/>
              <a:t>9/8/2025 11:33 AM</a:t>
            </a:fld>
            <a:endParaRPr lang="en-US"/>
          </a:p>
        </p:txBody>
      </p:sp>
      <p:sp>
        <p:nvSpPr>
          <p:cNvPr id="7" name="Slide Number Placeholder 6">
            <a:extLst>
              <a:ext uri="{FF2B5EF4-FFF2-40B4-BE49-F238E27FC236}">
                <a16:creationId xmlns:a16="http://schemas.microsoft.com/office/drawing/2014/main" id="{2F2C0725-F84A-15C3-6558-B7FC7A9806B8}"/>
              </a:ext>
            </a:extLst>
          </p:cNvPr>
          <p:cNvSpPr>
            <a:spLocks noGrp="1"/>
          </p:cNvSpPr>
          <p:nvPr>
            <p:ph type="sldNum" sz="quarter" idx="5"/>
          </p:nvPr>
        </p:nvSpPr>
        <p:spPr/>
        <p:txBody>
          <a:bodyPr/>
          <a:lstStyle/>
          <a:p>
            <a:fld id="{B4008EB6-D09E-4580-8CD6-DDB14511944F}" type="slidenum">
              <a:rPr lang="en-US" smtClean="0"/>
              <a:pPr/>
              <a:t>33</a:t>
            </a:fld>
            <a:endParaRPr lang="en-US"/>
          </a:p>
        </p:txBody>
      </p:sp>
    </p:spTree>
    <p:extLst>
      <p:ext uri="{BB962C8B-B14F-4D97-AF65-F5344CB8AC3E}">
        <p14:creationId xmlns:p14="http://schemas.microsoft.com/office/powerpoint/2010/main" val="3415903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B750E-9837-4C20-7D62-3FC0FE138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CB6B0-D02A-D63E-A861-91E64C051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9EF6A5-38B9-A2B1-6A0C-B00FF35DFAAF}"/>
              </a:ext>
            </a:extLst>
          </p:cNvPr>
          <p:cNvSpPr>
            <a:spLocks noGrp="1"/>
          </p:cNvSpPr>
          <p:nvPr>
            <p:ph type="body" idx="1"/>
          </p:nvPr>
        </p:nvSpPr>
        <p:spPr/>
        <p:txBody>
          <a:bodyPr/>
          <a:lstStyle/>
          <a:p>
            <a:endParaRPr lang="en-US" sz="2400"/>
          </a:p>
        </p:txBody>
      </p:sp>
      <p:sp>
        <p:nvSpPr>
          <p:cNvPr id="4" name="Slide Number Placeholder 3">
            <a:extLst>
              <a:ext uri="{FF2B5EF4-FFF2-40B4-BE49-F238E27FC236}">
                <a16:creationId xmlns:a16="http://schemas.microsoft.com/office/drawing/2014/main" id="{DE679373-6448-6E58-1237-37C70ED5929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EF91DE-3303-4329-815D-10B015D5C3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19604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0EF62-1F7E-0CCF-09E0-BF89FA994A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E9112-EDEE-C8E5-A801-D0B89327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EC2D67-2EC8-F3D6-8BD7-76C04710904D}"/>
              </a:ext>
            </a:extLst>
          </p:cNvPr>
          <p:cNvSpPr>
            <a:spLocks noGrp="1"/>
          </p:cNvSpPr>
          <p:nvPr>
            <p:ph type="body" idx="1"/>
          </p:nvPr>
        </p:nvSpPr>
        <p:spPr/>
        <p:txBody>
          <a:bodyPr/>
          <a:lstStyle/>
          <a:p>
            <a:r>
              <a:rPr lang="en-US" sz="2400" dirty="0">
                <a:ea typeface="Calibri"/>
                <a:cs typeface="Calibri"/>
              </a:rPr>
              <a:t>Talk generally about OSS Grafana and Prometheus and why they are heavily used in Kubernetes. Focus mainly on the Manage Services provided by Azure. </a:t>
            </a:r>
          </a:p>
          <a:p>
            <a:r>
              <a:rPr lang="en-US" sz="2400" dirty="0">
                <a:ea typeface="Calibri"/>
                <a:cs typeface="Calibri"/>
              </a:rPr>
              <a:t>We go more into Azure managed options in the next section, but still talk about how they are used here. </a:t>
            </a:r>
          </a:p>
        </p:txBody>
      </p:sp>
      <p:sp>
        <p:nvSpPr>
          <p:cNvPr id="4" name="Slide Number Placeholder 3">
            <a:extLst>
              <a:ext uri="{FF2B5EF4-FFF2-40B4-BE49-F238E27FC236}">
                <a16:creationId xmlns:a16="http://schemas.microsoft.com/office/drawing/2014/main" id="{043AE1B1-5694-83E4-C0E1-E830A1173BE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EF91DE-3303-4329-815D-10B015D5C3D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62461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0CF69-F071-C10C-1544-3FBA06171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0B092-5277-0CE4-C209-5CCB16DD9F92}"/>
              </a:ext>
            </a:extLst>
          </p:cNvPr>
          <p:cNvSpPr>
            <a:spLocks noGrp="1" noRot="1" noChangeAspect="1"/>
          </p:cNvSpPr>
          <p:nvPr>
            <p:ph type="sldImg"/>
          </p:nvPr>
        </p:nvSpPr>
        <p:spPr>
          <a:xfrm>
            <a:off x="381000" y="685800"/>
            <a:ext cx="6096000" cy="3429000"/>
          </a:xfrm>
          <a:prstGeom prst="rect">
            <a:avLst/>
          </a:prstGeom>
        </p:spPr>
      </p:sp>
      <p:sp>
        <p:nvSpPr>
          <p:cNvPr id="3" name="Notes Placeholder 2">
            <a:extLst>
              <a:ext uri="{FF2B5EF4-FFF2-40B4-BE49-F238E27FC236}">
                <a16:creationId xmlns:a16="http://schemas.microsoft.com/office/drawing/2014/main" id="{8724EE96-93FE-4587-A6E8-75B8EA72C731}"/>
              </a:ext>
            </a:extLst>
          </p:cNvPr>
          <p:cNvSpPr>
            <a:spLocks noGrp="1"/>
          </p:cNvSpPr>
          <p:nvPr>
            <p:ph type="body" idx="1"/>
          </p:nvPr>
        </p:nvSpPr>
        <p:spPr>
          <a:xfrm>
            <a:off x="685800" y="4343400"/>
            <a:ext cx="5486400" cy="4114800"/>
          </a:xfrm>
          <a:prstGeom prst="rect">
            <a:avLst/>
          </a:prstGeom>
        </p:spPr>
        <p:txBody>
          <a:bodyPr>
            <a:normAutofit/>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Resources to review: </a:t>
            </a:r>
            <a:endParaRPr lang="en-US" dirty="0">
              <a:ea typeface="Calibri"/>
              <a:cs typeface="Calibri"/>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hlinkClick r:id="rId3">
                  <a:extLst>
                    <a:ext uri="{A12FA001-AC4F-418D-AE19-62706E023703}">
                      <ahyp:hlinkClr xmlns:ahyp="http://schemas.microsoft.com/office/drawing/2018/hyperlinkcolor" val="tx"/>
                    </a:ext>
                  </a:extLst>
                </a:hlinkClick>
              </a:rPr>
              <a:t>https://www.datadoghq.com/blog/announcing-aks/</a:t>
            </a:r>
            <a:endParaRPr lang="en-US" dirty="0">
              <a:ea typeface="Calibri"/>
              <a:cs typeface="Calibri"/>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hlinkClick r:id="rId4">
                  <a:extLst>
                    <a:ext uri="{A12FA001-AC4F-418D-AE19-62706E023703}">
                      <ahyp:hlinkClr xmlns:ahyp="http://schemas.microsoft.com/office/drawing/2018/hyperlinkcolor" val="tx"/>
                    </a:ext>
                  </a:extLst>
                </a:hlinkClick>
              </a:rPr>
              <a:t>https://www.datadoghq.com/blog/azure-monitoring-enhancements/</a:t>
            </a:r>
            <a:endParaRPr lang="en-US" dirty="0">
              <a:ea typeface="Calibri"/>
              <a:cs typeface="Calibri"/>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ea typeface="Calibri"/>
              <a:cs typeface="Calibri"/>
            </a:endParaRPr>
          </a:p>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Details: </a:t>
            </a:r>
            <a:endParaRPr lang="en-US" dirty="0">
              <a:ea typeface="Calibri"/>
              <a:cs typeface="Calibri"/>
            </a:endParaRPr>
          </a:p>
          <a:p>
            <a:pPr marL="171450" marR="0" lvl="0" indent="-171450" algn="l" defTabSz="932742" rtl="0" eaLnBrk="1" fontAlgn="auto" latinLnBrk="0" hangingPunct="1">
              <a:lnSpc>
                <a:spcPct val="90000"/>
              </a:lnSpc>
              <a:spcBef>
                <a:spcPts val="0"/>
              </a:spcBef>
              <a:spcAft>
                <a:spcPts val="340"/>
              </a:spcAft>
              <a:buClrTx/>
              <a:buSzTx/>
              <a:buFont typeface="Arial" panose="020B0604020202020204" pitchFamily="34" charset="0"/>
              <a:buChar char="•"/>
              <a:tabLst/>
              <a:defRPr/>
            </a:pPr>
            <a:r>
              <a:rPr lang="en-US" dirty="0"/>
              <a:t>Datadog can help you get full visibility into your AKS deployment by collecting metrics, distributed request traces, and logs from Kubernetes, Azure, and every service running in your container infrastructure</a:t>
            </a:r>
            <a:endParaRPr lang="en-US" dirty="0">
              <a:ea typeface="Calibri"/>
              <a:cs typeface="Calibri"/>
            </a:endParaRPr>
          </a:p>
          <a:p>
            <a:pPr marL="0" marR="0" lvl="0" indent="0" algn="l" defTabSz="932742" rtl="0" eaLnBrk="1" fontAlgn="auto" latinLnBrk="0" hangingPunct="1">
              <a:lnSpc>
                <a:spcPct val="90000"/>
              </a:lnSpc>
              <a:spcBef>
                <a:spcPts val="0"/>
              </a:spcBef>
              <a:spcAft>
                <a:spcPts val="340"/>
              </a:spcAft>
              <a:buClrTx/>
              <a:buSzTx/>
              <a:buFont typeface="Arial" panose="020B0604020202020204" pitchFamily="34" charset="0"/>
              <a:buNone/>
              <a:tabLst/>
              <a:defRPr/>
            </a:pPr>
            <a:endParaRPr lang="en-US" dirty="0">
              <a:ea typeface="Calibri"/>
              <a:cs typeface="Calibri"/>
            </a:endParaRPr>
          </a:p>
          <a:p>
            <a:pPr marL="0" marR="0" lvl="0" indent="0" algn="l" defTabSz="932742" rtl="0" eaLnBrk="1" fontAlgn="auto" latinLnBrk="0" hangingPunct="1">
              <a:lnSpc>
                <a:spcPct val="90000"/>
              </a:lnSpc>
              <a:spcBef>
                <a:spcPts val="0"/>
              </a:spcBef>
              <a:spcAft>
                <a:spcPts val="340"/>
              </a:spcAft>
              <a:buClrTx/>
              <a:buSzTx/>
              <a:buFont typeface="Arial" panose="020B0604020202020204" pitchFamily="34" charset="0"/>
              <a:buNone/>
              <a:tabLst/>
              <a:defRPr/>
            </a:pPr>
            <a:r>
              <a:rPr lang="en-US" sz="900" dirty="0"/>
              <a:t>Datadog is introducing a new Live Container view that gives you insight into the status and performance of all your containers in real time</a:t>
            </a:r>
            <a:endParaRPr lang="en-US" sz="900" b="1" dirty="0">
              <a:ea typeface="Calibri"/>
              <a:cs typeface="Calibri"/>
            </a:endParaRPr>
          </a:p>
          <a:p>
            <a:pPr marL="0" marR="0" lvl="0" indent="0" algn="l" defTabSz="932742" rtl="0" eaLnBrk="1" fontAlgn="auto" latinLnBrk="0" hangingPunct="1">
              <a:lnSpc>
                <a:spcPct val="90000"/>
              </a:lnSpc>
              <a:spcBef>
                <a:spcPts val="0"/>
              </a:spcBef>
              <a:spcAft>
                <a:spcPts val="340"/>
              </a:spcAft>
              <a:buClrTx/>
              <a:buSzTx/>
              <a:buFont typeface="Arial" panose="020B0604020202020204" pitchFamily="34" charset="0"/>
              <a:buNone/>
              <a:tabLst/>
              <a:defRPr/>
            </a:pPr>
            <a:endParaRPr lang="en-US" dirty="0">
              <a:ea typeface="Calibri"/>
              <a:cs typeface="Calibri"/>
            </a:endParaRPr>
          </a:p>
        </p:txBody>
      </p:sp>
      <p:sp>
        <p:nvSpPr>
          <p:cNvPr id="4" name="Date Placeholder 3">
            <a:extLst>
              <a:ext uri="{FF2B5EF4-FFF2-40B4-BE49-F238E27FC236}">
                <a16:creationId xmlns:a16="http://schemas.microsoft.com/office/drawing/2014/main" id="{6B0C7F6C-600C-6579-6F90-1F5665B93582}"/>
              </a:ext>
            </a:extLst>
          </p:cNvPr>
          <p:cNvSpPr>
            <a:spLocks noGrp="1"/>
          </p:cNvSpPr>
          <p:nvPr>
            <p:ph type="dt" idx="10"/>
          </p:nvPr>
        </p:nvSpPr>
        <p:spPr>
          <a:xfrm>
            <a:off x="3884613" y="0"/>
            <a:ext cx="2971800" cy="457200"/>
          </a:xfrm>
          <a:prstGeom prst="rect">
            <a:avLst/>
          </a:prstGeom>
        </p:spPr>
        <p:txBody>
          <a:bodyPr/>
          <a:lstStyle/>
          <a:p>
            <a:fld id="{FC54E88E-0A35-46A4-BA16-DDC44FCADBF5}" type="datetime8">
              <a:rPr lang="en-US" smtClean="0"/>
              <a:t>9/8/2025 11:33 AM</a:t>
            </a:fld>
            <a:endParaRPr lang="en-US"/>
          </a:p>
        </p:txBody>
      </p:sp>
      <p:sp>
        <p:nvSpPr>
          <p:cNvPr id="7" name="Slide Number Placeholder 6">
            <a:extLst>
              <a:ext uri="{FF2B5EF4-FFF2-40B4-BE49-F238E27FC236}">
                <a16:creationId xmlns:a16="http://schemas.microsoft.com/office/drawing/2014/main" id="{90D9E46E-AB1F-86C9-E915-50CF1AE61AEA}"/>
              </a:ext>
            </a:extLst>
          </p:cNvPr>
          <p:cNvSpPr>
            <a:spLocks noGrp="1"/>
          </p:cNvSpPr>
          <p:nvPr>
            <p:ph type="sldNum" sz="quarter" idx="12"/>
          </p:nvPr>
        </p:nvSpPr>
        <p:spPr>
          <a:xfrm>
            <a:off x="6172199" y="8685213"/>
            <a:ext cx="684213" cy="457200"/>
          </a:xfrm>
          <a:prstGeom prst="rect">
            <a:avLst/>
          </a:prstGeom>
        </p:spPr>
        <p:txBody>
          <a:bodyPr/>
          <a:lstStyle/>
          <a:p>
            <a:fld id="{8B263312-38AA-4E1E-B2B5-0F8F122B24FE}" type="slidenum">
              <a:rPr lang="en-US" smtClean="0"/>
              <a:pPr/>
              <a:t>37</a:t>
            </a:fld>
            <a:endParaRPr lang="en-US"/>
          </a:p>
        </p:txBody>
      </p:sp>
      <p:sp>
        <p:nvSpPr>
          <p:cNvPr id="6" name="Footer Placeholder 5">
            <a:extLst>
              <a:ext uri="{FF2B5EF4-FFF2-40B4-BE49-F238E27FC236}">
                <a16:creationId xmlns:a16="http://schemas.microsoft.com/office/drawing/2014/main" id="{D8C9469B-A7B2-AD9C-4AA8-201331F846D2}"/>
              </a:ext>
            </a:extLst>
          </p:cNvPr>
          <p:cNvSpPr>
            <a:spLocks noGrp="1"/>
          </p:cNvSpPr>
          <p:nvPr>
            <p:ph type="ftr" sz="quarter" idx="13"/>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9" name="Header Placeholder 8">
            <a:extLst>
              <a:ext uri="{FF2B5EF4-FFF2-40B4-BE49-F238E27FC236}">
                <a16:creationId xmlns:a16="http://schemas.microsoft.com/office/drawing/2014/main" id="{0FD5B060-081C-0819-73DD-D47EC182814F}"/>
              </a:ext>
            </a:extLst>
          </p:cNvPr>
          <p:cNvSpPr>
            <a:spLocks noGrp="1"/>
          </p:cNvSpPr>
          <p:nvPr>
            <p:ph type="hdr" sz="quarter" idx="14"/>
          </p:nvPr>
        </p:nvSpPr>
        <p:spPr/>
        <p:txBody>
          <a:bodyPr/>
          <a:lstStyle/>
          <a:p>
            <a:endParaRPr lang="en-US"/>
          </a:p>
        </p:txBody>
      </p:sp>
    </p:spTree>
    <p:extLst>
      <p:ext uri="{BB962C8B-B14F-4D97-AF65-F5344CB8AC3E}">
        <p14:creationId xmlns:p14="http://schemas.microsoft.com/office/powerpoint/2010/main" val="379761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7E6AD-5250-EEB6-813E-4F389EEA9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A2E702-E1B0-1657-A59F-E1F93E347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FF0F5-BEF9-4F93-346D-91F8D2F8AF27}"/>
              </a:ext>
            </a:extLst>
          </p:cNvPr>
          <p:cNvSpPr>
            <a:spLocks noGrp="1"/>
          </p:cNvSpPr>
          <p:nvPr>
            <p:ph type="body" idx="1"/>
          </p:nvPr>
        </p:nvSpPr>
        <p:spPr/>
        <p:txBody>
          <a:bodyPr/>
          <a:lstStyle/>
          <a:p>
            <a:endParaRPr lang="en-US" b="1"/>
          </a:p>
        </p:txBody>
      </p:sp>
      <p:sp>
        <p:nvSpPr>
          <p:cNvPr id="4" name="Header Placeholder 3">
            <a:extLst>
              <a:ext uri="{FF2B5EF4-FFF2-40B4-BE49-F238E27FC236}">
                <a16:creationId xmlns:a16="http://schemas.microsoft.com/office/drawing/2014/main" id="{F24ACCC4-6154-7211-43C3-4E676492E5AB}"/>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D3279C9D-6053-988A-6F09-A0FBACE31463}"/>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8B57247-BBF9-6DEA-206F-66EDCFB1D534}"/>
              </a:ext>
            </a:extLst>
          </p:cNvPr>
          <p:cNvSpPr>
            <a:spLocks noGrp="1"/>
          </p:cNvSpPr>
          <p:nvPr>
            <p:ph type="dt" idx="1"/>
          </p:nvPr>
        </p:nvSpPr>
        <p:spPr/>
        <p:txBody>
          <a:bodyPr/>
          <a:lstStyle/>
          <a:p>
            <a:fld id="{386CE63F-9E7F-4C04-9D0D-FCA25A8E9E86}" type="datetime8">
              <a:rPr lang="en-US" smtClean="0"/>
              <a:t>9/8/2025 11:33 AM</a:t>
            </a:fld>
            <a:endParaRPr lang="en-US"/>
          </a:p>
        </p:txBody>
      </p:sp>
      <p:sp>
        <p:nvSpPr>
          <p:cNvPr id="7" name="Slide Number Placeholder 6">
            <a:extLst>
              <a:ext uri="{FF2B5EF4-FFF2-40B4-BE49-F238E27FC236}">
                <a16:creationId xmlns:a16="http://schemas.microsoft.com/office/drawing/2014/main" id="{C4A7197A-D53A-47FE-1179-73F7B0D3E385}"/>
              </a:ext>
            </a:extLst>
          </p:cNvPr>
          <p:cNvSpPr>
            <a:spLocks noGrp="1"/>
          </p:cNvSpPr>
          <p:nvPr>
            <p:ph type="sldNum" sz="quarter" idx="5"/>
          </p:nvPr>
        </p:nvSpPr>
        <p:spPr/>
        <p:txBody>
          <a:bodyPr/>
          <a:lstStyle/>
          <a:p>
            <a:fld id="{B4008EB6-D09E-4580-8CD6-DDB14511944F}" type="slidenum">
              <a:rPr lang="en-US" smtClean="0"/>
              <a:pPr/>
              <a:t>38</a:t>
            </a:fld>
            <a:endParaRPr lang="en-US"/>
          </a:p>
        </p:txBody>
      </p:sp>
    </p:spTree>
    <p:extLst>
      <p:ext uri="{BB962C8B-B14F-4D97-AF65-F5344CB8AC3E}">
        <p14:creationId xmlns:p14="http://schemas.microsoft.com/office/powerpoint/2010/main" val="14508616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This slide talks about how </a:t>
            </a:r>
            <a:r>
              <a:rPr lang="en-US" dirty="0" err="1">
                <a:ea typeface="Calibri"/>
                <a:cs typeface="Calibri"/>
              </a:rPr>
              <a:t>prometheus</a:t>
            </a:r>
            <a:r>
              <a:rPr lang="en-US" dirty="0">
                <a:ea typeface="Calibri"/>
                <a:cs typeface="Calibri"/>
              </a:rPr>
              <a:t> works with container insights and ships data to Azure Monitor for it to be used in </a:t>
            </a:r>
            <a:r>
              <a:rPr lang="en-US" dirty="0" err="1">
                <a:ea typeface="Calibri"/>
                <a:cs typeface="Calibri"/>
              </a:rPr>
              <a:t>grafana</a:t>
            </a:r>
            <a:r>
              <a:rPr lang="en-US" dirty="0">
                <a:ea typeface="Calibri"/>
                <a:cs typeface="Calibri"/>
              </a:rPr>
              <a:t> where alerting and more complex dashboards can be enabled. </a:t>
            </a:r>
          </a:p>
        </p:txBody>
      </p:sp>
      <p:sp>
        <p:nvSpPr>
          <p:cNvPr id="4" name="Slide Number Placeholder 3"/>
          <p:cNvSpPr>
            <a:spLocks noGrp="1"/>
          </p:cNvSpPr>
          <p:nvPr>
            <p:ph type="sldNum" sz="quarter" idx="5"/>
          </p:nvPr>
        </p:nvSpPr>
        <p:spPr/>
        <p:txBody>
          <a:bodyPr/>
          <a:lstStyle/>
          <a:p>
            <a:fld id="{1D09229F-6F41-4CC3-A51C-EB832A3392C5}" type="slidenum">
              <a:rPr lang="en-US"/>
              <a:t>39</a:t>
            </a:fld>
            <a:endParaRPr lang="en-US"/>
          </a:p>
        </p:txBody>
      </p:sp>
    </p:spTree>
    <p:extLst>
      <p:ext uri="{BB962C8B-B14F-4D97-AF65-F5344CB8AC3E}">
        <p14:creationId xmlns:p14="http://schemas.microsoft.com/office/powerpoint/2010/main" val="7413768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If the customer requires Istio the CSA can deliver this next section or just hide it if its not relevant. </a:t>
            </a:r>
          </a:p>
        </p:txBody>
      </p:sp>
      <p:sp>
        <p:nvSpPr>
          <p:cNvPr id="4" name="Slide Number Placeholder 3"/>
          <p:cNvSpPr>
            <a:spLocks noGrp="1"/>
          </p:cNvSpPr>
          <p:nvPr>
            <p:ph type="sldNum" sz="quarter" idx="5"/>
          </p:nvPr>
        </p:nvSpPr>
        <p:spPr/>
        <p:txBody>
          <a:bodyPr/>
          <a:lstStyle/>
          <a:p>
            <a:fld id="{1D09229F-6F41-4CC3-A51C-EB832A3392C5}" type="slidenum">
              <a:rPr lang="en-US"/>
              <a:t>43</a:t>
            </a:fld>
            <a:endParaRPr lang="en-US"/>
          </a:p>
        </p:txBody>
      </p:sp>
    </p:spTree>
    <p:extLst>
      <p:ext uri="{BB962C8B-B14F-4D97-AF65-F5344CB8AC3E}">
        <p14:creationId xmlns:p14="http://schemas.microsoft.com/office/powerpoint/2010/main" val="5734189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BEE73-920D-FBA5-D2AA-92DF6AAD7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243C60-474A-1B4A-E127-00CCFCFC1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4F50B2-E0EE-0DDC-E10E-89F27B53AB0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19E3ECD-6C60-E94C-0980-59D6BF73801D}"/>
              </a:ext>
            </a:extLst>
          </p:cNvPr>
          <p:cNvSpPr>
            <a:spLocks noGrp="1"/>
          </p:cNvSpPr>
          <p:nvPr>
            <p:ph type="sldNum" sz="quarter" idx="5"/>
          </p:nvPr>
        </p:nvSpPr>
        <p:spPr/>
        <p:txBody>
          <a:bodyPr/>
          <a:lstStyle/>
          <a:p>
            <a:fld id="{2625FF2B-9848-40D4-A961-E928D17E1660}" type="slidenum">
              <a:rPr lang="en-US" smtClean="0"/>
              <a:t>44</a:t>
            </a:fld>
            <a:endParaRPr lang="en-US"/>
          </a:p>
        </p:txBody>
      </p:sp>
    </p:spTree>
    <p:extLst>
      <p:ext uri="{BB962C8B-B14F-4D97-AF65-F5344CB8AC3E}">
        <p14:creationId xmlns:p14="http://schemas.microsoft.com/office/powerpoint/2010/main" val="28370692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25FF2B-9848-40D4-A961-E928D17E1660}" type="slidenum">
              <a:rPr lang="en-US" smtClean="0"/>
              <a:t>49</a:t>
            </a:fld>
            <a:endParaRPr lang="en-US"/>
          </a:p>
        </p:txBody>
      </p:sp>
    </p:spTree>
    <p:extLst>
      <p:ext uri="{BB962C8B-B14F-4D97-AF65-F5344CB8AC3E}">
        <p14:creationId xmlns:p14="http://schemas.microsoft.com/office/powerpoint/2010/main" val="3918524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0B4FF-93BA-A94A-9A22-5F4E451D8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EF811-30EC-DD44-88DF-688CF5A96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84E6C-8463-0EB3-BA49-61E61ECF628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026125-83AF-F55A-207B-F7EFD7844B78}"/>
              </a:ext>
            </a:extLst>
          </p:cNvPr>
          <p:cNvSpPr>
            <a:spLocks noGrp="1"/>
          </p:cNvSpPr>
          <p:nvPr>
            <p:ph type="sldNum" sz="quarter" idx="5"/>
          </p:nvPr>
        </p:nvSpPr>
        <p:spPr/>
        <p:txBody>
          <a:bodyPr/>
          <a:lstStyle/>
          <a:p>
            <a:fld id="{2625FF2B-9848-40D4-A961-E928D17E1660}" type="slidenum">
              <a:rPr lang="en-US" smtClean="0"/>
              <a:t>50</a:t>
            </a:fld>
            <a:endParaRPr lang="en-US"/>
          </a:p>
        </p:txBody>
      </p:sp>
    </p:spTree>
    <p:extLst>
      <p:ext uri="{BB962C8B-B14F-4D97-AF65-F5344CB8AC3E}">
        <p14:creationId xmlns:p14="http://schemas.microsoft.com/office/powerpoint/2010/main" val="2226744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74CE7-87E2-DE3E-F648-2C1EB8068A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F20E64-9C25-8E73-A0CD-B694AC9F83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075D0-2869-FDF2-6250-B27C05EA56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AF081D3-FD67-C93A-89CE-2B58AE9C3D61}"/>
              </a:ext>
            </a:extLst>
          </p:cNvPr>
          <p:cNvSpPr>
            <a:spLocks noGrp="1"/>
          </p:cNvSpPr>
          <p:nvPr>
            <p:ph type="sldNum" sz="quarter" idx="5"/>
          </p:nvPr>
        </p:nvSpPr>
        <p:spPr/>
        <p:txBody>
          <a:bodyPr/>
          <a:lstStyle/>
          <a:p>
            <a:fld id="{2625FF2B-9848-40D4-A961-E928D17E1660}" type="slidenum">
              <a:rPr lang="en-US" smtClean="0"/>
              <a:t>51</a:t>
            </a:fld>
            <a:endParaRPr lang="en-US"/>
          </a:p>
        </p:txBody>
      </p:sp>
    </p:spTree>
    <p:extLst>
      <p:ext uri="{BB962C8B-B14F-4D97-AF65-F5344CB8AC3E}">
        <p14:creationId xmlns:p14="http://schemas.microsoft.com/office/powerpoint/2010/main" val="10790761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5780C-C31D-0A6A-84B0-5F1479EDFB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4913EB-74BE-8A17-C5CD-8BAC66D82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C90D4F-C9C6-1656-2EB0-3D8E9D43C4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42D3223-9E4E-4994-C3C0-F9654CBCF49D}"/>
              </a:ext>
            </a:extLst>
          </p:cNvPr>
          <p:cNvSpPr>
            <a:spLocks noGrp="1"/>
          </p:cNvSpPr>
          <p:nvPr>
            <p:ph type="sldNum" sz="quarter" idx="5"/>
          </p:nvPr>
        </p:nvSpPr>
        <p:spPr/>
        <p:txBody>
          <a:bodyPr/>
          <a:lstStyle/>
          <a:p>
            <a:fld id="{2625FF2B-9848-40D4-A961-E928D17E1660}" type="slidenum">
              <a:rPr lang="en-US" smtClean="0"/>
              <a:t>52</a:t>
            </a:fld>
            <a:endParaRPr lang="en-US"/>
          </a:p>
        </p:txBody>
      </p:sp>
    </p:spTree>
    <p:extLst>
      <p:ext uri="{BB962C8B-B14F-4D97-AF65-F5344CB8AC3E}">
        <p14:creationId xmlns:p14="http://schemas.microsoft.com/office/powerpoint/2010/main" val="26495685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14693-91C1-E06B-DCAD-6C3844C34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76ED2-0768-2E9C-68B7-56FF89AEB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C1E30-2843-67C1-55D1-C24BE38A11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87FD31-9BB7-721E-D7F2-13ED34D71B9E}"/>
              </a:ext>
            </a:extLst>
          </p:cNvPr>
          <p:cNvSpPr>
            <a:spLocks noGrp="1"/>
          </p:cNvSpPr>
          <p:nvPr>
            <p:ph type="sldNum" sz="quarter" idx="5"/>
          </p:nvPr>
        </p:nvSpPr>
        <p:spPr/>
        <p:txBody>
          <a:bodyPr/>
          <a:lstStyle/>
          <a:p>
            <a:fld id="{2625FF2B-9848-40D4-A961-E928D17E1660}" type="slidenum">
              <a:rPr lang="en-US" smtClean="0"/>
              <a:t>53</a:t>
            </a:fld>
            <a:endParaRPr lang="en-US"/>
          </a:p>
        </p:txBody>
      </p:sp>
    </p:spTree>
    <p:extLst>
      <p:ext uri="{BB962C8B-B14F-4D97-AF65-F5344CB8AC3E}">
        <p14:creationId xmlns:p14="http://schemas.microsoft.com/office/powerpoint/2010/main" val="10955710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smtClean="0"/>
              <a:pPr/>
              <a:t>54</a:t>
            </a:fld>
            <a:endParaRPr lang="en-US"/>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smtClean="0"/>
              <a:t>9/8/2025</a:t>
            </a:fld>
            <a:endParaRPr lang="en-US"/>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a:t>[[HEADER]]</a:t>
            </a:r>
          </a:p>
        </p:txBody>
      </p:sp>
    </p:spTree>
    <p:extLst>
      <p:ext uri="{BB962C8B-B14F-4D97-AF65-F5344CB8AC3E}">
        <p14:creationId xmlns:p14="http://schemas.microsoft.com/office/powerpoint/2010/main" val="28936056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25FF2B-9848-40D4-A961-E928D17E1660}" type="slidenum">
              <a:rPr lang="en-US" smtClean="0"/>
              <a:t>55</a:t>
            </a:fld>
            <a:endParaRPr lang="en-US"/>
          </a:p>
        </p:txBody>
      </p:sp>
    </p:spTree>
    <p:extLst>
      <p:ext uri="{BB962C8B-B14F-4D97-AF65-F5344CB8AC3E}">
        <p14:creationId xmlns:p14="http://schemas.microsoft.com/office/powerpoint/2010/main" val="14281821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quare phot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4200" y="2303312"/>
            <a:ext cx="7298437" cy="3046988"/>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Event name </a:t>
            </a:r>
            <a:br>
              <a:rPr lang="en-US"/>
            </a:br>
            <a:r>
              <a:rPr lang="en-US"/>
              <a:t>or presentation title here</a:t>
            </a:r>
          </a:p>
        </p:txBody>
      </p:sp>
      <p:sp>
        <p:nvSpPr>
          <p:cNvPr id="5" name="Text Placeholder 4"/>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cxnSp>
        <p:nvCxnSpPr>
          <p:cNvPr id="4" name="Straight Connector 3">
            <a:extLst>
              <a:ext uri="{FF2B5EF4-FFF2-40B4-BE49-F238E27FC236}">
                <a16:creationId xmlns:a16="http://schemas.microsoft.com/office/drawing/2014/main" id="{CBA263C4-3326-E64B-9789-EDA19734D864}"/>
              </a:ext>
            </a:extLst>
          </p:cNvPr>
          <p:cNvCxnSpPr>
            <a:cxnSpLocks/>
          </p:cNvCxnSpPr>
          <p:nvPr userDrawn="1"/>
        </p:nvCxnSpPr>
        <p:spPr>
          <a:xfrm>
            <a:off x="584200" y="6267088"/>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079960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
        <p:nvSpPr>
          <p:cNvPr id="35" name="Footer Placeholder 4">
            <a:extLst>
              <a:ext uri="{FF2B5EF4-FFF2-40B4-BE49-F238E27FC236}">
                <a16:creationId xmlns:a16="http://schemas.microsoft.com/office/drawing/2014/main" id="{8C64960A-4B61-43E6-B400-13FC4850F81A}"/>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36" name="Slide Number Placeholder 5">
            <a:extLst>
              <a:ext uri="{FF2B5EF4-FFF2-40B4-BE49-F238E27FC236}">
                <a16:creationId xmlns:a16="http://schemas.microsoft.com/office/drawing/2014/main" id="{4333FB6F-5C99-40E2-8D4E-1E9EE410072E}"/>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2" name="Rectangle 1">
            <a:extLst>
              <a:ext uri="{FF2B5EF4-FFF2-40B4-BE49-F238E27FC236}">
                <a16:creationId xmlns:a16="http://schemas.microsoft.com/office/drawing/2014/main" id="{74BEDE68-1D2D-4A40-A3F4-F77A41DD2BC0}"/>
              </a:ext>
            </a:extLst>
          </p:cNvPr>
          <p:cNvSpPr/>
          <p:nvPr userDrawn="1"/>
        </p:nvSpPr>
        <p:spPr bwMode="auto">
          <a:xfrm>
            <a:off x="1" y="0"/>
            <a:ext cx="37084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8AAF1AEC-5837-427A-AB77-EF89A45999B0}"/>
              </a:ext>
            </a:extLst>
          </p:cNvPr>
          <p:cNvSpPr>
            <a:spLocks noGrp="1"/>
          </p:cNvSpPr>
          <p:nvPr userDrawn="1">
            <p:ph type="body" sz="quarter" idx="39" hasCustomPrompt="1"/>
          </p:nvPr>
        </p:nvSpPr>
        <p:spPr>
          <a:xfrm>
            <a:off x="571500" y="3121224"/>
            <a:ext cx="2824014" cy="615553"/>
          </a:xfrm>
        </p:spPr>
        <p:txBody>
          <a:bodyPr/>
          <a:lstStyle>
            <a:lvl1pPr marL="0" indent="0">
              <a:buNone/>
              <a:defRPr sz="4000">
                <a:solidFill>
                  <a:schemeClr val="bg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Agenda</a:t>
            </a:r>
          </a:p>
        </p:txBody>
      </p:sp>
    </p:spTree>
    <p:extLst>
      <p:ext uri="{BB962C8B-B14F-4D97-AF65-F5344CB8AC3E}">
        <p14:creationId xmlns:p14="http://schemas.microsoft.com/office/powerpoint/2010/main" val="913829801"/>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23825926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Only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2"/>
            <a:ext cx="12192000" cy="1590674"/>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59067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46209294"/>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Blue Bar_Placeholde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F141C64-E920-4DE9-A440-152373BCBA3E}"/>
              </a:ext>
              <a:ext uri="{C183D7F6-B498-43B3-948B-1728B52AA6E4}">
                <adec:decorative xmlns:adec="http://schemas.microsoft.com/office/drawing/2017/decorative" val="1"/>
              </a:ext>
            </a:extLst>
          </p:cNvPr>
          <p:cNvSpPr/>
          <p:nvPr/>
        </p:nvSpPr>
        <p:spPr bwMode="auto">
          <a:xfrm>
            <a:off x="0" y="2"/>
            <a:ext cx="12192000" cy="1429046"/>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Footer Placeholder 4">
            <a:extLst>
              <a:ext uri="{FF2B5EF4-FFF2-40B4-BE49-F238E27FC236}">
                <a16:creationId xmlns:a16="http://schemas.microsoft.com/office/drawing/2014/main" id="{3CB9224E-20A8-4184-BE63-F7ADC102413F}"/>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ACDA2FAA-F591-4C59-93CB-5FDE50ECC64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9" name="Content Placeholder 8">
            <a:extLst>
              <a:ext uri="{FF2B5EF4-FFF2-40B4-BE49-F238E27FC236}">
                <a16:creationId xmlns:a16="http://schemas.microsoft.com/office/drawing/2014/main" id="{42582AC2-DA98-4BCB-8380-34C382DED89F}"/>
              </a:ext>
            </a:extLst>
          </p:cNvPr>
          <p:cNvSpPr>
            <a:spLocks noGrp="1"/>
          </p:cNvSpPr>
          <p:nvPr>
            <p:ph sz="quarter" idx="10" hasCustomPrompt="1"/>
          </p:nvPr>
        </p:nvSpPr>
        <p:spPr>
          <a:xfrm>
            <a:off x="6019800" y="1871663"/>
            <a:ext cx="5600700" cy="4397375"/>
          </a:xfrm>
          <a:ln w="6350">
            <a:solidFill>
              <a:schemeClr val="bg1">
                <a:lumMod val="85000"/>
              </a:schemeClr>
            </a:solidFill>
          </a:ln>
        </p:spPr>
        <p:txBody>
          <a:bodyPr/>
          <a:lstStyle>
            <a:lvl1pPr marL="0" indent="0" algn="ctr">
              <a:buNone/>
              <a:defRPr sz="1800"/>
            </a:lvl1pPr>
          </a:lstStyle>
          <a:p>
            <a:pPr lvl="0"/>
            <a:r>
              <a:rPr lang="en-US"/>
              <a:t>Place holder for report and illustration </a:t>
            </a:r>
          </a:p>
        </p:txBody>
      </p:sp>
      <p:sp>
        <p:nvSpPr>
          <p:cNvPr id="11" name="Rectangle 10">
            <a:extLst>
              <a:ext uri="{FF2B5EF4-FFF2-40B4-BE49-F238E27FC236}">
                <a16:creationId xmlns:a16="http://schemas.microsoft.com/office/drawing/2014/main" id="{3CBE3747-AB42-4DD5-A33C-42C4A70E8A91}"/>
              </a:ext>
              <a:ext uri="{C183D7F6-B498-43B3-948B-1728B52AA6E4}">
                <adec:decorative xmlns:adec="http://schemas.microsoft.com/office/drawing/2017/decorative" val="1"/>
              </a:ext>
            </a:extLst>
          </p:cNvPr>
          <p:cNvSpPr/>
          <p:nvPr userDrawn="1"/>
        </p:nvSpPr>
        <p:spPr bwMode="auto">
          <a:xfrm>
            <a:off x="0" y="1429048"/>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2762578842"/>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_Subtitle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accent6"/>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37091661"/>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_Subtitle_Blue Bar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BA4EE01-A11E-4E94-BD8C-0E370CC84335}"/>
              </a:ext>
              <a:ext uri="{C183D7F6-B498-43B3-948B-1728B52AA6E4}">
                <adec:decorative xmlns:adec="http://schemas.microsoft.com/office/drawing/2017/decorative" val="1"/>
              </a:ext>
            </a:extLst>
          </p:cNvPr>
          <p:cNvSpPr/>
          <p:nvPr userDrawn="1"/>
        </p:nvSpPr>
        <p:spPr bwMode="auto">
          <a:xfrm>
            <a:off x="0" y="1"/>
            <a:ext cx="12192000" cy="1857827"/>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849DBB57-EFF8-4672-A1A8-6F5D20C83EAE}"/>
              </a:ext>
              <a:ext uri="{C183D7F6-B498-43B3-948B-1728B52AA6E4}">
                <adec:decorative xmlns:adec="http://schemas.microsoft.com/office/drawing/2017/decorative" val="1"/>
              </a:ext>
            </a:extLst>
          </p:cNvPr>
          <p:cNvSpPr/>
          <p:nvPr userDrawn="1"/>
        </p:nvSpPr>
        <p:spPr bwMode="auto">
          <a:xfrm>
            <a:off x="0" y="1808596"/>
            <a:ext cx="12192000" cy="49232"/>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3" name="Text Placeholder 4">
            <a:extLst>
              <a:ext uri="{FF2B5EF4-FFF2-40B4-BE49-F238E27FC236}">
                <a16:creationId xmlns:a16="http://schemas.microsoft.com/office/drawing/2014/main" id="{6EC02201-A897-0144-8522-F40E06456BE8}"/>
              </a:ext>
            </a:extLst>
          </p:cNvPr>
          <p:cNvSpPr>
            <a:spLocks noGrp="1"/>
          </p:cNvSpPr>
          <p:nvPr>
            <p:ph type="body" sz="quarter" idx="12" hasCustomPrompt="1"/>
          </p:nvPr>
        </p:nvSpPr>
        <p:spPr>
          <a:xfrm>
            <a:off x="584201" y="1310646"/>
            <a:ext cx="11018520"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643951438"/>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Image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6720842"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6720842"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5854348"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720843" y="0"/>
            <a:ext cx="5471157" cy="6858000"/>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424181485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alf Image_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p:nvPr userDrawn="1"/>
        </p:nvSpPr>
        <p:spPr bwMode="auto">
          <a:xfrm>
            <a:off x="0" y="801983"/>
            <a:ext cx="60198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p:nvPr userDrawn="1"/>
        </p:nvSpPr>
        <p:spPr bwMode="auto">
          <a:xfrm>
            <a:off x="0" y="1923213"/>
            <a:ext cx="60198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4555319" cy="553998"/>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
        <p:nvSpPr>
          <p:cNvPr id="12" name="Content Placeholder 10">
            <a:extLst>
              <a:ext uri="{FF2B5EF4-FFF2-40B4-BE49-F238E27FC236}">
                <a16:creationId xmlns:a16="http://schemas.microsoft.com/office/drawing/2014/main" id="{87392304-E6C1-4312-930D-A6D4819615F6}"/>
              </a:ext>
            </a:extLst>
          </p:cNvPr>
          <p:cNvSpPr>
            <a:spLocks noGrp="1"/>
          </p:cNvSpPr>
          <p:nvPr>
            <p:ph sz="quarter" idx="11"/>
          </p:nvPr>
        </p:nvSpPr>
        <p:spPr>
          <a:xfrm>
            <a:off x="6019800" y="585788"/>
            <a:ext cx="5600700" cy="5686424"/>
          </a:xfrm>
          <a:ln w="6350">
            <a:solidFill>
              <a:schemeClr val="bg1">
                <a:lumMod val="75000"/>
              </a:schemeClr>
            </a:solidFill>
          </a:ln>
        </p:spPr>
        <p:txBody>
          <a:bodyPr/>
          <a:lstStyle>
            <a:lvl1pPr marL="0" indent="0" algn="ctr">
              <a:buNone/>
              <a:defRPr sz="2400"/>
            </a:lvl1pPr>
          </a:lstStyle>
          <a:p>
            <a:pPr lvl="0"/>
            <a:r>
              <a:rPr lang="en-US"/>
              <a:t>Click to edit Master text styles</a:t>
            </a:r>
          </a:p>
        </p:txBody>
      </p:sp>
    </p:spTree>
    <p:extLst>
      <p:ext uri="{BB962C8B-B14F-4D97-AF65-F5344CB8AC3E}">
        <p14:creationId xmlns:p14="http://schemas.microsoft.com/office/powerpoint/2010/main" val="11449845"/>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ue Bar Layout">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8" name="Rectangle 7">
            <a:extLst>
              <a:ext uri="{FF2B5EF4-FFF2-40B4-BE49-F238E27FC236}">
                <a16:creationId xmlns:a16="http://schemas.microsoft.com/office/drawing/2014/main" id="{FCC52691-475D-43F1-A919-4B156DB9EB3B}"/>
              </a:ext>
            </a:extLst>
          </p:cNvPr>
          <p:cNvSpPr>
            <a:spLocks/>
          </p:cNvSpPr>
          <p:nvPr userDrawn="1"/>
        </p:nvSpPr>
        <p:spPr bwMode="auto">
          <a:xfrm>
            <a:off x="0" y="801983"/>
            <a:ext cx="12192000" cy="112123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9">
            <a:extLst>
              <a:ext uri="{FF2B5EF4-FFF2-40B4-BE49-F238E27FC236}">
                <a16:creationId xmlns:a16="http://schemas.microsoft.com/office/drawing/2014/main" id="{5D652719-B081-48FC-940C-093D3CF71ACF}"/>
              </a:ext>
            </a:extLst>
          </p:cNvPr>
          <p:cNvSpPr>
            <a:spLocks/>
          </p:cNvSpPr>
          <p:nvPr userDrawn="1"/>
        </p:nvSpPr>
        <p:spPr bwMode="auto">
          <a:xfrm>
            <a:off x="0" y="1923213"/>
            <a:ext cx="12192000" cy="54699"/>
          </a:xfrm>
          <a:prstGeom prst="rect">
            <a:avLst/>
          </a:prstGeom>
          <a:solidFill>
            <a:schemeClr val="accent2">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1085599"/>
            <a:ext cx="11045019" cy="553998"/>
          </a:xfrm>
        </p:spPr>
        <p:txBody>
          <a:bodyPr wrap="square">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a:t>
            </a:r>
          </a:p>
        </p:txBody>
      </p:sp>
    </p:spTree>
    <p:extLst>
      <p:ext uri="{BB962C8B-B14F-4D97-AF65-F5344CB8AC3E}">
        <p14:creationId xmlns:p14="http://schemas.microsoft.com/office/powerpoint/2010/main" val="2983828958"/>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555319" cy="1107996"/>
          </a:xfrm>
        </p:spPr>
        <p:txBody>
          <a:bodyPr>
            <a:spAutoFit/>
          </a:bodyPr>
          <a:lstStyle>
            <a:lvl1pPr algn="l" defTabSz="932742" rtl="0" eaLnBrk="1" latinLnBrk="0" hangingPunct="1">
              <a:lnSpc>
                <a:spcPct val="100000"/>
              </a:lnSpc>
              <a:spcBef>
                <a:spcPct val="0"/>
              </a:spcBef>
              <a:buNone/>
              <a:defRPr lang="en-US" sz="36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Footer Placeholder 4">
            <a:extLst>
              <a:ext uri="{FF2B5EF4-FFF2-40B4-BE49-F238E27FC236}">
                <a16:creationId xmlns:a16="http://schemas.microsoft.com/office/drawing/2014/main" id="{ACA47FE3-808F-4455-9116-CB304A57F6D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29EA8DF5-0F38-4D7D-8A31-170AB79F5D9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7" name="Media Placeholder 6">
            <a:extLst>
              <a:ext uri="{FF2B5EF4-FFF2-40B4-BE49-F238E27FC236}">
                <a16:creationId xmlns:a16="http://schemas.microsoft.com/office/drawing/2014/main" id="{40EC17C2-B72D-4F57-AB81-A8295D570494}"/>
              </a:ext>
            </a:extLst>
          </p:cNvPr>
          <p:cNvSpPr>
            <a:spLocks noGrp="1"/>
          </p:cNvSpPr>
          <p:nvPr>
            <p:ph type="media" sz="quarter" idx="10"/>
          </p:nvPr>
        </p:nvSpPr>
        <p:spPr>
          <a:xfrm>
            <a:off x="6019800" y="585789"/>
            <a:ext cx="5595938" cy="5683249"/>
          </a:xfrm>
          <a:solidFill>
            <a:schemeClr val="bg1">
              <a:lumMod val="95000"/>
            </a:schemeClr>
          </a:solidFill>
          <a:ln w="6350">
            <a:solidFill>
              <a:schemeClr val="bg1">
                <a:lumMod val="75000"/>
              </a:schemeClr>
            </a:solidFill>
          </a:ln>
        </p:spPr>
        <p:txBody>
          <a:bodyPr/>
          <a:lstStyle>
            <a:lvl1pPr marL="0" indent="0" algn="ctr">
              <a:buNone/>
              <a:defRPr sz="2400"/>
            </a:lvl1pPr>
          </a:lstStyle>
          <a:p>
            <a:endParaRPr lang="en-US"/>
          </a:p>
        </p:txBody>
      </p:sp>
    </p:spTree>
    <p:extLst>
      <p:ext uri="{BB962C8B-B14F-4D97-AF65-F5344CB8AC3E}">
        <p14:creationId xmlns:p14="http://schemas.microsoft.com/office/powerpoint/2010/main" val="1210149981"/>
      </p:ext>
    </p:extLst>
  </p:cSld>
  <p:clrMapOvr>
    <a:masterClrMapping/>
  </p:clrMapOvr>
  <p:transition>
    <p:fade/>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_ Subtitle_Imag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 name="Text Placeholder 4">
            <a:extLst>
              <a:ext uri="{FF2B5EF4-FFF2-40B4-BE49-F238E27FC236}">
                <a16:creationId xmlns:a16="http://schemas.microsoft.com/office/drawing/2014/main" id="{91F01542-314B-B94E-9E8F-3A1DCF0A8DB6}"/>
              </a:ext>
            </a:extLst>
          </p:cNvPr>
          <p:cNvSpPr>
            <a:spLocks noGrp="1"/>
          </p:cNvSpPr>
          <p:nvPr>
            <p:ph type="body" sz="quarter" idx="12" hasCustomPrompt="1"/>
          </p:nvPr>
        </p:nvSpPr>
        <p:spPr>
          <a:xfrm>
            <a:off x="584201" y="2021455"/>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5" name="Footer Placeholder 4">
            <a:extLst>
              <a:ext uri="{FF2B5EF4-FFF2-40B4-BE49-F238E27FC236}">
                <a16:creationId xmlns:a16="http://schemas.microsoft.com/office/drawing/2014/main" id="{9981877A-366D-46E8-9609-C14F4158122B}"/>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452A6145-AE34-4B2D-8774-7F9781432832}"/>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848455879"/>
      </p:ext>
    </p:extLst>
  </p:cSld>
  <p:clrMapOvr>
    <a:masterClrMapping/>
  </p:clrMapOvr>
  <p:transition>
    <p:fade/>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_Subtitle_Content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4610668" cy="1231106"/>
          </a:xfrm>
        </p:spPr>
        <p:txBody>
          <a:bodyPr/>
          <a:lstStyle>
            <a:lvl1pPr algn="l" defTabSz="932742" rtl="0" eaLnBrk="1" latinLnBrk="0" hangingPunct="1">
              <a:lnSpc>
                <a:spcPct val="100000"/>
              </a:lnSpc>
              <a:spcBef>
                <a:spcPct val="0"/>
              </a:spcBef>
              <a:buNone/>
              <a:defRPr lang="en-US" sz="40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cxnSp>
        <p:nvCxnSpPr>
          <p:cNvPr id="9" name="Straight Connector 8">
            <a:extLst>
              <a:ext uri="{FF2B5EF4-FFF2-40B4-BE49-F238E27FC236}">
                <a16:creationId xmlns:a16="http://schemas.microsoft.com/office/drawing/2014/main" id="{6F2A71D1-F09E-8842-AD05-950FE1498381}"/>
              </a:ext>
            </a:extLst>
          </p:cNvPr>
          <p:cNvCxnSpPr>
            <a:cxnSpLocks/>
          </p:cNvCxnSpPr>
          <p:nvPr/>
        </p:nvCxnSpPr>
        <p:spPr>
          <a:xfrm>
            <a:off x="6134100" y="585968"/>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0EA9-1316-2045-BA8E-85DFEBC1CDE2}"/>
              </a:ext>
            </a:extLst>
          </p:cNvPr>
          <p:cNvCxnSpPr>
            <a:cxnSpLocks/>
          </p:cNvCxnSpPr>
          <p:nvPr/>
        </p:nvCxnSpPr>
        <p:spPr>
          <a:xfrm>
            <a:off x="6134100" y="1830139"/>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65D8CB-54F7-4447-8E24-547CD549E6B4}"/>
              </a:ext>
            </a:extLst>
          </p:cNvPr>
          <p:cNvCxnSpPr>
            <a:cxnSpLocks/>
          </p:cNvCxnSpPr>
          <p:nvPr/>
        </p:nvCxnSpPr>
        <p:spPr>
          <a:xfrm>
            <a:off x="6134100" y="2067045"/>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8CD7834-4D7C-9D47-9858-3F2CCB9CB277}"/>
              </a:ext>
            </a:extLst>
          </p:cNvPr>
          <p:cNvCxnSpPr>
            <a:cxnSpLocks/>
          </p:cNvCxnSpPr>
          <p:nvPr/>
        </p:nvCxnSpPr>
        <p:spPr>
          <a:xfrm>
            <a:off x="6134100" y="3311216"/>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0AAA53A-6964-724E-8791-53DB0D3A9CBE}"/>
              </a:ext>
            </a:extLst>
          </p:cNvPr>
          <p:cNvCxnSpPr>
            <a:cxnSpLocks/>
          </p:cNvCxnSpPr>
          <p:nvPr/>
        </p:nvCxnSpPr>
        <p:spPr>
          <a:xfrm>
            <a:off x="6134100" y="3548122"/>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C9BCD5-4167-604D-974D-68A3F8999BF9}"/>
              </a:ext>
            </a:extLst>
          </p:cNvPr>
          <p:cNvCxnSpPr>
            <a:cxnSpLocks/>
          </p:cNvCxnSpPr>
          <p:nvPr/>
        </p:nvCxnSpPr>
        <p:spPr>
          <a:xfrm>
            <a:off x="6134100" y="4792293"/>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225880F-4EDA-2B41-BA63-105ABFF6A823}"/>
              </a:ext>
            </a:extLst>
          </p:cNvPr>
          <p:cNvCxnSpPr>
            <a:cxnSpLocks/>
          </p:cNvCxnSpPr>
          <p:nvPr/>
        </p:nvCxnSpPr>
        <p:spPr>
          <a:xfrm>
            <a:off x="6134100" y="5029200"/>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61EB7D1-AE0B-C24F-8957-3260EC322FDA}"/>
              </a:ext>
            </a:extLst>
          </p:cNvPr>
          <p:cNvCxnSpPr>
            <a:cxnSpLocks/>
          </p:cNvCxnSpPr>
          <p:nvPr/>
        </p:nvCxnSpPr>
        <p:spPr>
          <a:xfrm>
            <a:off x="6134100" y="6273371"/>
            <a:ext cx="5475288"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6" name="Text Placeholder 4">
            <a:extLst>
              <a:ext uri="{FF2B5EF4-FFF2-40B4-BE49-F238E27FC236}">
                <a16:creationId xmlns:a16="http://schemas.microsoft.com/office/drawing/2014/main" id="{E3D5A23B-648C-AC47-B8BD-EE892612B02C}"/>
              </a:ext>
            </a:extLst>
          </p:cNvPr>
          <p:cNvSpPr>
            <a:spLocks noGrp="1"/>
          </p:cNvSpPr>
          <p:nvPr>
            <p:ph type="body" sz="quarter" idx="13" hasCustomPrompt="1"/>
          </p:nvPr>
        </p:nvSpPr>
        <p:spPr>
          <a:xfrm>
            <a:off x="7378275" y="2314728"/>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28" name="Text Placeholder 4">
            <a:extLst>
              <a:ext uri="{FF2B5EF4-FFF2-40B4-BE49-F238E27FC236}">
                <a16:creationId xmlns:a16="http://schemas.microsoft.com/office/drawing/2014/main" id="{052991E3-3AF8-7242-AF14-580FCDDA4CF5}"/>
              </a:ext>
            </a:extLst>
          </p:cNvPr>
          <p:cNvSpPr>
            <a:spLocks noGrp="1"/>
          </p:cNvSpPr>
          <p:nvPr>
            <p:ph type="body" sz="quarter" idx="15" hasCustomPrompt="1"/>
          </p:nvPr>
        </p:nvSpPr>
        <p:spPr>
          <a:xfrm>
            <a:off x="7378275" y="8382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0" name="Text Placeholder 4">
            <a:extLst>
              <a:ext uri="{FF2B5EF4-FFF2-40B4-BE49-F238E27FC236}">
                <a16:creationId xmlns:a16="http://schemas.microsoft.com/office/drawing/2014/main" id="{C1C221DA-B39D-734F-9219-6D344EDE4326}"/>
              </a:ext>
            </a:extLst>
          </p:cNvPr>
          <p:cNvSpPr>
            <a:spLocks noGrp="1"/>
          </p:cNvSpPr>
          <p:nvPr>
            <p:ph type="body" sz="quarter" idx="17" hasCustomPrompt="1"/>
          </p:nvPr>
        </p:nvSpPr>
        <p:spPr>
          <a:xfrm>
            <a:off x="7378275" y="38100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32" name="Text Placeholder 4">
            <a:extLst>
              <a:ext uri="{FF2B5EF4-FFF2-40B4-BE49-F238E27FC236}">
                <a16:creationId xmlns:a16="http://schemas.microsoft.com/office/drawing/2014/main" id="{7AD49206-9AA1-9545-B8DE-768C479CE37B}"/>
              </a:ext>
            </a:extLst>
          </p:cNvPr>
          <p:cNvSpPr>
            <a:spLocks noGrp="1"/>
          </p:cNvSpPr>
          <p:nvPr>
            <p:ph type="body" sz="quarter" idx="19" hasCustomPrompt="1"/>
          </p:nvPr>
        </p:nvSpPr>
        <p:spPr>
          <a:xfrm>
            <a:off x="7378275" y="5257800"/>
            <a:ext cx="4242225" cy="742369"/>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54" name="Title 1">
            <a:extLst>
              <a:ext uri="{FF2B5EF4-FFF2-40B4-BE49-F238E27FC236}">
                <a16:creationId xmlns:a16="http://schemas.microsoft.com/office/drawing/2014/main" id="{C749ABB7-E94C-644E-AB3E-CA66A14994E4}"/>
              </a:ext>
            </a:extLst>
          </p:cNvPr>
          <p:cNvSpPr txBox="1">
            <a:spLocks/>
          </p:cNvSpPr>
          <p:nvPr userDrawn="1"/>
        </p:nvSpPr>
        <p:spPr>
          <a:xfrm>
            <a:off x="6144904" y="65594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01</a:t>
            </a:r>
          </a:p>
        </p:txBody>
      </p:sp>
      <p:sp>
        <p:nvSpPr>
          <p:cNvPr id="55" name="Title 1">
            <a:extLst>
              <a:ext uri="{FF2B5EF4-FFF2-40B4-BE49-F238E27FC236}">
                <a16:creationId xmlns:a16="http://schemas.microsoft.com/office/drawing/2014/main" id="{AED658B1-2D11-6B40-9AC8-F40A2E8C428E}"/>
              </a:ext>
            </a:extLst>
          </p:cNvPr>
          <p:cNvSpPr txBox="1">
            <a:spLocks/>
          </p:cNvSpPr>
          <p:nvPr userDrawn="1"/>
        </p:nvSpPr>
        <p:spPr>
          <a:xfrm>
            <a:off x="6144904" y="2142655"/>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02</a:t>
            </a:r>
          </a:p>
        </p:txBody>
      </p:sp>
      <p:sp>
        <p:nvSpPr>
          <p:cNvPr id="56" name="Title 1">
            <a:extLst>
              <a:ext uri="{FF2B5EF4-FFF2-40B4-BE49-F238E27FC236}">
                <a16:creationId xmlns:a16="http://schemas.microsoft.com/office/drawing/2014/main" id="{BF28F184-936F-734E-82FF-11CF771C79D1}"/>
              </a:ext>
            </a:extLst>
          </p:cNvPr>
          <p:cNvSpPr txBox="1">
            <a:spLocks/>
          </p:cNvSpPr>
          <p:nvPr userDrawn="1"/>
        </p:nvSpPr>
        <p:spPr>
          <a:xfrm>
            <a:off x="6144904" y="3673111"/>
            <a:ext cx="1172719" cy="1112383"/>
          </a:xfrm>
          <a:prstGeom prst="rect">
            <a:avLst/>
          </a:prstGeom>
        </p:spPr>
        <p:txBody>
          <a:bodyPr l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03</a:t>
            </a:r>
          </a:p>
        </p:txBody>
      </p:sp>
      <p:sp>
        <p:nvSpPr>
          <p:cNvPr id="57" name="Title 1">
            <a:extLst>
              <a:ext uri="{FF2B5EF4-FFF2-40B4-BE49-F238E27FC236}">
                <a16:creationId xmlns:a16="http://schemas.microsoft.com/office/drawing/2014/main" id="{50B655BD-0C6C-E84E-8F2B-004B34E870DC}"/>
              </a:ext>
            </a:extLst>
          </p:cNvPr>
          <p:cNvSpPr txBox="1">
            <a:spLocks/>
          </p:cNvSpPr>
          <p:nvPr userDrawn="1"/>
        </p:nvSpPr>
        <p:spPr>
          <a:xfrm>
            <a:off x="6144904" y="5156655"/>
            <a:ext cx="1222567" cy="1112383"/>
          </a:xfrm>
          <a:prstGeom prst="rect">
            <a:avLst/>
          </a:prstGeom>
        </p:spPr>
        <p:txBody>
          <a:bodyPr lIns="0" tIns="0" rIns="0" bIns="0"/>
          <a:lst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kumimoji="0" lang="en-US" sz="6600" b="0" i="0" u="none" strike="noStrike" kern="1200" cap="none" spc="0" normalizeH="0" baseline="0" noProof="0">
                <a:ln w="3175">
                  <a:noFill/>
                </a:ln>
                <a:solidFill>
                  <a:srgbClr val="243A5E"/>
                </a:solidFill>
                <a:effectLst/>
                <a:uLnTx/>
                <a:uFillTx/>
                <a:latin typeface="Segoe UI Semibold" panose="020B0502040204020203" pitchFamily="34" charset="0"/>
                <a:ea typeface="+mn-ea"/>
                <a:cs typeface="Segoe UI Semibold" panose="020B0502040204020203" pitchFamily="34" charset="0"/>
              </a:rPr>
              <a:t>04</a:t>
            </a:r>
          </a:p>
        </p:txBody>
      </p:sp>
      <p:sp>
        <p:nvSpPr>
          <p:cNvPr id="59" name="Text Placeholder 4">
            <a:extLst>
              <a:ext uri="{FF2B5EF4-FFF2-40B4-BE49-F238E27FC236}">
                <a16:creationId xmlns:a16="http://schemas.microsoft.com/office/drawing/2014/main" id="{1CEA2372-B756-9B49-B735-65CC0C7086CE}"/>
              </a:ext>
            </a:extLst>
          </p:cNvPr>
          <p:cNvSpPr>
            <a:spLocks noGrp="1"/>
          </p:cNvSpPr>
          <p:nvPr>
            <p:ph type="body" sz="quarter" idx="12" hasCustomPrompt="1"/>
          </p:nvPr>
        </p:nvSpPr>
        <p:spPr>
          <a:xfrm>
            <a:off x="584201" y="2150957"/>
            <a:ext cx="4574654" cy="246221"/>
          </a:xfrm>
          <a:noFill/>
        </p:spPr>
        <p:txBody>
          <a:bodyPr wrap="square" lIns="0" tIns="0" rIns="0" bIns="0">
            <a:spAutoFit/>
          </a:bodyPr>
          <a:lstStyle>
            <a:lvl1pPr marL="0" indent="0">
              <a:spcBef>
                <a:spcPts val="0"/>
              </a:spcBef>
              <a:buNone/>
              <a:defRPr sz="1600" spc="0" baseline="0">
                <a:solidFill>
                  <a:schemeClr val="accent6"/>
                </a:solidFill>
                <a:latin typeface="+mn-lt"/>
                <a:cs typeface="Segoe UI" panose="020B0502040204020203" pitchFamily="34" charset="0"/>
              </a:defRPr>
            </a:lvl1pPr>
          </a:lstStyle>
          <a:p>
            <a:pPr lvl="0"/>
            <a:r>
              <a:rPr lang="en-US"/>
              <a:t>Subtitle</a:t>
            </a:r>
          </a:p>
        </p:txBody>
      </p:sp>
      <p:sp>
        <p:nvSpPr>
          <p:cNvPr id="21" name="Footer Placeholder 4">
            <a:extLst>
              <a:ext uri="{FF2B5EF4-FFF2-40B4-BE49-F238E27FC236}">
                <a16:creationId xmlns:a16="http://schemas.microsoft.com/office/drawing/2014/main" id="{26601A05-B18A-4B66-A601-446933C6B1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2" name="Slide Number Placeholder 5">
            <a:extLst>
              <a:ext uri="{FF2B5EF4-FFF2-40B4-BE49-F238E27FC236}">
                <a16:creationId xmlns:a16="http://schemas.microsoft.com/office/drawing/2014/main" id="{2AF7A1D5-4923-435E-A787-BD20E0820261}"/>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332420699"/>
      </p:ext>
    </p:extLst>
  </p:cSld>
  <p:clrMapOvr>
    <a:masterClrMapping/>
  </p:clrMapOvr>
  <p:transition>
    <p:fade/>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 shape_Title_Subtitle_Content_3 Layout">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C115828-A4B2-4C63-9284-3EE9A55A556B}"/>
              </a:ext>
            </a:extLst>
          </p:cNvPr>
          <p:cNvSpPr/>
          <p:nvPr userDrawn="1"/>
        </p:nvSpPr>
        <p:spPr bwMode="auto">
          <a:xfrm>
            <a:off x="4583114" y="3477729"/>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Rectangle 2">
            <a:extLst>
              <a:ext uri="{FF2B5EF4-FFF2-40B4-BE49-F238E27FC236}">
                <a16:creationId xmlns:a16="http://schemas.microsoft.com/office/drawing/2014/main" id="{42F95E0F-9554-4E8E-BECB-491620008177}"/>
              </a:ext>
            </a:extLst>
          </p:cNvPr>
          <p:cNvSpPr/>
          <p:nvPr userDrawn="1"/>
        </p:nvSpPr>
        <p:spPr bwMode="auto">
          <a:xfrm>
            <a:off x="4583114" y="585788"/>
            <a:ext cx="1704220" cy="278104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cxnSp>
        <p:nvCxnSpPr>
          <p:cNvPr id="50" name="Straight Connector 49">
            <a:extLst>
              <a:ext uri="{FF2B5EF4-FFF2-40B4-BE49-F238E27FC236}">
                <a16:creationId xmlns:a16="http://schemas.microsoft.com/office/drawing/2014/main" id="{491ECCFF-A78D-1C4C-B06A-287BFFD18C0B}"/>
              </a:ext>
            </a:extLst>
          </p:cNvPr>
          <p:cNvCxnSpPr>
            <a:cxnSpLocks/>
          </p:cNvCxnSpPr>
          <p:nvPr/>
        </p:nvCxnSpPr>
        <p:spPr>
          <a:xfrm>
            <a:off x="4583114" y="585968"/>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D518E73C-187A-004E-9315-F4550400997B}"/>
              </a:ext>
            </a:extLst>
          </p:cNvPr>
          <p:cNvCxnSpPr>
            <a:cxnSpLocks/>
          </p:cNvCxnSpPr>
          <p:nvPr/>
        </p:nvCxnSpPr>
        <p:spPr>
          <a:xfrm>
            <a:off x="4583114" y="3366839"/>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2E210D2-07B9-CE46-BAA5-0149E8DEF15F}"/>
              </a:ext>
            </a:extLst>
          </p:cNvPr>
          <p:cNvCxnSpPr>
            <a:cxnSpLocks/>
          </p:cNvCxnSpPr>
          <p:nvPr/>
        </p:nvCxnSpPr>
        <p:spPr>
          <a:xfrm>
            <a:off x="4583114" y="347772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177354CA-AA42-3C4F-BC8C-E5000F50D104}"/>
              </a:ext>
            </a:extLst>
          </p:cNvPr>
          <p:cNvCxnSpPr>
            <a:cxnSpLocks/>
          </p:cNvCxnSpPr>
          <p:nvPr/>
        </p:nvCxnSpPr>
        <p:spPr>
          <a:xfrm>
            <a:off x="4583114" y="6258776"/>
            <a:ext cx="7037386" cy="0"/>
          </a:xfrm>
          <a:prstGeom prst="line">
            <a:avLst/>
          </a:prstGeom>
          <a:ln w="12700">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1" name="Text Placeholder 4">
            <a:extLst>
              <a:ext uri="{FF2B5EF4-FFF2-40B4-BE49-F238E27FC236}">
                <a16:creationId xmlns:a16="http://schemas.microsoft.com/office/drawing/2014/main" id="{4BD19EB2-7D8F-AC41-A8B6-1914246DD12A}"/>
              </a:ext>
            </a:extLst>
          </p:cNvPr>
          <p:cNvSpPr>
            <a:spLocks noGrp="1"/>
          </p:cNvSpPr>
          <p:nvPr userDrawn="1">
            <p:ph type="body" sz="quarter" idx="15" hasCustomPrompt="1"/>
          </p:nvPr>
        </p:nvSpPr>
        <p:spPr>
          <a:xfrm>
            <a:off x="6573838" y="853214"/>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2" name="Text Placeholder 4">
            <a:extLst>
              <a:ext uri="{FF2B5EF4-FFF2-40B4-BE49-F238E27FC236}">
                <a16:creationId xmlns:a16="http://schemas.microsoft.com/office/drawing/2014/main" id="{E7593565-8F64-304B-8C7E-9439401DD389}"/>
              </a:ext>
            </a:extLst>
          </p:cNvPr>
          <p:cNvSpPr>
            <a:spLocks noGrp="1"/>
          </p:cNvSpPr>
          <p:nvPr userDrawn="1">
            <p:ph type="body" sz="quarter" idx="16" hasCustomPrompt="1"/>
          </p:nvPr>
        </p:nvSpPr>
        <p:spPr>
          <a:xfrm>
            <a:off x="4739127" y="853214"/>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63" name="Text Placeholder 4">
            <a:extLst>
              <a:ext uri="{FF2B5EF4-FFF2-40B4-BE49-F238E27FC236}">
                <a16:creationId xmlns:a16="http://schemas.microsoft.com/office/drawing/2014/main" id="{A5C784BF-DD0C-4145-AFF6-60E0CD019133}"/>
              </a:ext>
            </a:extLst>
          </p:cNvPr>
          <p:cNvSpPr>
            <a:spLocks noGrp="1"/>
          </p:cNvSpPr>
          <p:nvPr userDrawn="1">
            <p:ph type="body" sz="quarter" idx="17" hasCustomPrompt="1"/>
          </p:nvPr>
        </p:nvSpPr>
        <p:spPr>
          <a:xfrm>
            <a:off x="6573838" y="3745155"/>
            <a:ext cx="5130057" cy="2246194"/>
          </a:xfrm>
          <a:noFill/>
        </p:spPr>
        <p:txBody>
          <a:bodyPr wrap="square" lIns="0" tIns="0" rIns="0" bIns="0">
            <a:noAutofit/>
          </a:bodyPr>
          <a:lstStyle>
            <a:lvl1pPr marL="0" indent="0">
              <a:spcBef>
                <a:spcPts val="0"/>
              </a:spcBef>
              <a:buNone/>
              <a:defRPr sz="1400" spc="0" baseline="0">
                <a:solidFill>
                  <a:schemeClr val="accent6"/>
                </a:solidFill>
                <a:latin typeface="+mn-lt"/>
                <a:cs typeface="Segoe UI" panose="020B0502040204020203" pitchFamily="34" charset="0"/>
              </a:defRPr>
            </a:lvl1pPr>
          </a:lstStyle>
          <a:p>
            <a:pPr lvl="0"/>
            <a:r>
              <a:rPr lang="en-US"/>
              <a:t>Insert text here.</a:t>
            </a:r>
          </a:p>
        </p:txBody>
      </p:sp>
      <p:sp>
        <p:nvSpPr>
          <p:cNvPr id="64" name="Text Placeholder 4">
            <a:extLst>
              <a:ext uri="{FF2B5EF4-FFF2-40B4-BE49-F238E27FC236}">
                <a16:creationId xmlns:a16="http://schemas.microsoft.com/office/drawing/2014/main" id="{2EA836EF-2EB8-5E4E-B346-EC54002F09DC}"/>
              </a:ext>
            </a:extLst>
          </p:cNvPr>
          <p:cNvSpPr>
            <a:spLocks noGrp="1"/>
          </p:cNvSpPr>
          <p:nvPr userDrawn="1">
            <p:ph type="body" sz="quarter" idx="18" hasCustomPrompt="1"/>
          </p:nvPr>
        </p:nvSpPr>
        <p:spPr>
          <a:xfrm>
            <a:off x="4739127" y="3745155"/>
            <a:ext cx="1392195" cy="2246194"/>
          </a:xfrm>
          <a:noFill/>
        </p:spPr>
        <p:txBody>
          <a:bodyPr wrap="square" lIns="0" tIns="0" rIns="0" bIns="0" anchor="ctr">
            <a:noAutofit/>
          </a:bodyPr>
          <a:lstStyle>
            <a:lvl1pPr marL="0" indent="0">
              <a:spcBef>
                <a:spcPts val="0"/>
              </a:spcBef>
              <a:buNone/>
              <a:defRPr sz="1600" spc="0" baseline="0">
                <a:solidFill>
                  <a:schemeClr val="tx2"/>
                </a:solidFill>
                <a:latin typeface="+mj-lt"/>
                <a:cs typeface="Segoe UI" panose="020B0502040204020203" pitchFamily="34" charset="0"/>
              </a:defRPr>
            </a:lvl1pPr>
          </a:lstStyle>
          <a:p>
            <a:pPr lvl="0"/>
            <a:r>
              <a:rPr lang="en-US"/>
              <a:t>Title here</a:t>
            </a:r>
          </a:p>
        </p:txBody>
      </p:sp>
      <p:sp>
        <p:nvSpPr>
          <p:cNvPr id="14" name="Footer Placeholder 4">
            <a:extLst>
              <a:ext uri="{FF2B5EF4-FFF2-40B4-BE49-F238E27FC236}">
                <a16:creationId xmlns:a16="http://schemas.microsoft.com/office/drawing/2014/main" id="{6611CD12-3411-4A81-9E8C-BDCA5C7E737F}"/>
              </a:ext>
            </a:extLst>
          </p:cNvPr>
          <p:cNvSpPr>
            <a:spLocks noGrp="1"/>
          </p:cNvSpPr>
          <p:nvPr userDrawn="1">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5" name="Slide Number Placeholder 5">
            <a:extLst>
              <a:ext uri="{FF2B5EF4-FFF2-40B4-BE49-F238E27FC236}">
                <a16:creationId xmlns:a16="http://schemas.microsoft.com/office/drawing/2014/main" id="{FEBB3A48-4E52-4A27-9CA2-92707D5471FC}"/>
              </a:ext>
            </a:extLst>
          </p:cNvPr>
          <p:cNvSpPr>
            <a:spLocks noGrp="1"/>
          </p:cNvSpPr>
          <p:nvPr userDrawn="1">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06D5A150-7E2C-414D-B68B-9C94D25E39DC}"/>
              </a:ext>
            </a:extLst>
          </p:cNvPr>
          <p:cNvSpPr/>
          <p:nvPr userDrawn="1"/>
        </p:nvSpPr>
        <p:spPr bwMode="auto">
          <a:xfrm>
            <a:off x="0" y="0"/>
            <a:ext cx="43053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20" name="Title 1">
            <a:extLst>
              <a:ext uri="{FF2B5EF4-FFF2-40B4-BE49-F238E27FC236}">
                <a16:creationId xmlns:a16="http://schemas.microsoft.com/office/drawing/2014/main" id="{12AE0041-F3F5-4B38-BA5A-7E919381E285}"/>
              </a:ext>
            </a:extLst>
          </p:cNvPr>
          <p:cNvSpPr>
            <a:spLocks noGrp="1"/>
          </p:cNvSpPr>
          <p:nvPr>
            <p:ph type="title"/>
          </p:nvPr>
        </p:nvSpPr>
        <p:spPr>
          <a:xfrm>
            <a:off x="575481" y="2141575"/>
            <a:ext cx="3463119" cy="1846659"/>
          </a:xfrm>
        </p:spPr>
        <p:txBody>
          <a:bodyPr wrap="square">
            <a:spAutoFit/>
          </a:bodyPr>
          <a:lstStyle>
            <a:lvl1pPr algn="l" defTabSz="932742" rtl="0" eaLnBrk="1" latinLnBrk="0" hangingPunct="1">
              <a:lnSpc>
                <a:spcPct val="100000"/>
              </a:lnSpc>
              <a:spcBef>
                <a:spcPct val="0"/>
              </a:spcBef>
              <a:buNone/>
              <a:defRPr lang="en-US" sz="40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21" name="Text Placeholder 4">
            <a:extLst>
              <a:ext uri="{FF2B5EF4-FFF2-40B4-BE49-F238E27FC236}">
                <a16:creationId xmlns:a16="http://schemas.microsoft.com/office/drawing/2014/main" id="{5D456B66-B037-4653-AFA9-F989D2754329}"/>
              </a:ext>
            </a:extLst>
          </p:cNvPr>
          <p:cNvSpPr>
            <a:spLocks noGrp="1"/>
          </p:cNvSpPr>
          <p:nvPr>
            <p:ph type="body" sz="quarter" idx="12" hasCustomPrompt="1"/>
          </p:nvPr>
        </p:nvSpPr>
        <p:spPr>
          <a:xfrm>
            <a:off x="584201" y="4120945"/>
            <a:ext cx="3463119" cy="276999"/>
          </a:xfrm>
          <a:noFill/>
        </p:spPr>
        <p:txBody>
          <a:bodyPr wrap="square" lIns="0" tIns="0" rIns="0" bIns="0">
            <a:spAutoFit/>
          </a:bodyPr>
          <a:lstStyle>
            <a:lvl1pPr marL="0" indent="0">
              <a:spcBef>
                <a:spcPts val="0"/>
              </a:spcBef>
              <a:buNone/>
              <a:defRPr sz="1800" spc="0" baseline="0">
                <a:solidFill>
                  <a:schemeClr val="bg1"/>
                </a:solidFill>
                <a:latin typeface="+mn-lt"/>
                <a:cs typeface="Segoe UI" panose="020B0502040204020203" pitchFamily="34" charset="0"/>
              </a:defRPr>
            </a:lvl1pPr>
          </a:lstStyle>
          <a:p>
            <a:pPr lvl="0"/>
            <a:r>
              <a:rPr lang="en-US"/>
              <a:t>Subtitle</a:t>
            </a:r>
          </a:p>
        </p:txBody>
      </p:sp>
    </p:spTree>
    <p:extLst>
      <p:ext uri="{BB962C8B-B14F-4D97-AF65-F5344CB8AC3E}">
        <p14:creationId xmlns:p14="http://schemas.microsoft.com/office/powerpoint/2010/main" val="3981258441"/>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_1">
    <p:bg>
      <p:bgPr>
        <a:solidFill>
          <a:schemeClr val="accent2"/>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2D547BD7-AC55-6C40-A7CB-C9142C95C562}"/>
              </a:ext>
            </a:extLst>
          </p:cNvPr>
          <p:cNvSpPr>
            <a:spLocks noGrp="1"/>
          </p:cNvSpPr>
          <p:nvPr>
            <p:ph type="title"/>
          </p:nvPr>
        </p:nvSpPr>
        <p:spPr>
          <a:xfrm>
            <a:off x="584200" y="4334637"/>
            <a:ext cx="9169400"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endParaRPr lang="en-US"/>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A6196947-EDB7-4F31-A405-9AE6EFA4C476}"/>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8" name="Slide Number Placeholder 5">
            <a:extLst>
              <a:ext uri="{FF2B5EF4-FFF2-40B4-BE49-F238E27FC236}">
                <a16:creationId xmlns:a16="http://schemas.microsoft.com/office/drawing/2014/main" id="{4D2DA863-F774-4788-9D62-D8BDC08571C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65830936"/>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Divider_1">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60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01</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4EC9115C-86E9-F143-8EB8-9CE9C70F9C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599117970"/>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_2">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02</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40025DA-5880-5949-A056-5F0F19F396D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974798329"/>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_3">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03</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30E57CC7-163C-B847-9127-71FEC21CB88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31135058"/>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_4">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04</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C127E473-81C3-9141-8742-48EFD1E9E4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133995091"/>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_5">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05</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A9BCC3FF-9212-1A4D-B6CC-E7BAB6E34917}"/>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115783915"/>
      </p:ext>
    </p:extLst>
  </p:cSld>
  <p:clrMapOvr>
    <a:masterClrMapping/>
  </p:clrMapOvr>
  <p:transition>
    <p:fade/>
  </p:transition>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_6">
    <p:bg>
      <p:bgPr>
        <a:solidFill>
          <a:schemeClr val="accent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944BC2-456D-0D4F-A0FE-CA8310144BFE}"/>
              </a:ext>
            </a:extLst>
          </p:cNvPr>
          <p:cNvSpPr txBox="1"/>
          <p:nvPr userDrawn="1"/>
        </p:nvSpPr>
        <p:spPr>
          <a:xfrm>
            <a:off x="-1094923" y="-1469571"/>
            <a:ext cx="12127821" cy="8180614"/>
          </a:xfrm>
          <a:prstGeom prst="rect">
            <a:avLst/>
          </a:prstGeom>
          <a:noFill/>
          <a:effectLst>
            <a:outerShdw blurRad="76200" dist="76200" dir="2700000" algn="tl" rotWithShape="0">
              <a:prstClr val="black">
                <a:alpha val="0"/>
              </a:prstClr>
            </a:outerShdw>
          </a:effectLst>
        </p:spPr>
        <p:txBody>
          <a:bodyPr wrap="square" lIns="0" tIns="0" rIns="0" bIns="0" rtlCol="0" anchor="t">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72000" b="1" i="0" u="none" strike="noStrike" kern="1200" cap="none" spc="0" normalizeH="0" baseline="0" noProof="0">
                <a:ln>
                  <a:noFill/>
                </a:ln>
                <a:solidFill>
                  <a:srgbClr val="FFFFFF">
                    <a:alpha val="21000"/>
                  </a:srgbClr>
                </a:solidFill>
                <a:effectLst/>
                <a:uLnTx/>
                <a:uFillTx/>
                <a:latin typeface="Segoe UI" panose="020B0502040204020203" pitchFamily="34" charset="0"/>
                <a:ea typeface="+mn-ea"/>
                <a:cs typeface="Segoe UI" panose="020B0502040204020203" pitchFamily="34" charset="0"/>
              </a:rPr>
              <a:t>06</a:t>
            </a:r>
          </a:p>
        </p:txBody>
      </p:sp>
      <p:sp>
        <p:nvSpPr>
          <p:cNvPr id="17" name="Title 1">
            <a:extLst>
              <a:ext uri="{FF2B5EF4-FFF2-40B4-BE49-F238E27FC236}">
                <a16:creationId xmlns:a16="http://schemas.microsoft.com/office/drawing/2014/main" id="{2D547BD7-AC55-6C40-A7CB-C9142C95C562}"/>
              </a:ext>
            </a:extLst>
          </p:cNvPr>
          <p:cNvSpPr>
            <a:spLocks noGrp="1"/>
          </p:cNvSpPr>
          <p:nvPr>
            <p:ph type="title" hasCustomPrompt="1"/>
          </p:nvPr>
        </p:nvSpPr>
        <p:spPr>
          <a:xfrm>
            <a:off x="584200" y="4334637"/>
            <a:ext cx="7298437" cy="1015663"/>
          </a:xfrm>
        </p:spPr>
        <p:txBody>
          <a:bodyPr wrap="square" anchor="b" anchorCtr="0">
            <a:spAutoFit/>
          </a:bodyPr>
          <a:lstStyle>
            <a:lvl1pPr>
              <a:defRPr sz="6600" b="1" i="0" spc="0">
                <a:solidFill>
                  <a:schemeClr val="bg1"/>
                </a:solidFill>
                <a:latin typeface="Segoe UI Semibold" panose="020B0502040204020203" pitchFamily="34" charset="0"/>
                <a:cs typeface="Segoe UI Semibold" panose="020B0502040204020203" pitchFamily="34" charset="0"/>
              </a:defRPr>
            </a:lvl1pPr>
          </a:lstStyle>
          <a:p>
            <a:r>
              <a:rPr lang="en-US"/>
              <a:t>Click to add title</a:t>
            </a:r>
          </a:p>
        </p:txBody>
      </p:sp>
      <p:sp>
        <p:nvSpPr>
          <p:cNvPr id="18" name="Text Placeholder 4">
            <a:extLst>
              <a:ext uri="{FF2B5EF4-FFF2-40B4-BE49-F238E27FC236}">
                <a16:creationId xmlns:a16="http://schemas.microsoft.com/office/drawing/2014/main" id="{AB99E381-3208-0344-80A7-E40B82122804}"/>
              </a:ext>
            </a:extLst>
          </p:cNvPr>
          <p:cNvSpPr>
            <a:spLocks noGrp="1"/>
          </p:cNvSpPr>
          <p:nvPr>
            <p:ph type="body" sz="quarter" idx="12" hasCustomPrompt="1"/>
          </p:nvPr>
        </p:nvSpPr>
        <p:spPr>
          <a:xfrm>
            <a:off x="582042" y="5634620"/>
            <a:ext cx="4164583" cy="338554"/>
          </a:xfrm>
          <a:noFill/>
        </p:spPr>
        <p:txBody>
          <a:bodyPr wrap="square" lIns="0" tIns="0" rIns="0" bIns="0">
            <a:spAutoFit/>
          </a:bodyPr>
          <a:lstStyle>
            <a:lvl1pPr marL="0" indent="0">
              <a:spcBef>
                <a:spcPts val="0"/>
              </a:spcBef>
              <a:buNone/>
              <a:defRPr sz="2200" spc="0" baseline="0">
                <a:solidFill>
                  <a:schemeClr val="bg1"/>
                </a:solidFill>
                <a:latin typeface="+mn-lt"/>
                <a:cs typeface="Segoe UI" panose="020B0502040204020203" pitchFamily="34" charset="0"/>
              </a:defRPr>
            </a:lvl1pPr>
          </a:lstStyle>
          <a:p>
            <a:pPr lvl="0"/>
            <a:r>
              <a:rPr lang="en-US"/>
              <a:t>Speaker name or subtitle</a:t>
            </a:r>
          </a:p>
        </p:txBody>
      </p:sp>
      <p:cxnSp>
        <p:nvCxnSpPr>
          <p:cNvPr id="19" name="Straight Connector 18">
            <a:extLst>
              <a:ext uri="{FF2B5EF4-FFF2-40B4-BE49-F238E27FC236}">
                <a16:creationId xmlns:a16="http://schemas.microsoft.com/office/drawing/2014/main" id="{16446209-32A2-0D4B-A02D-6E6C8AE47D6F}"/>
              </a:ext>
            </a:extLst>
          </p:cNvPr>
          <p:cNvCxnSpPr>
            <a:cxnSpLocks/>
          </p:cNvCxnSpPr>
          <p:nvPr userDrawn="1"/>
        </p:nvCxnSpPr>
        <p:spPr>
          <a:xfrm>
            <a:off x="584200" y="6267088"/>
            <a:ext cx="11025188" cy="0"/>
          </a:xfrm>
          <a:prstGeom prst="line">
            <a:avLst/>
          </a:prstGeom>
          <a:ln w="127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3">
            <a:extLst>
              <a:ext uri="{FF2B5EF4-FFF2-40B4-BE49-F238E27FC236}">
                <a16:creationId xmlns:a16="http://schemas.microsoft.com/office/drawing/2014/main" id="{E0746CF9-0210-E241-8CC0-D4536C169E5A}"/>
              </a:ext>
            </a:extLst>
          </p:cNvPr>
          <p:cNvSpPr txBox="1">
            <a:spLocks/>
          </p:cNvSpPr>
          <p:nvPr userDrawn="1"/>
        </p:nvSpPr>
        <p:spPr>
          <a:xfrm>
            <a:off x="7492980" y="6439663"/>
            <a:ext cx="4114839" cy="124650"/>
          </a:xfrm>
          <a:prstGeom prst="rect">
            <a:avLst/>
          </a:prstGeom>
          <a:noFill/>
        </p:spPr>
        <p:txBody>
          <a:bodyPr wrap="square" lIns="0" tIns="0" rIns="0" bIns="0" rtlCol="0">
            <a:spAutoFit/>
          </a:bodyPr>
          <a:lstStyle>
            <a:defPPr>
              <a:defRPr lang="en-US"/>
            </a:defPPr>
            <a:lvl1pPr algn="r" defTabSz="914225">
              <a:lnSpc>
                <a:spcPct val="90000"/>
              </a:lnSpc>
              <a:spcAft>
                <a:spcPts val="600"/>
              </a:spcAft>
              <a:defRPr sz="900">
                <a:solidFill>
                  <a:schemeClr val="accent6"/>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225" rtl="0" eaLnBrk="1" fontAlgn="auto" latinLnBrk="0" hangingPunct="1">
              <a:lnSpc>
                <a:spcPct val="90000"/>
              </a:lnSpc>
              <a:spcBef>
                <a:spcPts val="0"/>
              </a:spcBef>
              <a:spcAft>
                <a:spcPts val="600"/>
              </a:spcAft>
              <a:buClrTx/>
              <a:buSzTx/>
              <a:buFontTx/>
              <a:buNone/>
              <a:tabLst/>
              <a:defRPr/>
            </a:pPr>
            <a:r>
              <a:rPr kumimoji="0" lang="en-US" sz="900" b="0" i="0" u="none" strike="noStrike" kern="1200" cap="none" spc="0" normalizeH="0" baseline="0" noProof="0">
                <a:ln>
                  <a:noFill/>
                </a:ln>
                <a:solidFill>
                  <a:srgbClr val="FFFFFF"/>
                </a:solidFill>
                <a:effectLst/>
                <a:uLnTx/>
                <a:uFillTx/>
                <a:latin typeface="Segoe UI"/>
                <a:ea typeface="+mn-ea"/>
                <a:cs typeface="+mn-cs"/>
              </a:rPr>
              <a:t>Microsoft Confidential – Internal only </a:t>
            </a:r>
            <a:fld id="{CDA8CF92-FC37-A64A-8AA4-5DF2C811E7A1}" type="slidenum">
              <a:rPr kumimoji="0" lang="en-US" sz="900" b="0" i="0" u="none" strike="noStrike" kern="1200" cap="none" spc="0" normalizeH="0" baseline="0" noProof="0" smtClean="0">
                <a:ln>
                  <a:noFill/>
                </a:ln>
                <a:solidFill>
                  <a:srgbClr val="FFFFFF"/>
                </a:solidFill>
                <a:effectLst/>
                <a:uLnTx/>
                <a:uFillTx/>
                <a:latin typeface="Segoe UI"/>
                <a:ea typeface="+mn-ea"/>
                <a:cs typeface="+mn-cs"/>
              </a:rPr>
              <a:pPr marL="0" marR="0" lvl="0" indent="0" algn="r" defTabSz="914225" rtl="0" eaLnBrk="1" fontAlgn="auto" latinLnBrk="0" hangingPunct="1">
                <a:lnSpc>
                  <a:spcPct val="90000"/>
                </a:lnSpc>
                <a:spcBef>
                  <a:spcPts val="0"/>
                </a:spcBef>
                <a:spcAft>
                  <a:spcPts val="60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474061126"/>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A8330118-7E69-4295-8E46-2D3C12A6145D}"/>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5" name="Slide Number Placeholder 5">
            <a:extLst>
              <a:ext uri="{FF2B5EF4-FFF2-40B4-BE49-F238E27FC236}">
                <a16:creationId xmlns:a16="http://schemas.microsoft.com/office/drawing/2014/main" id="{05BBAA7F-5B33-4C2D-834A-3AA3431DEAD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86361580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_Navy">
    <p:bg>
      <p:bgPr>
        <a:solidFill>
          <a:schemeClr val="accent2"/>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F729F02E-C568-4079-80DB-8AF35FDEB748}"/>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96A942DB-9933-4199-B223-8A9AF3F212C7}"/>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54100341"/>
      </p:ext>
    </p:extLst>
  </p:cSld>
  <p:clrMapOvr>
    <a:masterClrMapping/>
  </p:clrMapOvr>
  <p:transition>
    <p:fade/>
  </p:transition>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_Blue">
    <p:bg>
      <p:bgPr>
        <a:solidFill>
          <a:schemeClr val="accent1"/>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8979C7A1-5DB9-493E-B3C9-715A64CE0317}"/>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013BE040-8B17-4BFF-A007-D82BBBEDF8B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1226111020"/>
      </p:ext>
    </p:extLst>
  </p:cSld>
  <p:clrMapOvr>
    <a:masterClrMapping/>
  </p:clrMapOvr>
  <p:transition>
    <p:fade/>
  </p:transition>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_Green">
    <p:bg>
      <p:bgPr>
        <a:solidFill>
          <a:schemeClr val="accent4"/>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69CC2AF9-DDBE-4701-8765-2DD4889CA32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4" name="Slide Number Placeholder 5">
            <a:extLst>
              <a:ext uri="{FF2B5EF4-FFF2-40B4-BE49-F238E27FC236}">
                <a16:creationId xmlns:a16="http://schemas.microsoft.com/office/drawing/2014/main" id="{5B23B171-018F-4FCA-888B-6B7146E7C9CD}"/>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bg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36435931"/>
      </p:ext>
    </p:extLst>
  </p:cSld>
  <p:clrMapOvr>
    <a:masterClrMapping/>
  </p:clrMapOvr>
  <p:transition>
    <p:fade/>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_Numbered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2533A365-6B39-4527-855B-F6BC2552BB05}"/>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F34E0601-1B6B-4C1C-BC8D-DB3DC9ACA0E6}"/>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599729763"/>
      </p:ext>
    </p:extLst>
  </p:cSld>
  <p:clrMapOvr>
    <a:masterClrMapping/>
  </p:clrMapOvr>
  <p:transition>
    <p:fade/>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Month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682348"/>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682348"/>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9" y="1682348"/>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9" y="1682348"/>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682348"/>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682348"/>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035023"/>
            <a:ext cx="159543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035023"/>
            <a:ext cx="16271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9" y="4035023"/>
            <a:ext cx="1645987"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Sept</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9" y="4035023"/>
            <a:ext cx="1701695"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035023"/>
            <a:ext cx="1719262"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035023"/>
            <a:ext cx="1741488" cy="581025"/>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243A5E"/>
                </a:solidFill>
                <a:effectLst/>
                <a:uLnTx/>
                <a:uFillTx/>
                <a:latin typeface="Segoe UI Semibold"/>
                <a:ea typeface="+mn-ea"/>
                <a:cs typeface="+mn-cs"/>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1CB59D0E-3483-4788-94CE-219A5C05F734}"/>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26E36EA7-CB06-4ADF-8688-B244FE6316DF}"/>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2763899369"/>
      </p:ext>
    </p:extLst>
  </p:cSld>
  <p:clrMapOvr>
    <a:masterClrMapping/>
  </p:clrMapOvr>
  <p:transition>
    <p:fade/>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_Week_Content">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801504"/>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38400" y="1801504"/>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17258" y="1801504"/>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133758" y="1801504"/>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000999" y="1801504"/>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9867900" y="1801504"/>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4154179"/>
            <a:ext cx="159543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38400" y="4154179"/>
            <a:ext cx="16271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17258" y="4154179"/>
            <a:ext cx="1645987"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133758" y="4154179"/>
            <a:ext cx="1701695"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000999" y="4154179"/>
            <a:ext cx="1719262"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9867900" y="4154179"/>
            <a:ext cx="1741488" cy="461869"/>
          </a:xfrm>
          <a:prstGeom prst="rect">
            <a:avLst/>
          </a:prstGeom>
          <a:noFill/>
        </p:spPr>
        <p:txBody>
          <a:bodyPr wrap="square" lIns="9000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solidFill>
                <a:effectLst/>
                <a:uLnTx/>
                <a:uFillTx/>
                <a:latin typeface="Segoe UI Semibold"/>
                <a:ea typeface="+mn-ea"/>
                <a:cs typeface="+mn-cs"/>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715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384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05300" y="2382803"/>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134100" y="2382803"/>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001000" y="2382803"/>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9867900" y="2382803"/>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754780"/>
            <a:ext cx="17399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38400" y="4754780"/>
            <a:ext cx="17526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05300" y="4754780"/>
            <a:ext cx="1714500"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134100" y="4754780"/>
            <a:ext cx="1752599"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001000" y="4754780"/>
            <a:ext cx="1719263"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9867900" y="4754780"/>
            <a:ext cx="1741488" cy="430887"/>
          </a:xfrm>
        </p:spPr>
        <p:txBody>
          <a:bodyPr lIns="90000" anchor="t"/>
          <a:lstStyle>
            <a:lvl1pPr marL="0" indent="0">
              <a:buSzPct val="90000"/>
              <a:buFont typeface="Wingdings" pitchFamily="2" charset="2"/>
              <a:buNone/>
              <a:tabLst/>
              <a:defRPr sz="1400">
                <a:solidFill>
                  <a:schemeClr val="accent6"/>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263373"/>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38400" y="2263373"/>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13488" y="2260900"/>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134206" y="2263373"/>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7997572" y="2263373"/>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610764"/>
            <a:ext cx="17399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38400" y="4610764"/>
            <a:ext cx="1752600"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13488" y="4608291"/>
            <a:ext cx="1706312"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134206" y="4610764"/>
            <a:ext cx="1752494"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7997572" y="4610764"/>
            <a:ext cx="175602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F6214ADD-C013-AD4B-9259-B4C0DF103505}"/>
              </a:ext>
            </a:extLst>
          </p:cNvPr>
          <p:cNvCxnSpPr>
            <a:cxnSpLocks/>
          </p:cNvCxnSpPr>
          <p:nvPr userDrawn="1"/>
        </p:nvCxnSpPr>
        <p:spPr>
          <a:xfrm>
            <a:off x="9886697" y="2252487"/>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0070C8-183F-C043-835B-D2D13758DA7B}"/>
              </a:ext>
            </a:extLst>
          </p:cNvPr>
          <p:cNvCxnSpPr>
            <a:cxnSpLocks/>
          </p:cNvCxnSpPr>
          <p:nvPr userDrawn="1"/>
        </p:nvCxnSpPr>
        <p:spPr>
          <a:xfrm>
            <a:off x="9886697" y="4599878"/>
            <a:ext cx="1722691"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Title 1">
            <a:extLst>
              <a:ext uri="{FF2B5EF4-FFF2-40B4-BE49-F238E27FC236}">
                <a16:creationId xmlns:a16="http://schemas.microsoft.com/office/drawing/2014/main" id="{A121B5B0-D86E-714A-AD4D-AE5C81179484}"/>
              </a:ext>
            </a:extLst>
          </p:cNvPr>
          <p:cNvSpPr>
            <a:spLocks noGrp="1"/>
          </p:cNvSpPr>
          <p:nvPr>
            <p:ph type="title"/>
          </p:nvPr>
        </p:nvSpPr>
        <p:spPr>
          <a:xfrm>
            <a:off x="575481" y="599436"/>
            <a:ext cx="11018520" cy="677108"/>
          </a:xfrm>
        </p:spPr>
        <p:txBody>
          <a:bodyPr/>
          <a:lstStyle>
            <a:lvl1pPr algn="l" defTabSz="932742" rtl="0" eaLnBrk="1" latinLnBrk="0" hangingPunct="1">
              <a:lnSpc>
                <a:spcPct val="100000"/>
              </a:lnSpc>
              <a:spcBef>
                <a:spcPct val="0"/>
              </a:spcBef>
              <a:buNone/>
              <a:defRPr lang="en-US" sz="4400" b="0" kern="1200" cap="none" spc="0" baseline="0" dirty="0">
                <a:ln w="3175">
                  <a:noFill/>
                </a:ln>
                <a:solidFill>
                  <a:schemeClr val="tx2"/>
                </a:solidFill>
                <a:effectLst/>
                <a:latin typeface="+mj-lt"/>
                <a:ea typeface="+mn-ea"/>
                <a:cs typeface="Segoe UI" pitchFamily="34" charset="0"/>
              </a:defRPr>
            </a:lvl1pPr>
          </a:lstStyle>
          <a:p>
            <a:r>
              <a:rPr lang="en-US"/>
              <a:t>Click to edit Master title style</a:t>
            </a:r>
          </a:p>
        </p:txBody>
      </p:sp>
      <p:sp>
        <p:nvSpPr>
          <p:cNvPr id="41" name="Footer Placeholder 4">
            <a:extLst>
              <a:ext uri="{FF2B5EF4-FFF2-40B4-BE49-F238E27FC236}">
                <a16:creationId xmlns:a16="http://schemas.microsoft.com/office/drawing/2014/main" id="{878CC1B1-AA6B-463B-A774-049792B3AC10}"/>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2" name="Slide Number Placeholder 5">
            <a:extLst>
              <a:ext uri="{FF2B5EF4-FFF2-40B4-BE49-F238E27FC236}">
                <a16:creationId xmlns:a16="http://schemas.microsoft.com/office/drawing/2014/main" id="{028E4364-080D-4863-8D44-AEE3D29D134E}"/>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78813367"/>
      </p:ext>
    </p:extLst>
  </p:cSld>
  <p:clrMapOvr>
    <a:masterClrMapping/>
  </p:clrMapOvr>
  <p:transition>
    <p:fade/>
  </p:transition>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75481" y="599436"/>
            <a:ext cx="11018520" cy="553998"/>
          </a:xfrm>
        </p:spPr>
        <p:txBody>
          <a:bodyPr/>
          <a:lstStyle>
            <a:lvl1pPr algn="l" defTabSz="932742" rtl="0" eaLnBrk="1" latinLnBrk="0" hangingPunct="1">
              <a:lnSpc>
                <a:spcPct val="100000"/>
              </a:lnSpc>
              <a:spcBef>
                <a:spcPct val="0"/>
              </a:spcBef>
              <a:buNone/>
              <a:defRPr lang="en-US" sz="3600" b="0" kern="1200" cap="none" spc="0" baseline="0" dirty="0">
                <a:ln w="3175">
                  <a:noFill/>
                </a:ln>
                <a:solidFill>
                  <a:schemeClr val="bg1"/>
                </a:solidFill>
                <a:effectLst/>
                <a:latin typeface="+mj-lt"/>
                <a:ea typeface="+mn-ea"/>
                <a:cs typeface="Segoe UI" pitchFamily="34" charset="0"/>
              </a:defRPr>
            </a:lvl1pPr>
          </a:lstStyle>
          <a:p>
            <a:r>
              <a:rPr lang="en-US"/>
              <a:t>Click to edit Master title style</a:t>
            </a:r>
          </a:p>
        </p:txBody>
      </p:sp>
      <p:sp>
        <p:nvSpPr>
          <p:cNvPr id="7" name="Text Placeholder 6">
            <a:extLst>
              <a:ext uri="{FF2B5EF4-FFF2-40B4-BE49-F238E27FC236}">
                <a16:creationId xmlns:a16="http://schemas.microsoft.com/office/drawing/2014/main" id="{3501B1E1-4A0C-4426-8AC4-8B354CF116CE}"/>
              </a:ext>
            </a:extLst>
          </p:cNvPr>
          <p:cNvSpPr>
            <a:spLocks noGrp="1"/>
          </p:cNvSpPr>
          <p:nvPr>
            <p:ph type="body" sz="quarter" idx="10" hasCustomPrompt="1"/>
          </p:nvPr>
        </p:nvSpPr>
        <p:spPr>
          <a:xfrm>
            <a:off x="0" y="6294769"/>
            <a:ext cx="12192000" cy="563231"/>
          </a:xfrm>
          <a:solidFill>
            <a:srgbClr val="FFFF99"/>
          </a:solidFill>
        </p:spPr>
        <p:txBody>
          <a:bodyPr lIns="91440" tIns="91440" rIns="91440" bIns="91440">
            <a:noAutofit/>
          </a:bodyPr>
          <a:lstStyle>
            <a:lvl1pPr marL="0" indent="0" algn="r">
              <a:buNone/>
              <a:defRPr sz="2400"/>
            </a:lvl1pPr>
          </a:lstStyle>
          <a:p>
            <a:pPr lvl="0"/>
            <a:r>
              <a:rPr lang="en-US"/>
              <a:t>Next</a:t>
            </a:r>
          </a:p>
        </p:txBody>
      </p:sp>
    </p:spTree>
    <p:extLst>
      <p:ext uri="{BB962C8B-B14F-4D97-AF65-F5344CB8AC3E}">
        <p14:creationId xmlns:p14="http://schemas.microsoft.com/office/powerpoint/2010/main" val="728067837"/>
      </p:ext>
    </p:extLst>
  </p:cSld>
  <p:clrMapOvr>
    <a:masterClrMapping/>
  </p:clrMapOvr>
  <p:transition>
    <p:fade/>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ankYou">
    <p:bg>
      <p:bgPr>
        <a:solidFill>
          <a:schemeClr val="accent2"/>
        </a:solidFill>
        <a:effectLst/>
      </p:bgPr>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5" name="Title 1">
            <a:extLst>
              <a:ext uri="{FF2B5EF4-FFF2-40B4-BE49-F238E27FC236}">
                <a16:creationId xmlns:a16="http://schemas.microsoft.com/office/drawing/2014/main" id="{FA05CAAB-C386-EF47-9672-99832E904412}"/>
              </a:ext>
            </a:extLst>
          </p:cNvPr>
          <p:cNvSpPr>
            <a:spLocks noGrp="1"/>
          </p:cNvSpPr>
          <p:nvPr>
            <p:ph type="title" hasCustomPrompt="1"/>
          </p:nvPr>
        </p:nvSpPr>
        <p:spPr>
          <a:xfrm>
            <a:off x="584200" y="4075330"/>
            <a:ext cx="7298437" cy="1015663"/>
          </a:xfrm>
        </p:spPr>
        <p:txBody>
          <a:bodyPr wrap="square" anchor="b" anchorCtr="0">
            <a:spAutoFit/>
          </a:bodyPr>
          <a:lstStyle>
            <a:lvl1pPr>
              <a:defRPr sz="6600" b="1" i="0" spc="0">
                <a:solidFill>
                  <a:schemeClr val="tx1"/>
                </a:solidFill>
                <a:latin typeface="Segoe UI Semibold" panose="020B0502040204020203" pitchFamily="34" charset="0"/>
                <a:cs typeface="Segoe UI Semibold" panose="020B0502040204020203" pitchFamily="34" charset="0"/>
              </a:defRPr>
            </a:lvl1pPr>
          </a:lstStyle>
          <a:p>
            <a:r>
              <a:rPr lang="en-US"/>
              <a:t>Thank you.</a:t>
            </a:r>
          </a:p>
        </p:txBody>
      </p:sp>
      <p:cxnSp>
        <p:nvCxnSpPr>
          <p:cNvPr id="6" name="Straight Connector 5">
            <a:extLst>
              <a:ext uri="{FF2B5EF4-FFF2-40B4-BE49-F238E27FC236}">
                <a16:creationId xmlns:a16="http://schemas.microsoft.com/office/drawing/2014/main" id="{88EA4229-0086-E64D-A616-33062EF62B34}"/>
              </a:ext>
            </a:extLst>
          </p:cNvPr>
          <p:cNvCxnSpPr>
            <a:cxnSpLocks/>
          </p:cNvCxnSpPr>
          <p:nvPr userDrawn="1"/>
        </p:nvCxnSpPr>
        <p:spPr>
          <a:xfrm>
            <a:off x="584200" y="6007781"/>
            <a:ext cx="11025188" cy="0"/>
          </a:xfrm>
          <a:prstGeom prst="line">
            <a:avLst/>
          </a:prstGeom>
          <a:ln w="1270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F990A1EA-0184-4AE1-8858-D03AFEEF9B8A}"/>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Microsoft Confidential</a:t>
            </a:r>
          </a:p>
        </p:txBody>
      </p:sp>
      <p:sp>
        <p:nvSpPr>
          <p:cNvPr id="10" name="Slide Number Placeholder 5">
            <a:extLst>
              <a:ext uri="{FF2B5EF4-FFF2-40B4-BE49-F238E27FC236}">
                <a16:creationId xmlns:a16="http://schemas.microsoft.com/office/drawing/2014/main" id="{162410B6-6E3D-4CB2-A003-281A600A92F3}"/>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FFFFFF"/>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23631623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679608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6941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342792413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194207617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p15:clr>
            <a:srgbClr val="A4A3A4"/>
          </p15:clr>
        </p15:guide>
        <p15:guide id="28" pos="3840">
          <p15:clr>
            <a:srgbClr val="F26B43"/>
          </p15:clr>
        </p15:guide>
        <p15:guide id="29" pos="3454">
          <p15:clr>
            <a:srgbClr val="FBAE40"/>
          </p15:clr>
        </p15:guide>
        <p15:guide id="30" pos="4203">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a:t>Section Name</a:t>
            </a:r>
          </a:p>
        </p:txBody>
      </p:sp>
    </p:spTree>
    <p:extLst>
      <p:ext uri="{BB962C8B-B14F-4D97-AF65-F5344CB8AC3E}">
        <p14:creationId xmlns:p14="http://schemas.microsoft.com/office/powerpoint/2010/main" val="26631277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1237855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1843582"/>
          </a:xfrm>
        </p:spPr>
        <p:txBody>
          <a:bodyPr/>
          <a:lstStyle>
            <a:lvl1pPr marL="0" indent="0">
              <a:spcAft>
                <a:spcPts val="600"/>
              </a:spcAft>
              <a:buNone/>
              <a:defRPr>
                <a:solidFill>
                  <a:schemeClr val="tx1"/>
                </a:solidFill>
              </a:defRPr>
            </a:lvl1pPr>
            <a:lvl2pPr>
              <a:spcAft>
                <a:spcPts val="600"/>
              </a:spcAft>
              <a:defRPr>
                <a:solidFill>
                  <a:schemeClr val="tx1"/>
                </a:solidFill>
              </a:defRPr>
            </a:lvl2pPr>
            <a:lvl3pPr>
              <a:spcAft>
                <a:spcPts val="600"/>
              </a:spcAft>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34123250"/>
      </p:ext>
    </p:extLst>
  </p:cSld>
  <p:clrMapOvr>
    <a:masterClrMapping/>
  </p:clrMapOvr>
  <p:transition>
    <p:fade/>
  </p:transition>
  <p:extLst>
    <p:ext uri="{DCECCB84-F9BA-43D5-87BE-67443E8EF086}">
      <p15:sldGuideLst xmlns:p15="http://schemas.microsoft.com/office/powerpoint/2012/main">
        <p15:guide id="2" orient="horz" pos="1162">
          <p15:clr>
            <a:srgbClr val="5ACBF0"/>
          </p15:clr>
        </p15:guide>
        <p15:guide id="3" orient="horz" pos="288">
          <p15:clr>
            <a:srgbClr val="5ACBF0"/>
          </p15:clr>
        </p15:guide>
        <p15:guide id="5" orient="horz" pos="90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6D2D8-31EF-1CC9-DECB-22CABA0026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A0DC6B-1C52-9513-CF1F-629A9776D9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9D7438-D78A-78CB-7E6E-FAC3098BA93C}"/>
              </a:ext>
            </a:extLst>
          </p:cNvPr>
          <p:cNvSpPr>
            <a:spLocks noGrp="1"/>
          </p:cNvSpPr>
          <p:nvPr>
            <p:ph type="dt" sz="half" idx="10"/>
          </p:nvPr>
        </p:nvSpPr>
        <p:spPr/>
        <p:txBody>
          <a:bodyPr/>
          <a:lstStyle/>
          <a:p>
            <a:fld id="{26196BD0-2777-44C9-B82F-C1FC2E25BF1F}" type="datetimeFigureOut">
              <a:rPr lang="en-US" smtClean="0"/>
              <a:t>9/8/2025</a:t>
            </a:fld>
            <a:endParaRPr lang="en-US"/>
          </a:p>
        </p:txBody>
      </p:sp>
      <p:sp>
        <p:nvSpPr>
          <p:cNvPr id="5" name="Footer Placeholder 4">
            <a:extLst>
              <a:ext uri="{FF2B5EF4-FFF2-40B4-BE49-F238E27FC236}">
                <a16:creationId xmlns:a16="http://schemas.microsoft.com/office/drawing/2014/main" id="{068A19DB-7F67-7ADA-582B-3FD6FC1EB9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CDEB40-0329-26D5-B429-0278803729B3}"/>
              </a:ext>
            </a:extLst>
          </p:cNvPr>
          <p:cNvSpPr>
            <a:spLocks noGrp="1"/>
          </p:cNvSpPr>
          <p:nvPr>
            <p:ph type="sldNum" sz="quarter" idx="12"/>
          </p:nvPr>
        </p:nvSpPr>
        <p:spPr/>
        <p:txBody>
          <a:bodyPr/>
          <a:lstStyle/>
          <a:p>
            <a:fld id="{A53FDD0D-8CFF-4330-967D-F61564DB93EE}" type="slidenum">
              <a:rPr lang="en-US" smtClean="0"/>
              <a:t>‹#›</a:t>
            </a:fld>
            <a:endParaRPr lang="en-US"/>
          </a:p>
        </p:txBody>
      </p:sp>
    </p:spTree>
    <p:extLst>
      <p:ext uri="{BB962C8B-B14F-4D97-AF65-F5344CB8AC3E}">
        <p14:creationId xmlns:p14="http://schemas.microsoft.com/office/powerpoint/2010/main" val="338003390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07432"/>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5" name="Footer Placeholder 4">
            <a:extLst>
              <a:ext uri="{FF2B5EF4-FFF2-40B4-BE49-F238E27FC236}">
                <a16:creationId xmlns:a16="http://schemas.microsoft.com/office/drawing/2014/main" id="{771C3853-B766-4422-BD2B-65A999523B3C}"/>
              </a:ext>
            </a:extLst>
          </p:cNvPr>
          <p:cNvSpPr>
            <a:spLocks noGrp="1"/>
          </p:cNvSpPr>
          <p:nvPr>
            <p:ph type="ftr" sz="quarter" idx="3"/>
          </p:nvPr>
        </p:nvSpPr>
        <p:spPr>
          <a:xfrm>
            <a:off x="4038600" y="6539518"/>
            <a:ext cx="4114800" cy="123111"/>
          </a:xfrm>
          <a:prstGeom prst="rect">
            <a:avLst/>
          </a:prstGeom>
        </p:spPr>
        <p:txBody>
          <a:bodyPr vert="horz"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6" name="Slide Number Placeholder 5">
            <a:extLst>
              <a:ext uri="{FF2B5EF4-FFF2-40B4-BE49-F238E27FC236}">
                <a16:creationId xmlns:a16="http://schemas.microsoft.com/office/drawing/2014/main" id="{6AB66A86-D476-4B82-BD63-F20B61D610B4}"/>
              </a:ext>
            </a:extLst>
          </p:cNvPr>
          <p:cNvSpPr>
            <a:spLocks noGrp="1"/>
          </p:cNvSpPr>
          <p:nvPr>
            <p:ph type="sldNum" sz="quarter" idx="4"/>
          </p:nvPr>
        </p:nvSpPr>
        <p:spPr>
          <a:xfrm>
            <a:off x="11697272" y="6539518"/>
            <a:ext cx="404240" cy="123111"/>
          </a:xfrm>
          <a:prstGeom prst="rect">
            <a:avLst/>
          </a:prstGeom>
        </p:spPr>
        <p:txBody>
          <a:bodyPr vert="horz" wrap="square" lIns="0" tIns="0" rIns="0" bIns="0" rtlCol="0" anchor="ctr">
            <a:spAutoFit/>
          </a:bodyPr>
          <a:lstStyle>
            <a:lvl1pPr algn="ctr">
              <a:defRPr sz="8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4135085315"/>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 id="2147484080" r:id="rId12"/>
    <p:sldLayoutId id="2147484081" r:id="rId13"/>
    <p:sldLayoutId id="2147484082" r:id="rId14"/>
    <p:sldLayoutId id="2147484083" r:id="rId15"/>
    <p:sldLayoutId id="2147484084" r:id="rId16"/>
    <p:sldLayoutId id="2147484085" r:id="rId17"/>
    <p:sldLayoutId id="2147484086" r:id="rId18"/>
    <p:sldLayoutId id="2147484087" r:id="rId19"/>
    <p:sldLayoutId id="2147484088" r:id="rId20"/>
    <p:sldLayoutId id="2147484089" r:id="rId21"/>
    <p:sldLayoutId id="2147484090" r:id="rId22"/>
    <p:sldLayoutId id="2147484091" r:id="rId23"/>
    <p:sldLayoutId id="2147484092" r:id="rId24"/>
    <p:sldLayoutId id="2147484093" r:id="rId25"/>
    <p:sldLayoutId id="2147484094" r:id="rId26"/>
    <p:sldLayoutId id="2147484095" r:id="rId27"/>
    <p:sldLayoutId id="2147484096" r:id="rId28"/>
    <p:sldLayoutId id="2147484097" r:id="rId29"/>
    <p:sldLayoutId id="2147484098" r:id="rId30"/>
    <p:sldLayoutId id="2147484101" r:id="rId31"/>
    <p:sldLayoutId id="2147484103" r:id="rId32"/>
    <p:sldLayoutId id="2147484104" r:id="rId33"/>
    <p:sldLayoutId id="2147484105" r:id="rId34"/>
    <p:sldLayoutId id="2147484106" r:id="rId35"/>
    <p:sldLayoutId id="2147484107" r:id="rId36"/>
    <p:sldLayoutId id="2147484108" r:id="rId37"/>
    <p:sldLayoutId id="2147484109" r:id="rId38"/>
  </p:sldLayoutIdLst>
  <p:transition>
    <p:fade/>
  </p:transition>
  <p:hf hdr="0" dt="0"/>
  <p:txStyles>
    <p:titleStyle>
      <a:lvl1pPr algn="l" defTabSz="932742" rtl="0" eaLnBrk="1" latinLnBrk="0" hangingPunct="1">
        <a:lnSpc>
          <a:spcPct val="100000"/>
        </a:lnSpc>
        <a:spcBef>
          <a:spcPct val="0"/>
        </a:spcBef>
        <a:buNone/>
        <a:defRPr lang="en-US" sz="3600" b="0" kern="1200" cap="none" spc="0" baseline="0" dirty="0" smtClean="0">
          <a:ln w="3175">
            <a:noFill/>
          </a:ln>
          <a:solidFill>
            <a:schemeClr val="tx1"/>
          </a:solidFill>
          <a:effectLst/>
          <a:latin typeface="+mn-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0">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pos="1464">
          <p15:clr>
            <a:srgbClr val="F26B43"/>
          </p15:clr>
        </p15:guide>
        <p15:guide id="32" pos="1536">
          <p15:clr>
            <a:srgbClr val="F26B43"/>
          </p15:clr>
        </p15:guide>
        <p15:guide id="33" pos="2640">
          <p15:clr>
            <a:srgbClr val="F26B43"/>
          </p15:clr>
        </p15:guide>
        <p15:guide id="34" pos="2712">
          <p15:clr>
            <a:srgbClr val="F26B43"/>
          </p15:clr>
        </p15:guide>
        <p15:guide id="35" pos="3792">
          <p15:clr>
            <a:srgbClr val="F26B43"/>
          </p15:clr>
        </p15:guide>
        <p15:guide id="36" pos="4968">
          <p15:clr>
            <a:srgbClr val="F26B43"/>
          </p15:clr>
        </p15:guide>
        <p15:guide id="37" pos="3864">
          <p15:clr>
            <a:srgbClr val="F26B43"/>
          </p15:clr>
        </p15:guide>
        <p15:guide id="38" pos="5040">
          <p15:clr>
            <a:srgbClr val="F26B43"/>
          </p15:clr>
        </p15:guide>
        <p15:guide id="39" pos="6144">
          <p15:clr>
            <a:srgbClr val="F26B43"/>
          </p15:clr>
        </p15:guide>
        <p15:guide id="40" pos="62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2.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4.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customXml" Target="../../customXml/item8.xml"/><Relationship Id="rId1" Type="http://schemas.openxmlformats.org/officeDocument/2006/relationships/tags" Target="../tags/tag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3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3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0.xml"/><Relationship Id="rId1" Type="http://schemas.openxmlformats.org/officeDocument/2006/relationships/slideLayout" Target="../slideLayouts/slideLayout3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3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7.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hyperlink" Target="https://fluentbit.io/blog/2021/01/25/logging-fluentd-with-kubernetes/" TargetMode="External"/><Relationship Id="rId2" Type="http://schemas.openxmlformats.org/officeDocument/2006/relationships/notesSlide" Target="../notesSlides/notesSlide17.xml"/><Relationship Id="rId1" Type="http://schemas.openxmlformats.org/officeDocument/2006/relationships/slideLayout" Target="../slideLayouts/slideLayout37.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github.com/google/cadvisor" TargetMode="Externa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7BBF5C99_37F6DAA6.xml"/><Relationship Id="rId2" Type="http://schemas.openxmlformats.org/officeDocument/2006/relationships/notesSlide" Target="../notesSlides/notesSlide18.xml"/><Relationship Id="rId1" Type="http://schemas.openxmlformats.org/officeDocument/2006/relationships/slideLayout" Target="../slideLayouts/slideLayout37.xml"/><Relationship Id="rId5" Type="http://schemas.openxmlformats.org/officeDocument/2006/relationships/image" Target="../media/image20.png"/><Relationship Id="rId4" Type="http://schemas.openxmlformats.org/officeDocument/2006/relationships/hyperlink" Target="https://github.com/kubernetes/design-proposals-archive/blob/main/instrumentation/monitoring_architecture.md"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2" Type="http://schemas.openxmlformats.org/officeDocument/2006/relationships/hyperlink" Target="https://learn.microsoft.com/en-us/azure/azure-monitor/app/opentelemetry-enable?tabs=java" TargetMode="Externa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hyperlink" Target="https://learn.microsoft.com/en-us/azure/aks/monitor-aks-reference#resource-logs" TargetMode="External"/><Relationship Id="rId2" Type="http://schemas.openxmlformats.org/officeDocument/2006/relationships/image" Target="../media/image21.png"/><Relationship Id="rId1" Type="http://schemas.openxmlformats.org/officeDocument/2006/relationships/slideLayout" Target="../slideLayouts/slideLayout37.xml"/><Relationship Id="rId4" Type="http://schemas.openxmlformats.org/officeDocument/2006/relationships/hyperlink" Target="https://learn.microsoft.com/en-us/azure/aks/kubelet-logs"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learn.microsoft.com/en-us/azure/azure-monitor/containers/container-insights-agent-config#configmap-file-settings-overview" TargetMode="External"/><Relationship Id="rId2" Type="http://schemas.openxmlformats.org/officeDocument/2006/relationships/notesSlide" Target="../notesSlides/notesSlide20.xml"/><Relationship Id="rId1" Type="http://schemas.openxmlformats.org/officeDocument/2006/relationships/slideLayout" Target="../slideLayouts/slideLayout37.xml"/><Relationship Id="rId4" Type="http://schemas.openxmlformats.org/officeDocument/2006/relationships/hyperlink" Target="https://learn.microsoft.com/en-us/azure/azure-monitor/containers/container-insights-cost-config?tabs=create-CLI"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3" Type="http://schemas.openxmlformats.org/officeDocument/2006/relationships/hyperlink" Target="https://learn.microsoft.com/en-us/azure/azure-monitor/containers/container-insights-livedata-setup" TargetMode="External"/><Relationship Id="rId2" Type="http://schemas.openxmlformats.org/officeDocument/2006/relationships/hyperlink" Target="https://learn.microsoft.com/en-us/azure/azure-monitor/containers/container-insights-livedata-overview#view-aks-resource-live-logs" TargetMode="External"/><Relationship Id="rId1" Type="http://schemas.openxmlformats.org/officeDocument/2006/relationships/slideLayout" Target="../slideLayouts/slideLayout37.xml"/><Relationship Id="rId5" Type="http://schemas.openxmlformats.org/officeDocument/2006/relationships/image" Target="../media/image26.png"/><Relationship Id="rId4" Type="http://schemas.openxmlformats.org/officeDocument/2006/relationships/hyperlink" Target="https://learn.microsoft.com/en-us/azure/azure-monitor/containers/container-insights-livedata-metrics"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learn.microsoft.com/en-us/azure/aks/aks-diagnostics#open-aks-diagnose-and-solve-problems" TargetMode="External"/><Relationship Id="rId2" Type="http://schemas.openxmlformats.org/officeDocument/2006/relationships/image" Target="../media/image27.png"/><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3" Type="http://schemas.openxmlformats.org/officeDocument/2006/relationships/hyperlink" Target="https://opentelemetry.io/docs/reference/specification/overview/" TargetMode="External"/><Relationship Id="rId2" Type="http://schemas.openxmlformats.org/officeDocument/2006/relationships/hyperlink" Target="https://cloudblogs.microsoft.com/opensource/2019/05/23/announcing-opentelemetry-cncf-merged-opencensus-opentracing/" TargetMode="External"/><Relationship Id="rId1" Type="http://schemas.openxmlformats.org/officeDocument/2006/relationships/slideLayout" Target="../slideLayouts/slideLayout37.xml"/><Relationship Id="rId4" Type="http://schemas.openxmlformats.org/officeDocument/2006/relationships/image" Target="../media/image29.png"/></Relationships>
</file>

<file path=ppt/slides/_rels/slide35.xml.rels><?xml version="1.0" encoding="UTF-8" standalone="yes"?>
<Relationships xmlns="http://schemas.openxmlformats.org/package/2006/relationships"><Relationship Id="rId8" Type="http://schemas.openxmlformats.org/officeDocument/2006/relationships/image" Target="../media/image35.jpe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tiff"/><Relationship Id="rId12"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33.tiff"/><Relationship Id="rId11" Type="http://schemas.openxmlformats.org/officeDocument/2006/relationships/image" Target="../media/image38.jpeg"/><Relationship Id="rId5" Type="http://schemas.openxmlformats.org/officeDocument/2006/relationships/image" Target="../media/image3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jpeg"/><Relationship Id="rId1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hyperlink" Target="https://learn.microsoft.com/en-us/azure/azure-monitor/metrics/prometheus-metrics-overview" TargetMode="External"/><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hyperlink" Target="https://learn.microsoft.com/en-us/azure/managed-grafana/overview"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www.datadoghq.com/blog/announcing-aks/" TargetMode="External"/><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3.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3" Type="http://schemas.openxmlformats.org/officeDocument/2006/relationships/hyperlink" Target="https://learn.microsoft.com/en-us/azure/azure-monitor/containers/container-insights-prometheus?tabs=cluster-wide#send-metrics-to-azure-monitor-logs" TargetMode="External"/><Relationship Id="rId2" Type="http://schemas.openxmlformats.org/officeDocument/2006/relationships/hyperlink" Target="https://learn.microsoft.com/en-us/azure/aks/use-managed-identity" TargetMode="External"/><Relationship Id="rId1" Type="http://schemas.openxmlformats.org/officeDocument/2006/relationships/slideLayout" Target="../slideLayouts/slideLayout5.xml"/><Relationship Id="rId5" Type="http://schemas.openxmlformats.org/officeDocument/2006/relationships/hyperlink" Target="https://learn.microsoft.com/en-us/azure/azure-monitor/essentials/prometheus-rule-groups#create-prometheus-rules" TargetMode="External"/><Relationship Id="rId4" Type="http://schemas.openxmlformats.org/officeDocument/2006/relationships/hyperlink" Target="https://learn.microsoft.com/en-us/azure/azure-monitor/containers/container-insights-log-query#prometheus-metrics"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2" Type="http://schemas.openxmlformats.org/officeDocument/2006/relationships/hyperlink" Target="https://learn.microsoft.com/en-us/azure/azure-monitor/containers/prometheus-metrics-scrape-default" TargetMode="External"/><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7.xml"/></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37.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0.xml"/><Relationship Id="rId1" Type="http://schemas.openxmlformats.org/officeDocument/2006/relationships/slideLayout" Target="../slideLayouts/slideLayout37.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1.xml"/><Relationship Id="rId1" Type="http://schemas.openxmlformats.org/officeDocument/2006/relationships/slideLayout" Target="../slideLayouts/slideLayout37.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2.xml"/><Relationship Id="rId1" Type="http://schemas.openxmlformats.org/officeDocument/2006/relationships/slideLayout" Target="../slideLayouts/slideLayout37.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3.xml"/><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name="HIDDEN - Slide3">
    <p:spTree>
      <p:nvGrpSpPr>
        <p:cNvPr id="1" name=""/>
        <p:cNvGrpSpPr/>
        <p:nvPr/>
      </p:nvGrpSpPr>
      <p:grpSpPr>
        <a:xfrm>
          <a:off x="0" y="0"/>
          <a:ext cx="0" cy="0"/>
          <a:chOff x="0" y="0"/>
          <a:chExt cx="0" cy="0"/>
        </a:xfrm>
      </p:grpSpPr>
      <p:sp>
        <p:nvSpPr>
          <p:cNvPr id="4" name="Title 3"/>
          <p:cNvSpPr>
            <a:spLocks noGrp="1"/>
          </p:cNvSpPr>
          <p:nvPr>
            <p:ph type="title"/>
            <p:custDataLst>
              <p:custData r:id="rId2"/>
            </p:custDataLst>
          </p:nvPr>
        </p:nvSpPr>
        <p:spPr>
          <a:xfrm>
            <a:off x="584200" y="4334637"/>
            <a:ext cx="9274908" cy="1015663"/>
          </a:xfrm>
        </p:spPr>
        <p:txBody>
          <a:bodyPr/>
          <a:lstStyle/>
          <a:p>
            <a:r>
              <a:rPr lang="en-US">
                <a:latin typeface="Segoe UI Semibold"/>
                <a:cs typeface="Segoe UI Semibold"/>
              </a:rPr>
              <a:t>Kubernetes Monitoring</a:t>
            </a:r>
            <a:endParaRPr lang="en-US"/>
          </a:p>
        </p:txBody>
      </p:sp>
      <p:sp>
        <p:nvSpPr>
          <p:cNvPr id="7" name="Subtitle 5">
            <a:extLst>
              <a:ext uri="{FF2B5EF4-FFF2-40B4-BE49-F238E27FC236}">
                <a16:creationId xmlns:a16="http://schemas.microsoft.com/office/drawing/2014/main" id="{470BE467-A10D-D60E-D7F0-349D87A49123}"/>
              </a:ext>
            </a:extLst>
          </p:cNvPr>
          <p:cNvSpPr>
            <a:spLocks noGrp="1"/>
          </p:cNvSpPr>
          <p:nvPr/>
        </p:nvSpPr>
        <p:spPr>
          <a:xfrm>
            <a:off x="582042" y="5634620"/>
            <a:ext cx="5654635" cy="338554"/>
          </a:xfrm>
          <a:prstGeom prst="rect">
            <a:avLst/>
          </a:prstGeom>
          <a:noFill/>
        </p:spPr>
        <p:txBody>
          <a:bodyPr vert="horz" wrap="square" lIns="0" tIns="0" rIns="0" bIns="0" rtlCol="0">
            <a:norm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err="1"/>
              <a:t>WorkshopPlus</a:t>
            </a:r>
            <a:r>
              <a:rPr lang="en-US"/>
              <a:t> – Kubernetes Tech Briefing</a:t>
            </a:r>
          </a:p>
        </p:txBody>
      </p:sp>
    </p:spTree>
    <p:custDataLst>
      <p:tags r:id="rId1"/>
    </p:custDataLst>
    <p:extLst>
      <p:ext uri="{BB962C8B-B14F-4D97-AF65-F5344CB8AC3E}">
        <p14:creationId xmlns:p14="http://schemas.microsoft.com/office/powerpoint/2010/main" val="2142053599"/>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79B42-69EC-4737-A1D3-6170002B2FA4}"/>
              </a:ext>
            </a:extLst>
          </p:cNvPr>
          <p:cNvSpPr>
            <a:spLocks noGrp="1"/>
          </p:cNvSpPr>
          <p:nvPr>
            <p:ph type="title"/>
          </p:nvPr>
        </p:nvSpPr>
        <p:spPr/>
        <p:txBody>
          <a:bodyPr/>
          <a:lstStyle/>
          <a:p>
            <a:r>
              <a:rPr lang="en-US"/>
              <a:t>Conditions and terms of use</a:t>
            </a:r>
          </a:p>
        </p:txBody>
      </p:sp>
      <p:sp>
        <p:nvSpPr>
          <p:cNvPr id="7" name="Rectangle 6">
            <a:extLst>
              <a:ext uri="{FF2B5EF4-FFF2-40B4-BE49-F238E27FC236}">
                <a16:creationId xmlns:a16="http://schemas.microsoft.com/office/drawing/2014/main" id="{C30D5E87-BF27-48B8-9B35-B55C04B9CBAE}"/>
              </a:ext>
            </a:extLst>
          </p:cNvPr>
          <p:cNvSpPr/>
          <p:nvPr/>
        </p:nvSpPr>
        <p:spPr bwMode="auto">
          <a:xfrm>
            <a:off x="571500" y="1574244"/>
            <a:ext cx="11049000" cy="3632756"/>
          </a:xfrm>
          <a:prstGeom prst="rect">
            <a:avLst/>
          </a:prstGeom>
          <a:solidFill>
            <a:schemeClr val="bg1"/>
          </a:solidFill>
          <a:ln w="3175">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102">
              <a:spcBef>
                <a:spcPts val="600"/>
              </a:spcBef>
              <a:spcAft>
                <a:spcPts val="600"/>
              </a:spcAft>
              <a:defRPr/>
            </a:pPr>
            <a:r>
              <a:rPr lang="en-US">
                <a:solidFill>
                  <a:schemeClr val="tx1"/>
                </a:solidFill>
                <a:cs typeface="Segoe UI Semibold"/>
              </a:rPr>
              <a:t>© Microsoft Corporation. All rights reserved.</a:t>
            </a:r>
            <a:endParaRPr lang="en-US">
              <a:solidFill>
                <a:schemeClr val="tx1"/>
              </a:solidFill>
              <a:cs typeface="Segoe UI Semibold" panose="020B0702040204020203" pitchFamily="34" charset="0"/>
            </a:endParaRPr>
          </a:p>
          <a:p>
            <a:pPr algn="ctr" defTabSz="914102">
              <a:spcBef>
                <a:spcPts val="600"/>
              </a:spcBef>
              <a:spcAft>
                <a:spcPts val="600"/>
              </a:spcAft>
              <a:defRPr/>
            </a:pPr>
            <a:r>
              <a:rPr lang="en-US">
                <a:solidFill>
                  <a:schemeClr val="tx1"/>
                </a:solidFill>
                <a:cs typeface="Segoe UI Semibold"/>
              </a:rPr>
              <a:t>You may use these training materials solely for your personal internal reference and non-commercial purposes.  You may not distribute, transmit, resell or otherwise make these training materials available to any other person or party without express permission from Microsoft Corporation.  URL’s or other internet website references in the training materials may change without notice.  Unless otherwise noted, any companies, organizations, domain names, e-mail addresses, people, places and events depicted in the training materials are for illustration only and are fictitious. No real association is intended or inferred. THESE TRAINING MATERIALS ARE PROVIDED “AS IS”; MICROSOFT MAKES NO WARRANTIES, EXPRESS OR IMPLIED IN THESE TRAINING MATERIALS</a:t>
            </a:r>
            <a:r>
              <a:rPr lang="en-US" baseline="30000">
                <a:solidFill>
                  <a:schemeClr val="tx1"/>
                </a:solidFill>
                <a:cs typeface="Segoe UI Semibold"/>
              </a:rPr>
              <a:t>1</a:t>
            </a:r>
            <a:endParaRPr lang="en-US" b="0" i="0" u="none" strike="noStrike" kern="1200" cap="none" spc="0" normalizeH="0" baseline="30000" noProof="0">
              <a:ln>
                <a:noFill/>
              </a:ln>
              <a:solidFill>
                <a:schemeClr val="tx1"/>
              </a:solidFill>
              <a:effectLst/>
              <a:uLnTx/>
              <a:uFillTx/>
              <a:cs typeface="Segoe UI Semibold"/>
            </a:endParaRPr>
          </a:p>
        </p:txBody>
      </p:sp>
      <p:grpSp>
        <p:nvGrpSpPr>
          <p:cNvPr id="8" name="Group 7">
            <a:extLst>
              <a:ext uri="{FF2B5EF4-FFF2-40B4-BE49-F238E27FC236}">
                <a16:creationId xmlns:a16="http://schemas.microsoft.com/office/drawing/2014/main" id="{DE823F62-E09A-466D-A142-2BCF56FBE584}"/>
              </a:ext>
              <a:ext uri="{C183D7F6-B498-43B3-948B-1728B52AA6E4}">
                <adec:decorative xmlns:adec="http://schemas.microsoft.com/office/drawing/2017/decorative" val="1"/>
              </a:ext>
            </a:extLst>
          </p:cNvPr>
          <p:cNvGrpSpPr/>
          <p:nvPr/>
        </p:nvGrpSpPr>
        <p:grpSpPr>
          <a:xfrm>
            <a:off x="571500" y="1574244"/>
            <a:ext cx="11049000" cy="3632756"/>
            <a:chOff x="571500" y="1574244"/>
            <a:chExt cx="11049000" cy="3632756"/>
          </a:xfrm>
        </p:grpSpPr>
        <p:sp>
          <p:nvSpPr>
            <p:cNvPr id="9" name="Half Frame 8">
              <a:extLst>
                <a:ext uri="{FF2B5EF4-FFF2-40B4-BE49-F238E27FC236}">
                  <a16:creationId xmlns:a16="http://schemas.microsoft.com/office/drawing/2014/main" id="{B1F83F9C-3EE7-440E-B6ED-3AE225C18EC6}"/>
                </a:ext>
                <a:ext uri="{C183D7F6-B498-43B3-948B-1728B52AA6E4}">
                  <adec:decorative xmlns:adec="http://schemas.microsoft.com/office/drawing/2017/decorative" val="1"/>
                </a:ext>
              </a:extLst>
            </p:cNvPr>
            <p:cNvSpPr/>
            <p:nvPr/>
          </p:nvSpPr>
          <p:spPr bwMode="auto">
            <a:xfrm rot="5400000" flipV="1">
              <a:off x="581472" y="1564272"/>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Half Frame 9">
              <a:extLst>
                <a:ext uri="{FF2B5EF4-FFF2-40B4-BE49-F238E27FC236}">
                  <a16:creationId xmlns:a16="http://schemas.microsoft.com/office/drawing/2014/main" id="{206932E9-4F7D-4000-972A-77B375DA6D88}"/>
                </a:ext>
                <a:ext uri="{C183D7F6-B498-43B3-948B-1728B52AA6E4}">
                  <adec:decorative xmlns:adec="http://schemas.microsoft.com/office/drawing/2017/decorative" val="1"/>
                </a:ext>
              </a:extLst>
            </p:cNvPr>
            <p:cNvSpPr/>
            <p:nvPr/>
          </p:nvSpPr>
          <p:spPr bwMode="auto">
            <a:xfrm rot="10800000">
              <a:off x="11192768" y="4759325"/>
              <a:ext cx="427732" cy="447675"/>
            </a:xfrm>
            <a:prstGeom prst="halfFrame">
              <a:avLst>
                <a:gd name="adj1" fmla="val 0"/>
                <a:gd name="adj2" fmla="val 0"/>
              </a:avLst>
            </a:prstGeom>
            <a:solidFill>
              <a:schemeClr val="tx2"/>
            </a:solidFill>
            <a:ln w="381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9" name="Footer Placeholder 2">
            <a:extLst>
              <a:ext uri="{FF2B5EF4-FFF2-40B4-BE49-F238E27FC236}">
                <a16:creationId xmlns:a16="http://schemas.microsoft.com/office/drawing/2014/main" id="{A04B054A-A721-4144-96FE-966534FB355F}"/>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20" name="Slide Number Placeholder 12">
            <a:extLst>
              <a:ext uri="{FF2B5EF4-FFF2-40B4-BE49-F238E27FC236}">
                <a16:creationId xmlns:a16="http://schemas.microsoft.com/office/drawing/2014/main" id="{C94FEEB5-7104-458C-8C7F-BD5D4C6A13B9}"/>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custDataLst>
      <p:tags r:id="rId1"/>
    </p:custDataLst>
    <p:extLst>
      <p:ext uri="{BB962C8B-B14F-4D97-AF65-F5344CB8AC3E}">
        <p14:creationId xmlns:p14="http://schemas.microsoft.com/office/powerpoint/2010/main" val="2242852715"/>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1322-9F37-477D-9B5B-EBF49D8B1DE4}"/>
              </a:ext>
            </a:extLst>
          </p:cNvPr>
          <p:cNvSpPr>
            <a:spLocks noGrp="1"/>
          </p:cNvSpPr>
          <p:nvPr>
            <p:ph type="title"/>
          </p:nvPr>
        </p:nvSpPr>
        <p:spPr>
          <a:xfrm>
            <a:off x="474998" y="157308"/>
            <a:ext cx="11018520" cy="553998"/>
          </a:xfrm>
        </p:spPr>
        <p:txBody>
          <a:bodyPr lIns="0" tIns="0" rIns="0" bIns="0" anchor="t"/>
          <a:lstStyle/>
          <a:p>
            <a:r>
              <a:rPr lang="en-US"/>
              <a:t>Learning Units covered </a:t>
            </a:r>
            <a:br>
              <a:rPr lang="en-US"/>
            </a:br>
            <a:r>
              <a:rPr lang="en-US"/>
              <a:t>in this Module</a:t>
            </a:r>
          </a:p>
        </p:txBody>
      </p:sp>
      <p:graphicFrame>
        <p:nvGraphicFramePr>
          <p:cNvPr id="112" name="Table 3">
            <a:extLst>
              <a:ext uri="{FF2B5EF4-FFF2-40B4-BE49-F238E27FC236}">
                <a16:creationId xmlns:a16="http://schemas.microsoft.com/office/drawing/2014/main" id="{45AD0972-9AFC-406A-BE0A-DFF9FDD00D65}"/>
              </a:ext>
            </a:extLst>
          </p:cNvPr>
          <p:cNvGraphicFramePr>
            <a:graphicFrameLocks noGrp="1"/>
          </p:cNvGraphicFramePr>
          <p:nvPr>
            <p:extLst>
              <p:ext uri="{D42A27DB-BD31-4B8C-83A1-F6EECF244321}">
                <p14:modId xmlns:p14="http://schemas.microsoft.com/office/powerpoint/2010/main" val="3662594966"/>
              </p:ext>
            </p:extLst>
          </p:nvPr>
        </p:nvGraphicFramePr>
        <p:xfrm>
          <a:off x="396805" y="1332101"/>
          <a:ext cx="5669280" cy="5092248"/>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245818860"/>
                    </a:ext>
                  </a:extLst>
                </a:gridCol>
                <a:gridCol w="4846320">
                  <a:extLst>
                    <a:ext uri="{9D8B030D-6E8A-4147-A177-3AD203B41FA5}">
                      <a16:colId xmlns:a16="http://schemas.microsoft.com/office/drawing/2014/main" val="3975527072"/>
                    </a:ext>
                  </a:extLst>
                </a:gridCol>
              </a:tblGrid>
              <a:tr h="1211402">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Azure Monitor for AKS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76677287"/>
                  </a:ext>
                </a:extLst>
              </a:tr>
              <a:tr h="1229711">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r>
                        <a:rPr lang="en-US"/>
                        <a:t>Kubernetes Logging and Key Metrics</a:t>
                      </a:r>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16497433"/>
                  </a:ext>
                </a:extLst>
              </a:tr>
              <a:tr h="1166648">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lang="en-US"/>
                        <a:t>AKS Loggings and Metrics</a:t>
                      </a:r>
                    </a:p>
                    <a:p>
                      <a:endParaRPr lang="en-US"/>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48692398"/>
                  </a:ext>
                </a:extLst>
              </a:tr>
              <a:tr h="1484487">
                <a:tc>
                  <a:txBody>
                    <a:bodyPr/>
                    <a:lstStyle/>
                    <a:p>
                      <a:endParaRPr lang="en-US"/>
                    </a:p>
                  </a:txBody>
                  <a:tcPr marT="91440" marB="91440" anchor="ctr">
                    <a:lnL w="38100" cap="flat" cmpd="sng" algn="ctr">
                      <a:solidFill>
                        <a:schemeClr val="tx2"/>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r>
                        <a:rPr lang="en-US" sz="1800" b="0" i="0" u="none" strike="noStrike" kern="1200">
                          <a:solidFill>
                            <a:schemeClr val="dk1"/>
                          </a:solidFill>
                          <a:effectLst/>
                          <a:latin typeface="+mn-lt"/>
                          <a:ea typeface="+mn-ea"/>
                          <a:cs typeface="+mn-cs"/>
                        </a:rPr>
                        <a:t>Azure Monitor managed service for Prometheus and Azure Managed Grafana</a:t>
                      </a:r>
                      <a:r>
                        <a:rPr lang="en-US" sz="1800" b="0" i="0" kern="1200">
                          <a:solidFill>
                            <a:schemeClr val="dk1"/>
                          </a:solidFill>
                          <a:effectLst/>
                          <a:latin typeface="+mn-lt"/>
                          <a:ea typeface="+mn-ea"/>
                          <a:cs typeface="+mn-cs"/>
                        </a:rPr>
                        <a:t>​</a:t>
                      </a:r>
                      <a:endParaRPr lang="en-US"/>
                    </a:p>
                  </a:txBody>
                  <a:tcPr marL="182880" marT="91440" marB="9144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3488902310"/>
                  </a:ext>
                </a:extLst>
              </a:tr>
            </a:tbl>
          </a:graphicData>
        </a:graphic>
      </p:graphicFrame>
      <p:grpSp>
        <p:nvGrpSpPr>
          <p:cNvPr id="141" name="Group 140">
            <a:extLst>
              <a:ext uri="{FF2B5EF4-FFF2-40B4-BE49-F238E27FC236}">
                <a16:creationId xmlns:a16="http://schemas.microsoft.com/office/drawing/2014/main" id="{27BF13F4-E0FF-4E0D-8D3F-E5716F8C4FFC}"/>
              </a:ext>
              <a:ext uri="{C183D7F6-B498-43B3-948B-1728B52AA6E4}">
                <adec:decorative xmlns:adec="http://schemas.microsoft.com/office/drawing/2017/decorative" val="1"/>
              </a:ext>
            </a:extLst>
          </p:cNvPr>
          <p:cNvGrpSpPr>
            <a:grpSpLocks noChangeAspect="1"/>
          </p:cNvGrpSpPr>
          <p:nvPr/>
        </p:nvGrpSpPr>
        <p:grpSpPr>
          <a:xfrm>
            <a:off x="585550" y="1697571"/>
            <a:ext cx="522238" cy="522238"/>
            <a:chOff x="10323474" y="1468393"/>
            <a:chExt cx="751672" cy="751672"/>
          </a:xfrm>
        </p:grpSpPr>
        <p:sp>
          <p:nvSpPr>
            <p:cNvPr id="142" name="Oval 141">
              <a:extLst>
                <a:ext uri="{FF2B5EF4-FFF2-40B4-BE49-F238E27FC236}">
                  <a16:creationId xmlns:a16="http://schemas.microsoft.com/office/drawing/2014/main" id="{6C5EA0E7-F61F-4807-8925-4019D8289A87}"/>
                </a:ext>
                <a:ext uri="{C183D7F6-B498-43B3-948B-1728B52AA6E4}">
                  <adec:decorative xmlns:adec="http://schemas.microsoft.com/office/drawing/2017/decorative" val="1"/>
                </a:ext>
              </a:extLst>
            </p:cNvPr>
            <p:cNvSpPr>
              <a:spLocks/>
            </p:cNvSpPr>
            <p:nvPr/>
          </p:nvSpPr>
          <p:spPr bwMode="auto">
            <a:xfrm>
              <a:off x="1032347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143" name="Group 142">
              <a:extLst>
                <a:ext uri="{FF2B5EF4-FFF2-40B4-BE49-F238E27FC236}">
                  <a16:creationId xmlns:a16="http://schemas.microsoft.com/office/drawing/2014/main" id="{E17734FA-7052-4385-9C3F-7476E48B2A9D}"/>
                </a:ext>
                <a:ext uri="{C183D7F6-B498-43B3-948B-1728B52AA6E4}">
                  <adec:decorative xmlns:adec="http://schemas.microsoft.com/office/drawing/2017/decorative" val="1"/>
                </a:ext>
              </a:extLst>
            </p:cNvPr>
            <p:cNvGrpSpPr/>
            <p:nvPr/>
          </p:nvGrpSpPr>
          <p:grpSpPr>
            <a:xfrm>
              <a:off x="10472703" y="1678978"/>
              <a:ext cx="453205" cy="330587"/>
              <a:chOff x="1317737" y="7238855"/>
              <a:chExt cx="596040" cy="434772"/>
            </a:xfrm>
          </p:grpSpPr>
          <p:sp>
            <p:nvSpPr>
              <p:cNvPr id="144" name="Freeform: Shape 143">
                <a:extLst>
                  <a:ext uri="{FF2B5EF4-FFF2-40B4-BE49-F238E27FC236}">
                    <a16:creationId xmlns:a16="http://schemas.microsoft.com/office/drawing/2014/main" id="{7B30EEDD-248E-40B3-8BDB-830FD42D10D2}"/>
                  </a:ext>
                </a:extLst>
              </p:cNvPr>
              <p:cNvSpPr/>
              <p:nvPr/>
            </p:nvSpPr>
            <p:spPr>
              <a:xfrm>
                <a:off x="1758961"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5" name="Freeform: Shape 144">
                <a:extLst>
                  <a:ext uri="{FF2B5EF4-FFF2-40B4-BE49-F238E27FC236}">
                    <a16:creationId xmlns:a16="http://schemas.microsoft.com/office/drawing/2014/main" id="{1E7E6FA4-6A0E-4023-A290-81458375DFA0}"/>
                  </a:ext>
                </a:extLst>
              </p:cNvPr>
              <p:cNvSpPr/>
              <p:nvPr/>
            </p:nvSpPr>
            <p:spPr>
              <a:xfrm>
                <a:off x="1317737" y="7397541"/>
                <a:ext cx="154816" cy="180617"/>
              </a:xfrm>
              <a:custGeom>
                <a:avLst/>
                <a:gdLst>
                  <a:gd name="connsiteX0" fmla="*/ 29256 w 114300"/>
                  <a:gd name="connsiteY0" fmla="*/ 41638 h 133350"/>
                  <a:gd name="connsiteX1" fmla="*/ 61641 w 114300"/>
                  <a:gd name="connsiteY1" fmla="*/ 7348 h 133350"/>
                  <a:gd name="connsiteX2" fmla="*/ 94978 w 114300"/>
                  <a:gd name="connsiteY2" fmla="*/ 41638 h 133350"/>
                  <a:gd name="connsiteX3" fmla="*/ 61641 w 114300"/>
                  <a:gd name="connsiteY3" fmla="*/ 75928 h 133350"/>
                  <a:gd name="connsiteX4" fmla="*/ 29256 w 114300"/>
                  <a:gd name="connsiteY4" fmla="*/ 41638 h 133350"/>
                  <a:gd name="connsiteX5" fmla="*/ 29256 w 114300"/>
                  <a:gd name="connsiteY5" fmla="*/ 41638 h 133350"/>
                  <a:gd name="connsiteX6" fmla="*/ 114028 w 114300"/>
                  <a:gd name="connsiteY6" fmla="*/ 130221 h 133350"/>
                  <a:gd name="connsiteX7" fmla="*/ 60688 w 114300"/>
                  <a:gd name="connsiteY7" fmla="*/ 75928 h 133350"/>
                  <a:gd name="connsiteX8" fmla="*/ 7348 w 114300"/>
                  <a:gd name="connsiteY8" fmla="*/ 130221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33350">
                    <a:moveTo>
                      <a:pt x="29256" y="41638"/>
                    </a:moveTo>
                    <a:cubicBezTo>
                      <a:pt x="29256" y="22588"/>
                      <a:pt x="43543" y="7348"/>
                      <a:pt x="61641" y="7348"/>
                    </a:cubicBezTo>
                    <a:cubicBezTo>
                      <a:pt x="79738" y="7348"/>
                      <a:pt x="94978" y="22588"/>
                      <a:pt x="94978" y="41638"/>
                    </a:cubicBezTo>
                    <a:cubicBezTo>
                      <a:pt x="94978" y="60688"/>
                      <a:pt x="79738" y="75928"/>
                      <a:pt x="61641" y="75928"/>
                    </a:cubicBezTo>
                    <a:cubicBezTo>
                      <a:pt x="43543" y="75928"/>
                      <a:pt x="29256" y="60688"/>
                      <a:pt x="29256" y="41638"/>
                    </a:cubicBezTo>
                    <a:lnTo>
                      <a:pt x="29256" y="41638"/>
                    </a:lnTo>
                    <a:close/>
                    <a:moveTo>
                      <a:pt x="114028" y="130221"/>
                    </a:moveTo>
                    <a:cubicBezTo>
                      <a:pt x="114028" y="99741"/>
                      <a:pt x="90216" y="75928"/>
                      <a:pt x="60688" y="75928"/>
                    </a:cubicBezTo>
                    <a:cubicBezTo>
                      <a:pt x="31161" y="75928"/>
                      <a:pt x="7348" y="100693"/>
                      <a:pt x="7348" y="130221"/>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6" name="Freeform: Shape 145">
                <a:extLst>
                  <a:ext uri="{FF2B5EF4-FFF2-40B4-BE49-F238E27FC236}">
                    <a16:creationId xmlns:a16="http://schemas.microsoft.com/office/drawing/2014/main" id="{1BDFD5CF-E9DB-480F-B75C-67DE7088254C}"/>
                  </a:ext>
                </a:extLst>
              </p:cNvPr>
              <p:cNvSpPr/>
              <p:nvPr/>
            </p:nvSpPr>
            <p:spPr>
              <a:xfrm>
                <a:off x="1340959" y="7282719"/>
                <a:ext cx="116112" cy="103210"/>
              </a:xfrm>
              <a:custGeom>
                <a:avLst/>
                <a:gdLst>
                  <a:gd name="connsiteX0" fmla="*/ 44496 w 85725"/>
                  <a:gd name="connsiteY0" fmla="*/ 65451 h 76200"/>
                  <a:gd name="connsiteX1" fmla="*/ 20683 w 85725"/>
                  <a:gd name="connsiteY1" fmla="*/ 77833 h 76200"/>
                  <a:gd name="connsiteX2" fmla="*/ 25446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0691 w 85725"/>
                  <a:gd name="connsiteY7" fmla="*/ 34018 h 76200"/>
                  <a:gd name="connsiteX8" fmla="*/ 62593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0683" y="77833"/>
                    </a:lnTo>
                    <a:lnTo>
                      <a:pt x="25446" y="52116"/>
                    </a:lnTo>
                    <a:lnTo>
                      <a:pt x="7348" y="34018"/>
                    </a:lnTo>
                    <a:lnTo>
                      <a:pt x="33066" y="30208"/>
                    </a:lnTo>
                    <a:lnTo>
                      <a:pt x="44496" y="7348"/>
                    </a:lnTo>
                    <a:lnTo>
                      <a:pt x="55926" y="30208"/>
                    </a:lnTo>
                    <a:lnTo>
                      <a:pt x="80691" y="34018"/>
                    </a:lnTo>
                    <a:lnTo>
                      <a:pt x="62593"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7" name="Freeform: Shape 146">
                <a:extLst>
                  <a:ext uri="{FF2B5EF4-FFF2-40B4-BE49-F238E27FC236}">
                    <a16:creationId xmlns:a16="http://schemas.microsoft.com/office/drawing/2014/main" id="{F1D18E4A-5504-4BF0-BA73-AF1A27F741E7}"/>
                  </a:ext>
                </a:extLst>
              </p:cNvPr>
              <p:cNvSpPr/>
              <p:nvPr/>
            </p:nvSpPr>
            <p:spPr>
              <a:xfrm>
                <a:off x="1778313" y="7282719"/>
                <a:ext cx="116112" cy="103210"/>
              </a:xfrm>
              <a:custGeom>
                <a:avLst/>
                <a:gdLst>
                  <a:gd name="connsiteX0" fmla="*/ 44496 w 85725"/>
                  <a:gd name="connsiteY0" fmla="*/ 65451 h 76200"/>
                  <a:gd name="connsiteX1" fmla="*/ 21636 w 85725"/>
                  <a:gd name="connsiteY1" fmla="*/ 77833 h 76200"/>
                  <a:gd name="connsiteX2" fmla="*/ 26398 w 85725"/>
                  <a:gd name="connsiteY2" fmla="*/ 52116 h 76200"/>
                  <a:gd name="connsiteX3" fmla="*/ 7348 w 85725"/>
                  <a:gd name="connsiteY3" fmla="*/ 34018 h 76200"/>
                  <a:gd name="connsiteX4" fmla="*/ 33066 w 85725"/>
                  <a:gd name="connsiteY4" fmla="*/ 30208 h 76200"/>
                  <a:gd name="connsiteX5" fmla="*/ 44496 w 85725"/>
                  <a:gd name="connsiteY5" fmla="*/ 7348 h 76200"/>
                  <a:gd name="connsiteX6" fmla="*/ 55926 w 85725"/>
                  <a:gd name="connsiteY6" fmla="*/ 30208 h 76200"/>
                  <a:gd name="connsiteX7" fmla="*/ 81643 w 85725"/>
                  <a:gd name="connsiteY7" fmla="*/ 34018 h 76200"/>
                  <a:gd name="connsiteX8" fmla="*/ 63546 w 85725"/>
                  <a:gd name="connsiteY8" fmla="*/ 52116 h 76200"/>
                  <a:gd name="connsiteX9" fmla="*/ 67356 w 85725"/>
                  <a:gd name="connsiteY9" fmla="*/ 77833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725" h="76200">
                    <a:moveTo>
                      <a:pt x="44496" y="65451"/>
                    </a:moveTo>
                    <a:lnTo>
                      <a:pt x="21636" y="77833"/>
                    </a:lnTo>
                    <a:lnTo>
                      <a:pt x="26398" y="52116"/>
                    </a:lnTo>
                    <a:lnTo>
                      <a:pt x="7348" y="34018"/>
                    </a:lnTo>
                    <a:lnTo>
                      <a:pt x="33066" y="30208"/>
                    </a:lnTo>
                    <a:lnTo>
                      <a:pt x="44496" y="7348"/>
                    </a:lnTo>
                    <a:lnTo>
                      <a:pt x="55926" y="30208"/>
                    </a:lnTo>
                    <a:lnTo>
                      <a:pt x="81643" y="34018"/>
                    </a:lnTo>
                    <a:lnTo>
                      <a:pt x="63546" y="52116"/>
                    </a:lnTo>
                    <a:lnTo>
                      <a:pt x="67356" y="77833"/>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8" name="Freeform: Shape 147">
                <a:extLst>
                  <a:ext uri="{FF2B5EF4-FFF2-40B4-BE49-F238E27FC236}">
                    <a16:creationId xmlns:a16="http://schemas.microsoft.com/office/drawing/2014/main" id="{FF7483BE-1FCD-45D4-BDCF-4970A89C4BED}"/>
                  </a:ext>
                </a:extLst>
              </p:cNvPr>
              <p:cNvSpPr/>
              <p:nvPr/>
            </p:nvSpPr>
            <p:spPr>
              <a:xfrm>
                <a:off x="1378372"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4" y="26398"/>
                      <a:pt x="16873" y="26398"/>
                    </a:cubicBezTo>
                    <a:cubicBezTo>
                      <a:pt x="11612" y="26398"/>
                      <a:pt x="7348" y="22134"/>
                      <a:pt x="7348" y="16873"/>
                    </a:cubicBezTo>
                    <a:cubicBezTo>
                      <a:pt x="7348" y="11613"/>
                      <a:pt x="11612" y="7348"/>
                      <a:pt x="16873" y="7348"/>
                    </a:cubicBezTo>
                    <a:cubicBezTo>
                      <a:pt x="22134"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49" name="Freeform: Shape 148">
                <a:extLst>
                  <a:ext uri="{FF2B5EF4-FFF2-40B4-BE49-F238E27FC236}">
                    <a16:creationId xmlns:a16="http://schemas.microsoft.com/office/drawing/2014/main" id="{B83FF2B8-DB01-41ED-A40D-888FD6673EBC}"/>
                  </a:ext>
                </a:extLst>
              </p:cNvPr>
              <p:cNvSpPr/>
              <p:nvPr/>
            </p:nvSpPr>
            <p:spPr>
              <a:xfrm>
                <a:off x="1818307" y="7553645"/>
                <a:ext cx="38704" cy="38704"/>
              </a:xfrm>
              <a:custGeom>
                <a:avLst/>
                <a:gdLst>
                  <a:gd name="connsiteX0" fmla="*/ 26398 w 28575"/>
                  <a:gd name="connsiteY0" fmla="*/ 16873 h 28575"/>
                  <a:gd name="connsiteX1" fmla="*/ 16873 w 28575"/>
                  <a:gd name="connsiteY1" fmla="*/ 26398 h 28575"/>
                  <a:gd name="connsiteX2" fmla="*/ 7348 w 28575"/>
                  <a:gd name="connsiteY2" fmla="*/ 16873 h 28575"/>
                  <a:gd name="connsiteX3" fmla="*/ 16873 w 28575"/>
                  <a:gd name="connsiteY3" fmla="*/ 7348 h 28575"/>
                  <a:gd name="connsiteX4" fmla="*/ 26398 w 28575"/>
                  <a:gd name="connsiteY4" fmla="*/ 16873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6398" y="16873"/>
                    </a:moveTo>
                    <a:cubicBezTo>
                      <a:pt x="26398" y="22134"/>
                      <a:pt x="22133" y="26398"/>
                      <a:pt x="16873" y="26398"/>
                    </a:cubicBezTo>
                    <a:cubicBezTo>
                      <a:pt x="11613" y="26398"/>
                      <a:pt x="7348" y="22134"/>
                      <a:pt x="7348" y="16873"/>
                    </a:cubicBezTo>
                    <a:cubicBezTo>
                      <a:pt x="7348" y="11613"/>
                      <a:pt x="11613" y="7348"/>
                      <a:pt x="16873" y="7348"/>
                    </a:cubicBezTo>
                    <a:cubicBezTo>
                      <a:pt x="22133" y="7348"/>
                      <a:pt x="26398" y="11613"/>
                      <a:pt x="26398" y="1687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0" name="Freeform: Shape 149">
                <a:extLst>
                  <a:ext uri="{FF2B5EF4-FFF2-40B4-BE49-F238E27FC236}">
                    <a16:creationId xmlns:a16="http://schemas.microsoft.com/office/drawing/2014/main" id="{32CBB42B-C150-4420-A23B-B6E09320C637}"/>
                  </a:ext>
                </a:extLst>
              </p:cNvPr>
              <p:cNvSpPr/>
              <p:nvPr/>
            </p:nvSpPr>
            <p:spPr>
              <a:xfrm>
                <a:off x="1524158" y="7383349"/>
                <a:ext cx="180618" cy="206420"/>
              </a:xfrm>
              <a:custGeom>
                <a:avLst/>
                <a:gdLst>
                  <a:gd name="connsiteX0" fmla="*/ 31161 w 133350"/>
                  <a:gd name="connsiteY0" fmla="*/ 47353 h 152400"/>
                  <a:gd name="connsiteX1" fmla="*/ 69261 w 133350"/>
                  <a:gd name="connsiteY1" fmla="*/ 7348 h 152400"/>
                  <a:gd name="connsiteX2" fmla="*/ 108313 w 133350"/>
                  <a:gd name="connsiteY2" fmla="*/ 47353 h 152400"/>
                  <a:gd name="connsiteX3" fmla="*/ 69261 w 133350"/>
                  <a:gd name="connsiteY3" fmla="*/ 87358 h 152400"/>
                  <a:gd name="connsiteX4" fmla="*/ 31161 w 133350"/>
                  <a:gd name="connsiteY4" fmla="*/ 47353 h 152400"/>
                  <a:gd name="connsiteX5" fmla="*/ 31161 w 133350"/>
                  <a:gd name="connsiteY5" fmla="*/ 47353 h 152400"/>
                  <a:gd name="connsiteX6" fmla="*/ 131173 w 133350"/>
                  <a:gd name="connsiteY6" fmla="*/ 151176 h 152400"/>
                  <a:gd name="connsiteX7" fmla="*/ 69261 w 133350"/>
                  <a:gd name="connsiteY7" fmla="*/ 87358 h 152400"/>
                  <a:gd name="connsiteX8" fmla="*/ 7348 w 133350"/>
                  <a:gd name="connsiteY8" fmla="*/ 151176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50" h="152400">
                    <a:moveTo>
                      <a:pt x="31161" y="47353"/>
                    </a:moveTo>
                    <a:cubicBezTo>
                      <a:pt x="31161" y="25446"/>
                      <a:pt x="48306" y="7348"/>
                      <a:pt x="69261" y="7348"/>
                    </a:cubicBezTo>
                    <a:cubicBezTo>
                      <a:pt x="90216" y="7348"/>
                      <a:pt x="108313" y="25446"/>
                      <a:pt x="108313" y="47353"/>
                    </a:cubicBezTo>
                    <a:cubicBezTo>
                      <a:pt x="108313" y="69261"/>
                      <a:pt x="90216" y="87358"/>
                      <a:pt x="69261" y="87358"/>
                    </a:cubicBezTo>
                    <a:cubicBezTo>
                      <a:pt x="48306" y="87358"/>
                      <a:pt x="31161" y="69261"/>
                      <a:pt x="31161" y="47353"/>
                    </a:cubicBezTo>
                    <a:lnTo>
                      <a:pt x="31161" y="47353"/>
                    </a:lnTo>
                    <a:close/>
                    <a:moveTo>
                      <a:pt x="131173" y="151176"/>
                    </a:moveTo>
                    <a:cubicBezTo>
                      <a:pt x="131173" y="115933"/>
                      <a:pt x="103551" y="87358"/>
                      <a:pt x="69261" y="87358"/>
                    </a:cubicBezTo>
                    <a:cubicBezTo>
                      <a:pt x="34971" y="87358"/>
                      <a:pt x="7348" y="115933"/>
                      <a:pt x="7348" y="151176"/>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1" name="Freeform: Shape 150">
                <a:extLst>
                  <a:ext uri="{FF2B5EF4-FFF2-40B4-BE49-F238E27FC236}">
                    <a16:creationId xmlns:a16="http://schemas.microsoft.com/office/drawing/2014/main" id="{EBC0F9DC-C657-43FE-831D-ECA77D07CBDB}"/>
                  </a:ext>
                </a:extLst>
              </p:cNvPr>
              <p:cNvSpPr/>
              <p:nvPr/>
            </p:nvSpPr>
            <p:spPr>
              <a:xfrm>
                <a:off x="1540929" y="7238855"/>
                <a:ext cx="141914" cy="141913"/>
              </a:xfrm>
              <a:custGeom>
                <a:avLst/>
                <a:gdLst>
                  <a:gd name="connsiteX0" fmla="*/ 56878 w 104775"/>
                  <a:gd name="connsiteY0" fmla="*/ 85453 h 104775"/>
                  <a:gd name="connsiteX1" fmla="*/ 26398 w 104775"/>
                  <a:gd name="connsiteY1" fmla="*/ 101646 h 104775"/>
                  <a:gd name="connsiteX2" fmla="*/ 32113 w 104775"/>
                  <a:gd name="connsiteY2" fmla="*/ 67356 h 104775"/>
                  <a:gd name="connsiteX3" fmla="*/ 7348 w 104775"/>
                  <a:gd name="connsiteY3" fmla="*/ 43543 h 104775"/>
                  <a:gd name="connsiteX4" fmla="*/ 41638 w 104775"/>
                  <a:gd name="connsiteY4" fmla="*/ 37828 h 104775"/>
                  <a:gd name="connsiteX5" fmla="*/ 56878 w 104775"/>
                  <a:gd name="connsiteY5" fmla="*/ 7348 h 104775"/>
                  <a:gd name="connsiteX6" fmla="*/ 72118 w 104775"/>
                  <a:gd name="connsiteY6" fmla="*/ 37828 h 104775"/>
                  <a:gd name="connsiteX7" fmla="*/ 106408 w 104775"/>
                  <a:gd name="connsiteY7" fmla="*/ 43543 h 104775"/>
                  <a:gd name="connsiteX8" fmla="*/ 81643 w 104775"/>
                  <a:gd name="connsiteY8" fmla="*/ 67356 h 104775"/>
                  <a:gd name="connsiteX9" fmla="*/ 87358 w 104775"/>
                  <a:gd name="connsiteY9" fmla="*/ 101646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75" h="104775">
                    <a:moveTo>
                      <a:pt x="56878" y="85453"/>
                    </a:moveTo>
                    <a:lnTo>
                      <a:pt x="26398" y="101646"/>
                    </a:lnTo>
                    <a:lnTo>
                      <a:pt x="32113" y="67356"/>
                    </a:lnTo>
                    <a:lnTo>
                      <a:pt x="7348" y="43543"/>
                    </a:lnTo>
                    <a:lnTo>
                      <a:pt x="41638" y="37828"/>
                    </a:lnTo>
                    <a:lnTo>
                      <a:pt x="56878" y="7348"/>
                    </a:lnTo>
                    <a:lnTo>
                      <a:pt x="72118" y="37828"/>
                    </a:lnTo>
                    <a:lnTo>
                      <a:pt x="106408" y="43543"/>
                    </a:lnTo>
                    <a:lnTo>
                      <a:pt x="81643" y="67356"/>
                    </a:lnTo>
                    <a:lnTo>
                      <a:pt x="87358" y="101646"/>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2" name="Freeform: Shape 151">
                <a:extLst>
                  <a:ext uri="{FF2B5EF4-FFF2-40B4-BE49-F238E27FC236}">
                    <a16:creationId xmlns:a16="http://schemas.microsoft.com/office/drawing/2014/main" id="{FA06B8CA-FC95-4BC2-B74C-EC554BEDE826}"/>
                  </a:ext>
                </a:extLst>
              </p:cNvPr>
              <p:cNvSpPr/>
              <p:nvPr/>
            </p:nvSpPr>
            <p:spPr>
              <a:xfrm>
                <a:off x="1589954" y="7622022"/>
                <a:ext cx="51605" cy="51605"/>
              </a:xfrm>
              <a:custGeom>
                <a:avLst/>
                <a:gdLst>
                  <a:gd name="connsiteX0" fmla="*/ 34018 w 38100"/>
                  <a:gd name="connsiteY0" fmla="*/ 20683 h 38100"/>
                  <a:gd name="connsiteX1" fmla="*/ 20683 w 38100"/>
                  <a:gd name="connsiteY1" fmla="*/ 34018 h 38100"/>
                  <a:gd name="connsiteX2" fmla="*/ 7348 w 38100"/>
                  <a:gd name="connsiteY2" fmla="*/ 20683 h 38100"/>
                  <a:gd name="connsiteX3" fmla="*/ 20683 w 38100"/>
                  <a:gd name="connsiteY3" fmla="*/ 7348 h 38100"/>
                  <a:gd name="connsiteX4" fmla="*/ 34018 w 38100"/>
                  <a:gd name="connsiteY4" fmla="*/ 20683 h 38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100" h="38100">
                    <a:moveTo>
                      <a:pt x="34018" y="20683"/>
                    </a:moveTo>
                    <a:cubicBezTo>
                      <a:pt x="34018" y="28048"/>
                      <a:pt x="28048" y="34018"/>
                      <a:pt x="20683" y="34018"/>
                    </a:cubicBezTo>
                    <a:cubicBezTo>
                      <a:pt x="13319" y="34018"/>
                      <a:pt x="7348" y="28048"/>
                      <a:pt x="7348" y="20683"/>
                    </a:cubicBezTo>
                    <a:cubicBezTo>
                      <a:pt x="7348" y="13318"/>
                      <a:pt x="13319" y="7348"/>
                      <a:pt x="20683" y="7348"/>
                    </a:cubicBezTo>
                    <a:cubicBezTo>
                      <a:pt x="28048" y="7348"/>
                      <a:pt x="34018" y="13318"/>
                      <a:pt x="34018" y="20683"/>
                    </a:cubicBez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3" name="Freeform: Shape 152">
                <a:extLst>
                  <a:ext uri="{FF2B5EF4-FFF2-40B4-BE49-F238E27FC236}">
                    <a16:creationId xmlns:a16="http://schemas.microsoft.com/office/drawing/2014/main" id="{E6CC598E-EC81-457D-9E79-393DE65067FF}"/>
                  </a:ext>
                </a:extLst>
              </p:cNvPr>
              <p:cNvSpPr/>
              <p:nvPr/>
            </p:nvSpPr>
            <p:spPr>
              <a:xfrm>
                <a:off x="1402886" y="7571707"/>
                <a:ext cx="193519" cy="77407"/>
              </a:xfrm>
              <a:custGeom>
                <a:avLst/>
                <a:gdLst>
                  <a:gd name="connsiteX0" fmla="*/ 7348 w 142875"/>
                  <a:gd name="connsiteY0" fmla="*/ 7348 h 57150"/>
                  <a:gd name="connsiteX1" fmla="*/ 144508 w 142875"/>
                  <a:gd name="connsiteY1" fmla="*/ 56878 h 57150"/>
                </a:gdLst>
                <a:ahLst/>
                <a:cxnLst>
                  <a:cxn ang="0">
                    <a:pos x="connsiteX0" y="connsiteY0"/>
                  </a:cxn>
                  <a:cxn ang="0">
                    <a:pos x="connsiteX1" y="connsiteY1"/>
                  </a:cxn>
                </a:cxnLst>
                <a:rect l="l" t="t" r="r" b="b"/>
                <a:pathLst>
                  <a:path w="142875" h="57150">
                    <a:moveTo>
                      <a:pt x="7348" y="7348"/>
                    </a:moveTo>
                    <a:lnTo>
                      <a:pt x="144508" y="5687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sp>
            <p:nvSpPr>
              <p:cNvPr id="154" name="Freeform: Shape 153">
                <a:extLst>
                  <a:ext uri="{FF2B5EF4-FFF2-40B4-BE49-F238E27FC236}">
                    <a16:creationId xmlns:a16="http://schemas.microsoft.com/office/drawing/2014/main" id="{366FC206-3649-4105-BD6F-ADD6A8E9D6FD}"/>
                  </a:ext>
                </a:extLst>
              </p:cNvPr>
              <p:cNvSpPr/>
              <p:nvPr/>
            </p:nvSpPr>
            <p:spPr>
              <a:xfrm>
                <a:off x="1628658" y="7571707"/>
                <a:ext cx="206421" cy="77407"/>
              </a:xfrm>
              <a:custGeom>
                <a:avLst/>
                <a:gdLst>
                  <a:gd name="connsiteX0" fmla="*/ 7348 w 152400"/>
                  <a:gd name="connsiteY0" fmla="*/ 56878 h 57150"/>
                  <a:gd name="connsiteX1" fmla="*/ 148318 w 152400"/>
                  <a:gd name="connsiteY1" fmla="*/ 7348 h 57150"/>
                </a:gdLst>
                <a:ahLst/>
                <a:cxnLst>
                  <a:cxn ang="0">
                    <a:pos x="connsiteX0" y="connsiteY0"/>
                  </a:cxn>
                  <a:cxn ang="0">
                    <a:pos x="connsiteX1" y="connsiteY1"/>
                  </a:cxn>
                </a:cxnLst>
                <a:rect l="l" t="t" r="r" b="b"/>
                <a:pathLst>
                  <a:path w="152400" h="57150">
                    <a:moveTo>
                      <a:pt x="7348" y="56878"/>
                    </a:moveTo>
                    <a:lnTo>
                      <a:pt x="148318" y="7348"/>
                    </a:ln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Segoe UI"/>
                  <a:ea typeface="+mn-ea"/>
                  <a:cs typeface="+mn-cs"/>
                </a:endParaRPr>
              </a:p>
            </p:txBody>
          </p:sp>
        </p:grpSp>
      </p:grpSp>
      <p:grpSp>
        <p:nvGrpSpPr>
          <p:cNvPr id="178" name="Group 177">
            <a:extLst>
              <a:ext uri="{FF2B5EF4-FFF2-40B4-BE49-F238E27FC236}">
                <a16:creationId xmlns:a16="http://schemas.microsoft.com/office/drawing/2014/main" id="{CFA8B499-6B1B-4EFC-93B7-524975374A05}"/>
              </a:ext>
              <a:ext uri="{C183D7F6-B498-43B3-948B-1728B52AA6E4}">
                <adec:decorative xmlns:adec="http://schemas.microsoft.com/office/drawing/2017/decorative" val="1"/>
              </a:ext>
            </a:extLst>
          </p:cNvPr>
          <p:cNvGrpSpPr/>
          <p:nvPr/>
        </p:nvGrpSpPr>
        <p:grpSpPr>
          <a:xfrm>
            <a:off x="575039" y="2909169"/>
            <a:ext cx="522238" cy="522238"/>
            <a:chOff x="724354" y="2781602"/>
            <a:chExt cx="438218" cy="438964"/>
          </a:xfrm>
        </p:grpSpPr>
        <p:sp>
          <p:nvSpPr>
            <p:cNvPr id="179" name="Oval 178">
              <a:extLst>
                <a:ext uri="{FF2B5EF4-FFF2-40B4-BE49-F238E27FC236}">
                  <a16:creationId xmlns:a16="http://schemas.microsoft.com/office/drawing/2014/main" id="{411DDA84-71CD-44BA-9140-44D1A91A6550}"/>
                </a:ext>
                <a:ext uri="{C183D7F6-B498-43B3-948B-1728B52AA6E4}">
                  <adec:decorative xmlns:adec="http://schemas.microsoft.com/office/drawing/2017/decorative" val="1"/>
                </a:ext>
              </a:extLst>
            </p:cNvPr>
            <p:cNvSpPr>
              <a:spLocks/>
            </p:cNvSpPr>
            <p:nvPr/>
          </p:nvSpPr>
          <p:spPr bwMode="auto">
            <a:xfrm>
              <a:off x="724354" y="2781602"/>
              <a:ext cx="438218" cy="438964"/>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normalizeH="0" baseline="0" noProof="0">
                <a:ln>
                  <a:noFill/>
                </a:ln>
                <a:solidFill>
                  <a:srgbClr val="FFFFFF"/>
                </a:solidFill>
                <a:effectLst/>
                <a:uLnTx/>
                <a:uFillTx/>
                <a:latin typeface="Segoe UI"/>
                <a:ea typeface="Segoe UI" pitchFamily="34" charset="0"/>
                <a:cs typeface="Segoe UI" pitchFamily="34" charset="0"/>
              </a:endParaRPr>
            </a:p>
          </p:txBody>
        </p:sp>
        <p:sp>
          <p:nvSpPr>
            <p:cNvPr id="180" name="Trackers_EADF">
              <a:extLst>
                <a:ext uri="{FF2B5EF4-FFF2-40B4-BE49-F238E27FC236}">
                  <a16:creationId xmlns:a16="http://schemas.microsoft.com/office/drawing/2014/main" id="{B21AA2D5-3452-4E03-BA76-5FD47784B1FC}"/>
                </a:ext>
                <a:ext uri="{C183D7F6-B498-43B3-948B-1728B52AA6E4}">
                  <adec:decorative xmlns:adec="http://schemas.microsoft.com/office/drawing/2017/decorative" val="1"/>
                </a:ext>
              </a:extLst>
            </p:cNvPr>
            <p:cNvSpPr>
              <a:spLocks noChangeAspect="1" noEditPoints="1"/>
            </p:cNvSpPr>
            <p:nvPr/>
          </p:nvSpPr>
          <p:spPr bwMode="auto">
            <a:xfrm>
              <a:off x="854529" y="2879611"/>
              <a:ext cx="177869" cy="2429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2375 w 2750"/>
                <a:gd name="T33" fmla="*/ 1750 h 3750"/>
                <a:gd name="T34" fmla="*/ 1375 w 2750"/>
                <a:gd name="T35" fmla="*/ 1750 h 3750"/>
                <a:gd name="T36" fmla="*/ 2375 w 2750"/>
                <a:gd name="T37" fmla="*/ 2500 h 3750"/>
                <a:gd name="T38" fmla="*/ 1375 w 2750"/>
                <a:gd name="T39" fmla="*/ 2500 h 3750"/>
                <a:gd name="T40" fmla="*/ 2375 w 2750"/>
                <a:gd name="T41" fmla="*/ 3250 h 3750"/>
                <a:gd name="T42" fmla="*/ 1375 w 2750"/>
                <a:gd name="T43" fmla="*/ 3250 h 3750"/>
                <a:gd name="T44" fmla="*/ 500 w 2750"/>
                <a:gd name="T45" fmla="*/ 1500 h 3750"/>
                <a:gd name="T46" fmla="*/ 750 w 2750"/>
                <a:gd name="T47" fmla="*/ 1750 h 3750"/>
                <a:gd name="T48" fmla="*/ 1125 w 2750"/>
                <a:gd name="T49" fmla="*/ 1375 h 3750"/>
                <a:gd name="T50" fmla="*/ 500 w 2750"/>
                <a:gd name="T51" fmla="*/ 2250 h 3750"/>
                <a:gd name="T52" fmla="*/ 750 w 2750"/>
                <a:gd name="T53" fmla="*/ 2500 h 3750"/>
                <a:gd name="T54" fmla="*/ 1125 w 2750"/>
                <a:gd name="T55" fmla="*/ 2125 h 3750"/>
                <a:gd name="T56" fmla="*/ 500 w 2750"/>
                <a:gd name="T57" fmla="*/ 3000 h 3750"/>
                <a:gd name="T58" fmla="*/ 750 w 2750"/>
                <a:gd name="T59" fmla="*/ 3250 h 3750"/>
                <a:gd name="T60" fmla="*/ 112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2375" y="1750"/>
                  </a:moveTo>
                  <a:cubicBezTo>
                    <a:pt x="1375" y="1750"/>
                    <a:pt x="1375" y="1750"/>
                    <a:pt x="1375" y="1750"/>
                  </a:cubicBezTo>
                  <a:moveTo>
                    <a:pt x="2375" y="2500"/>
                  </a:moveTo>
                  <a:cubicBezTo>
                    <a:pt x="1375" y="2500"/>
                    <a:pt x="1375" y="2500"/>
                    <a:pt x="1375" y="2500"/>
                  </a:cubicBezTo>
                  <a:moveTo>
                    <a:pt x="2375" y="3250"/>
                  </a:moveTo>
                  <a:cubicBezTo>
                    <a:pt x="1375" y="3250"/>
                    <a:pt x="1375" y="3250"/>
                    <a:pt x="1375" y="3250"/>
                  </a:cubicBezTo>
                  <a:moveTo>
                    <a:pt x="500" y="1500"/>
                  </a:moveTo>
                  <a:cubicBezTo>
                    <a:pt x="750" y="1750"/>
                    <a:pt x="750" y="1750"/>
                    <a:pt x="750" y="1750"/>
                  </a:cubicBezTo>
                  <a:cubicBezTo>
                    <a:pt x="1125" y="1375"/>
                    <a:pt x="1125" y="1375"/>
                    <a:pt x="1125" y="1375"/>
                  </a:cubicBezTo>
                  <a:moveTo>
                    <a:pt x="500" y="2250"/>
                  </a:moveTo>
                  <a:cubicBezTo>
                    <a:pt x="750" y="2500"/>
                    <a:pt x="750" y="2500"/>
                    <a:pt x="750" y="2500"/>
                  </a:cubicBezTo>
                  <a:cubicBezTo>
                    <a:pt x="1125" y="2125"/>
                    <a:pt x="1125" y="2125"/>
                    <a:pt x="1125" y="2125"/>
                  </a:cubicBezTo>
                  <a:moveTo>
                    <a:pt x="500" y="3000"/>
                  </a:moveTo>
                  <a:cubicBezTo>
                    <a:pt x="750" y="3250"/>
                    <a:pt x="750" y="3250"/>
                    <a:pt x="750" y="3250"/>
                  </a:cubicBezTo>
                  <a:cubicBezTo>
                    <a:pt x="1125" y="2875"/>
                    <a:pt x="1125" y="2875"/>
                    <a:pt x="1125" y="287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normalizeH="0" baseline="0" noProof="0">
                <a:ln>
                  <a:noFill/>
                </a:ln>
                <a:solidFill>
                  <a:prstClr val="black"/>
                </a:solidFill>
                <a:effectLst/>
                <a:uLnTx/>
                <a:uFillTx/>
                <a:latin typeface="Calibri" panose="020F0502020204030204"/>
                <a:ea typeface="+mn-ea"/>
                <a:cs typeface="+mn-cs"/>
              </a:endParaRPr>
            </a:p>
          </p:txBody>
        </p:sp>
      </p:grpSp>
      <p:grpSp>
        <p:nvGrpSpPr>
          <p:cNvPr id="199" name="Group 198">
            <a:extLst>
              <a:ext uri="{FF2B5EF4-FFF2-40B4-BE49-F238E27FC236}">
                <a16:creationId xmlns:a16="http://schemas.microsoft.com/office/drawing/2014/main" id="{026E5944-69DF-4321-BDB3-841BA2C11C04}"/>
              </a:ext>
              <a:ext uri="{C183D7F6-B498-43B3-948B-1728B52AA6E4}">
                <adec:decorative xmlns:adec="http://schemas.microsoft.com/office/drawing/2017/decorative" val="1"/>
              </a:ext>
            </a:extLst>
          </p:cNvPr>
          <p:cNvGrpSpPr>
            <a:grpSpLocks/>
          </p:cNvGrpSpPr>
          <p:nvPr/>
        </p:nvGrpSpPr>
        <p:grpSpPr>
          <a:xfrm>
            <a:off x="543507" y="4015665"/>
            <a:ext cx="522238" cy="522238"/>
            <a:chOff x="7039782" y="1468393"/>
            <a:chExt cx="751672" cy="751672"/>
          </a:xfrm>
        </p:grpSpPr>
        <p:sp>
          <p:nvSpPr>
            <p:cNvPr id="200" name="Oval 199">
              <a:extLst>
                <a:ext uri="{FF2B5EF4-FFF2-40B4-BE49-F238E27FC236}">
                  <a16:creationId xmlns:a16="http://schemas.microsoft.com/office/drawing/2014/main" id="{9FCF0032-1DAB-434C-8E68-E23616E5312F}"/>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1" name="list_4">
              <a:extLst>
                <a:ext uri="{FF2B5EF4-FFF2-40B4-BE49-F238E27FC236}">
                  <a16:creationId xmlns:a16="http://schemas.microsoft.com/office/drawing/2014/main" id="{5949B67D-CC59-478A-AB79-3C00B775DB3E}"/>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13" name="Footer Placeholder 4">
            <a:extLst>
              <a:ext uri="{FF2B5EF4-FFF2-40B4-BE49-F238E27FC236}">
                <a16:creationId xmlns:a16="http://schemas.microsoft.com/office/drawing/2014/main" id="{10E54606-57C2-4DE8-9859-0E9A1418A59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pic>
        <p:nvPicPr>
          <p:cNvPr id="214" name="Picture 213" descr="Two young employees sitting in a coffee table working on a laptop">
            <a:extLst>
              <a:ext uri="{FF2B5EF4-FFF2-40B4-BE49-F238E27FC236}">
                <a16:creationId xmlns:a16="http://schemas.microsoft.com/office/drawing/2014/main" id="{862DE29E-5032-41FF-9267-7440425DBBCA}"/>
              </a:ext>
            </a:extLst>
          </p:cNvPr>
          <p:cNvPicPr>
            <a:picLocks noChangeAspect="1"/>
          </p:cNvPicPr>
          <p:nvPr/>
        </p:nvPicPr>
        <p:blipFill rotWithShape="1">
          <a:blip r:embed="rId4">
            <a:extLst>
              <a:ext uri="{28A0092B-C50C-407E-A947-70E740481C1C}">
                <a14:useLocalDpi xmlns:a14="http://schemas.microsoft.com/office/drawing/2010/main" val="0"/>
              </a:ext>
            </a:extLst>
          </a:blip>
          <a:srcRect l="10446" t="3964" r="38914" b="906"/>
          <a:stretch/>
        </p:blipFill>
        <p:spPr>
          <a:xfrm>
            <a:off x="6715115" y="0"/>
            <a:ext cx="5476886" cy="6858000"/>
          </a:xfrm>
          <a:custGeom>
            <a:avLst/>
            <a:gdLst>
              <a:gd name="connsiteX0" fmla="*/ 0 w 2743198"/>
              <a:gd name="connsiteY0" fmla="*/ 0 h 4663440"/>
              <a:gd name="connsiteX1" fmla="*/ 2743198 w 2743198"/>
              <a:gd name="connsiteY1" fmla="*/ 0 h 4663440"/>
              <a:gd name="connsiteX2" fmla="*/ 2743198 w 2743198"/>
              <a:gd name="connsiteY2" fmla="*/ 4663440 h 4663440"/>
              <a:gd name="connsiteX3" fmla="*/ 0 w 2743198"/>
              <a:gd name="connsiteY3" fmla="*/ 4663440 h 4663440"/>
            </a:gdLst>
            <a:ahLst/>
            <a:cxnLst>
              <a:cxn ang="0">
                <a:pos x="connsiteX0" y="connsiteY0"/>
              </a:cxn>
              <a:cxn ang="0">
                <a:pos x="connsiteX1" y="connsiteY1"/>
              </a:cxn>
              <a:cxn ang="0">
                <a:pos x="connsiteX2" y="connsiteY2"/>
              </a:cxn>
              <a:cxn ang="0">
                <a:pos x="connsiteX3" y="connsiteY3"/>
              </a:cxn>
            </a:cxnLst>
            <a:rect l="l" t="t" r="r" b="b"/>
            <a:pathLst>
              <a:path w="2743198" h="4663440">
                <a:moveTo>
                  <a:pt x="0" y="0"/>
                </a:moveTo>
                <a:lnTo>
                  <a:pt x="2743198" y="0"/>
                </a:lnTo>
                <a:lnTo>
                  <a:pt x="2743198" y="4663440"/>
                </a:lnTo>
                <a:lnTo>
                  <a:pt x="0" y="4663440"/>
                </a:lnTo>
                <a:close/>
              </a:path>
            </a:pathLst>
          </a:custGeom>
        </p:spPr>
      </p:pic>
      <p:sp>
        <p:nvSpPr>
          <p:cNvPr id="216" name="Slide Number Placeholder 5">
            <a:extLst>
              <a:ext uri="{FF2B5EF4-FFF2-40B4-BE49-F238E27FC236}">
                <a16:creationId xmlns:a16="http://schemas.microsoft.com/office/drawing/2014/main" id="{063ECB81-19EB-41B2-B6F9-134822DB431D}"/>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chemeClr val="bg1"/>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800" b="0" i="0" u="none" strike="noStrike" kern="1200" cap="none" spc="0" normalizeH="0" baseline="0" noProof="0">
              <a:ln>
                <a:noFill/>
              </a:ln>
              <a:solidFill>
                <a:schemeClr val="bg1"/>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2FC384AD-1D4C-9A68-EB96-9920A14D48A6}"/>
              </a:ext>
              <a:ext uri="{C183D7F6-B498-43B3-948B-1728B52AA6E4}">
                <adec:decorative xmlns:adec="http://schemas.microsoft.com/office/drawing/2017/decorative" val="1"/>
              </a:ext>
            </a:extLst>
          </p:cNvPr>
          <p:cNvGrpSpPr>
            <a:grpSpLocks/>
          </p:cNvGrpSpPr>
          <p:nvPr/>
        </p:nvGrpSpPr>
        <p:grpSpPr>
          <a:xfrm>
            <a:off x="547030" y="5388193"/>
            <a:ext cx="522238" cy="522238"/>
            <a:chOff x="7039782" y="1468393"/>
            <a:chExt cx="751672" cy="751672"/>
          </a:xfrm>
        </p:grpSpPr>
        <p:sp>
          <p:nvSpPr>
            <p:cNvPr id="5" name="Oval 4">
              <a:extLst>
                <a:ext uri="{FF2B5EF4-FFF2-40B4-BE49-F238E27FC236}">
                  <a16:creationId xmlns:a16="http://schemas.microsoft.com/office/drawing/2014/main" id="{C677C744-103E-5978-D25A-6458EFBCF1CE}"/>
                </a:ext>
                <a:ext uri="{C183D7F6-B498-43B3-948B-1728B52AA6E4}">
                  <adec:decorative xmlns:adec="http://schemas.microsoft.com/office/drawing/2017/decorative" val="1"/>
                </a:ext>
              </a:extLst>
            </p:cNvPr>
            <p:cNvSpPr>
              <a:spLocks/>
            </p:cNvSpPr>
            <p:nvPr/>
          </p:nvSpPr>
          <p:spPr bwMode="auto">
            <a:xfrm>
              <a:off x="7039782"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6" name="list_4">
              <a:extLst>
                <a:ext uri="{FF2B5EF4-FFF2-40B4-BE49-F238E27FC236}">
                  <a16:creationId xmlns:a16="http://schemas.microsoft.com/office/drawing/2014/main" id="{6FB12A50-A723-0589-2525-44AA7037F54F}"/>
                </a:ext>
                <a:ext uri="{C183D7F6-B498-43B3-948B-1728B52AA6E4}">
                  <adec:decorative xmlns:adec="http://schemas.microsoft.com/office/drawing/2017/decorative" val="1"/>
                </a:ext>
              </a:extLst>
            </p:cNvPr>
            <p:cNvSpPr>
              <a:spLocks noChangeAspect="1" noEditPoints="1"/>
            </p:cNvSpPr>
            <p:nvPr/>
          </p:nvSpPr>
          <p:spPr bwMode="auto">
            <a:xfrm>
              <a:off x="7196380" y="1708702"/>
              <a:ext cx="438475" cy="271054"/>
            </a:xfrm>
            <a:custGeom>
              <a:avLst/>
              <a:gdLst>
                <a:gd name="T0" fmla="*/ 90 w 253"/>
                <a:gd name="T1" fmla="*/ 24 h 171"/>
                <a:gd name="T2" fmla="*/ 253 w 253"/>
                <a:gd name="T3" fmla="*/ 24 h 171"/>
                <a:gd name="T4" fmla="*/ 90 w 253"/>
                <a:gd name="T5" fmla="*/ 73 h 171"/>
                <a:gd name="T6" fmla="*/ 253 w 253"/>
                <a:gd name="T7" fmla="*/ 73 h 171"/>
                <a:gd name="T8" fmla="*/ 90 w 253"/>
                <a:gd name="T9" fmla="*/ 121 h 171"/>
                <a:gd name="T10" fmla="*/ 253 w 253"/>
                <a:gd name="T11" fmla="*/ 121 h 171"/>
                <a:gd name="T12" fmla="*/ 90 w 253"/>
                <a:gd name="T13" fmla="*/ 171 h 171"/>
                <a:gd name="T14" fmla="*/ 253 w 253"/>
                <a:gd name="T15" fmla="*/ 171 h 171"/>
                <a:gd name="T16" fmla="*/ 0 w 253"/>
                <a:gd name="T17" fmla="*/ 23 h 171"/>
                <a:gd name="T18" fmla="*/ 17 w 253"/>
                <a:gd name="T19" fmla="*/ 40 h 171"/>
                <a:gd name="T20" fmla="*/ 58 w 253"/>
                <a:gd name="T21" fmla="*/ 0 h 171"/>
                <a:gd name="T22" fmla="*/ 0 w 253"/>
                <a:gd name="T23" fmla="*/ 121 h 171"/>
                <a:gd name="T24" fmla="*/ 17 w 253"/>
                <a:gd name="T25" fmla="*/ 138 h 171"/>
                <a:gd name="T26" fmla="*/ 58 w 253"/>
                <a:gd name="T27" fmla="*/ 98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53" h="171">
                  <a:moveTo>
                    <a:pt x="90" y="24"/>
                  </a:moveTo>
                  <a:lnTo>
                    <a:pt x="253" y="24"/>
                  </a:lnTo>
                  <a:moveTo>
                    <a:pt x="90" y="73"/>
                  </a:moveTo>
                  <a:lnTo>
                    <a:pt x="253" y="73"/>
                  </a:lnTo>
                  <a:moveTo>
                    <a:pt x="90" y="121"/>
                  </a:moveTo>
                  <a:lnTo>
                    <a:pt x="253" y="121"/>
                  </a:lnTo>
                  <a:moveTo>
                    <a:pt x="90" y="171"/>
                  </a:moveTo>
                  <a:lnTo>
                    <a:pt x="253" y="171"/>
                  </a:lnTo>
                  <a:moveTo>
                    <a:pt x="0" y="23"/>
                  </a:moveTo>
                  <a:lnTo>
                    <a:pt x="17" y="40"/>
                  </a:lnTo>
                  <a:lnTo>
                    <a:pt x="58" y="0"/>
                  </a:lnTo>
                  <a:moveTo>
                    <a:pt x="0" y="121"/>
                  </a:moveTo>
                  <a:lnTo>
                    <a:pt x="17" y="138"/>
                  </a:lnTo>
                  <a:lnTo>
                    <a:pt x="58" y="98"/>
                  </a:lnTo>
                </a:path>
              </a:pathLst>
            </a:custGeom>
            <a:noFill/>
            <a:ln w="12700" cap="flat">
              <a:solidFill>
                <a:schemeClr val="tx2"/>
              </a:solidFill>
              <a:prstDash val="solid"/>
              <a:miter lim="800000"/>
              <a:headEnd/>
              <a:tailEnd/>
            </a:ln>
          </p:spPr>
          <p:txBody>
            <a:bodyPr vert="horz" wrap="square" lIns="89642" tIns="44821" rIns="89642" bIns="44821" numCol="1" anchor="t" anchorCtr="0" compatLnSpc="1">
              <a:prstTxWarp prst="textNoShape">
                <a:avLst/>
              </a:prstTxWarp>
            </a:bodyPr>
            <a:lstStyle/>
            <a:p>
              <a:pPr marL="0" marR="0" lvl="0" indent="0" algn="l" defTabSz="896386" rtl="0" eaLnBrk="1" fontAlgn="auto" latinLnBrk="0" hangingPunct="1">
                <a:spcBef>
                  <a:spcPts val="0"/>
                </a:spcBef>
                <a:spcAft>
                  <a:spcPts val="0"/>
                </a:spcAft>
                <a:buClrTx/>
                <a:buSzTx/>
                <a:buFontTx/>
                <a:buNone/>
                <a:tabLst/>
                <a:defRPr/>
              </a:pPr>
              <a:endParaRPr kumimoji="0" lang="en-US" sz="1765"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ustDataLst>
      <p:tags r:id="rId1"/>
    </p:custDataLst>
    <p:extLst>
      <p:ext uri="{BB962C8B-B14F-4D97-AF65-F5344CB8AC3E}">
        <p14:creationId xmlns:p14="http://schemas.microsoft.com/office/powerpoint/2010/main" val="3291269963"/>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a:t>Objectives </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body" sz="quarter" idx="12"/>
            <p:custDataLst>
              <p:custData r:id="rId2"/>
            </p:custDataLst>
          </p:nvPr>
        </p:nvSpPr>
        <p:spPr/>
        <p:txBody>
          <a:bodyPr vert="horz" lIns="0" tIns="0" rIns="0" bIns="0" rtlCol="0" anchor="t">
            <a:normAutofit/>
          </a:bodyPr>
          <a:lstStyle/>
          <a:p>
            <a:r>
              <a:rPr lang="en-US"/>
              <a:t>After completing this Learning, you will be able to:</a:t>
            </a:r>
          </a:p>
        </p:txBody>
      </p:sp>
      <p:sp>
        <p:nvSpPr>
          <p:cNvPr id="29" name="Rectangle 28">
            <a:extLst>
              <a:ext uri="{FF2B5EF4-FFF2-40B4-BE49-F238E27FC236}">
                <a16:creationId xmlns:a16="http://schemas.microsoft.com/office/drawing/2014/main" id="{135AE57B-006B-45B8-B573-5C98485B4112}"/>
              </a:ext>
            </a:extLst>
          </p:cNvPr>
          <p:cNvSpPr/>
          <p:nvPr/>
        </p:nvSpPr>
        <p:spPr>
          <a:xfrm>
            <a:off x="-17461" y="1955801"/>
            <a:ext cx="12209460" cy="584775"/>
          </a:xfrm>
          <a:prstGeom prst="rect">
            <a:avLst/>
          </a:prstGeom>
          <a:solidFill>
            <a:schemeClr val="tx2"/>
          </a:solidFill>
        </p:spPr>
        <p:txBody>
          <a:bodyPr wrap="square" lIns="91440" tIns="137160" rIns="91440" bIns="137160" anchor="t">
            <a:spAutoFit/>
          </a:bodyPr>
          <a:lstStyle/>
          <a:p>
            <a:pPr algn="ctr" defTabSz="932563">
              <a:spcBef>
                <a:spcPts val="204"/>
              </a:spcBef>
              <a:spcAft>
                <a:spcPts val="408"/>
              </a:spcAft>
            </a:pPr>
            <a:r>
              <a:rPr lang="en-US" sz="2000">
                <a:solidFill>
                  <a:schemeClr val="bg1"/>
                </a:solidFill>
                <a:latin typeface="+mj-lt"/>
                <a:cs typeface="Segoe UI Semibold" panose="020B0702040204020203" pitchFamily="34" charset="0"/>
              </a:rPr>
              <a:t>Understand….</a:t>
            </a:r>
          </a:p>
        </p:txBody>
      </p:sp>
      <p:cxnSp>
        <p:nvCxnSpPr>
          <p:cNvPr id="101" name="Straight Connector 100">
            <a:extLst>
              <a:ext uri="{FF2B5EF4-FFF2-40B4-BE49-F238E27FC236}">
                <a16:creationId xmlns:a16="http://schemas.microsoft.com/office/drawing/2014/main" id="{376E7A99-B502-4054-9C2C-BAF18E5E5171}"/>
              </a:ext>
              <a:ext uri="{C183D7F6-B498-43B3-948B-1728B52AA6E4}">
                <adec:decorative xmlns:adec="http://schemas.microsoft.com/office/drawing/2017/decorative" val="1"/>
              </a:ext>
            </a:extLst>
          </p:cNvPr>
          <p:cNvCxnSpPr>
            <a:cxnSpLocks/>
          </p:cNvCxnSpPr>
          <p:nvPr/>
        </p:nvCxnSpPr>
        <p:spPr>
          <a:xfrm>
            <a:off x="571500" y="5214303"/>
            <a:ext cx="11031538" cy="0"/>
          </a:xfrm>
          <a:prstGeom prst="line">
            <a:avLst/>
          </a:prstGeom>
          <a:noFill/>
          <a:ln w="12700" cap="flat" cmpd="sng" algn="ctr">
            <a:solidFill>
              <a:schemeClr val="accent2"/>
            </a:solidFill>
            <a:prstDash val="solid"/>
            <a:headEnd type="none" w="lg" len="med"/>
            <a:tailEnd type="none" w="lg" len="med"/>
          </a:ln>
          <a:effectLst/>
        </p:spPr>
      </p:cxnSp>
      <p:grpSp>
        <p:nvGrpSpPr>
          <p:cNvPr id="6" name="Group 5">
            <a:extLst>
              <a:ext uri="{FF2B5EF4-FFF2-40B4-BE49-F238E27FC236}">
                <a16:creationId xmlns:a16="http://schemas.microsoft.com/office/drawing/2014/main" id="{712EAA30-0D82-4470-B816-03E60E1EF15F}"/>
              </a:ext>
            </a:extLst>
          </p:cNvPr>
          <p:cNvGrpSpPr/>
          <p:nvPr/>
        </p:nvGrpSpPr>
        <p:grpSpPr>
          <a:xfrm>
            <a:off x="571500" y="2740193"/>
            <a:ext cx="2316603" cy="2806533"/>
            <a:chOff x="571500" y="2740193"/>
            <a:chExt cx="2316603" cy="2806533"/>
          </a:xfrm>
        </p:grpSpPr>
        <p:sp>
          <p:nvSpPr>
            <p:cNvPr id="75" name="Rectangle 74">
              <a:extLst>
                <a:ext uri="{FF2B5EF4-FFF2-40B4-BE49-F238E27FC236}">
                  <a16:creationId xmlns:a16="http://schemas.microsoft.com/office/drawing/2014/main" id="{D521F3AE-02DA-4716-8E81-BCE211F1FA3F}"/>
                </a:ext>
              </a:extLst>
            </p:cNvPr>
            <p:cNvSpPr/>
            <p:nvPr/>
          </p:nvSpPr>
          <p:spPr>
            <a:xfrm>
              <a:off x="571500" y="2740193"/>
              <a:ext cx="2316603" cy="276999"/>
            </a:xfrm>
            <a:prstGeom prst="rect">
              <a:avLst/>
            </a:prstGeom>
            <a:noFill/>
          </p:spPr>
          <p:txBody>
            <a:bodyPr wrap="square" lIns="0" tIns="0" rIns="0" bIns="0">
              <a:spAutoFit/>
            </a:bodyPr>
            <a:lstStyle/>
            <a:p>
              <a:pPr defTabSz="914224" fontAlgn="base">
                <a:spcAft>
                  <a:spcPts val="200"/>
                </a:spcAft>
                <a:defRPr/>
              </a:pPr>
              <a:endParaRPr lang="en-US">
                <a:ea typeface="Times New Roman" panose="02020603050405020304" pitchFamily="18" charset="0"/>
                <a:cs typeface="Times New Roman" panose="02020603050405020304" pitchFamily="18" charset="0"/>
              </a:endParaRPr>
            </a:p>
          </p:txBody>
        </p:sp>
        <p:grpSp>
          <p:nvGrpSpPr>
            <p:cNvPr id="122" name="Group 121" descr="Icon of a person with a box around them">
              <a:extLst>
                <a:ext uri="{FF2B5EF4-FFF2-40B4-BE49-F238E27FC236}">
                  <a16:creationId xmlns:a16="http://schemas.microsoft.com/office/drawing/2014/main" id="{702961B0-EEBA-47B9-8957-73784E6E72CF}"/>
                </a:ext>
              </a:extLst>
            </p:cNvPr>
            <p:cNvGrpSpPr>
              <a:grpSpLocks/>
            </p:cNvGrpSpPr>
            <p:nvPr/>
          </p:nvGrpSpPr>
          <p:grpSpPr>
            <a:xfrm>
              <a:off x="2231789" y="4890415"/>
              <a:ext cx="656314" cy="656311"/>
              <a:chOff x="4850654" y="510655"/>
              <a:chExt cx="751672" cy="751672"/>
            </a:xfrm>
          </p:grpSpPr>
          <p:sp>
            <p:nvSpPr>
              <p:cNvPr id="123" name="Oval 122">
                <a:extLst>
                  <a:ext uri="{FF2B5EF4-FFF2-40B4-BE49-F238E27FC236}">
                    <a16:creationId xmlns:a16="http://schemas.microsoft.com/office/drawing/2014/main" id="{94644C06-1E5A-4880-AF33-FC37A83D58CD}"/>
                  </a:ext>
                  <a:ext uri="{C183D7F6-B498-43B3-948B-1728B52AA6E4}">
                    <adec:decorative xmlns:adec="http://schemas.microsoft.com/office/drawing/2017/decorative" val="1"/>
                  </a:ext>
                </a:extLst>
              </p:cNvPr>
              <p:cNvSpPr/>
              <p:nvPr/>
            </p:nvSpPr>
            <p:spPr bwMode="auto">
              <a:xfrm>
                <a:off x="4850654" y="510655"/>
                <a:ext cx="751672" cy="751672"/>
              </a:xfrm>
              <a:prstGeom prst="ellipse">
                <a:avLst/>
              </a:prstGeom>
              <a:solidFill>
                <a:schemeClr val="bg1"/>
              </a:solidFill>
              <a:ln>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24" name="people_5">
                <a:extLst>
                  <a:ext uri="{FF2B5EF4-FFF2-40B4-BE49-F238E27FC236}">
                    <a16:creationId xmlns:a16="http://schemas.microsoft.com/office/drawing/2014/main" id="{42BF7F76-EE8F-4FD6-AFAB-B3C918F2B584}"/>
                  </a:ext>
                  <a:ext uri="{C183D7F6-B498-43B3-948B-1728B52AA6E4}">
                    <adec:decorative xmlns:adec="http://schemas.microsoft.com/office/drawing/2017/decorative" val="1"/>
                  </a:ext>
                </a:extLst>
              </p:cNvPr>
              <p:cNvSpPr>
                <a:spLocks noChangeAspect="1" noEditPoints="1"/>
              </p:cNvSpPr>
              <p:nvPr/>
            </p:nvSpPr>
            <p:spPr bwMode="auto">
              <a:xfrm>
                <a:off x="5049032" y="709738"/>
                <a:ext cx="354917" cy="353507"/>
              </a:xfrm>
              <a:custGeom>
                <a:avLst/>
                <a:gdLst>
                  <a:gd name="T0" fmla="*/ 90 w 347"/>
                  <a:gd name="T1" fmla="*/ 124 h 347"/>
                  <a:gd name="T2" fmla="*/ 175 w 347"/>
                  <a:gd name="T3" fmla="*/ 39 h 347"/>
                  <a:gd name="T4" fmla="*/ 260 w 347"/>
                  <a:gd name="T5" fmla="*/ 124 h 347"/>
                  <a:gd name="T6" fmla="*/ 175 w 347"/>
                  <a:gd name="T7" fmla="*/ 209 h 347"/>
                  <a:gd name="T8" fmla="*/ 90 w 347"/>
                  <a:gd name="T9" fmla="*/ 124 h 347"/>
                  <a:gd name="T10" fmla="*/ 325 w 347"/>
                  <a:gd name="T11" fmla="*/ 347 h 347"/>
                  <a:gd name="T12" fmla="*/ 347 w 347"/>
                  <a:gd name="T13" fmla="*/ 347 h 347"/>
                  <a:gd name="T14" fmla="*/ 347 w 347"/>
                  <a:gd name="T15" fmla="*/ 0 h 347"/>
                  <a:gd name="T16" fmla="*/ 0 w 347"/>
                  <a:gd name="T17" fmla="*/ 0 h 347"/>
                  <a:gd name="T18" fmla="*/ 0 w 347"/>
                  <a:gd name="T19" fmla="*/ 347 h 347"/>
                  <a:gd name="T20" fmla="*/ 19 w 347"/>
                  <a:gd name="T21" fmla="*/ 347 h 347"/>
                  <a:gd name="T22" fmla="*/ 36 w 347"/>
                  <a:gd name="T23" fmla="*/ 347 h 347"/>
                  <a:gd name="T24" fmla="*/ 174 w 347"/>
                  <a:gd name="T25" fmla="*/ 209 h 347"/>
                  <a:gd name="T26" fmla="*/ 311 w 347"/>
                  <a:gd name="T27" fmla="*/ 347 h 347"/>
                  <a:gd name="T28" fmla="*/ 325 w 347"/>
                  <a:gd name="T29" fmla="*/ 347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47" h="347">
                    <a:moveTo>
                      <a:pt x="90" y="124"/>
                    </a:moveTo>
                    <a:cubicBezTo>
                      <a:pt x="90" y="77"/>
                      <a:pt x="128" y="39"/>
                      <a:pt x="175" y="39"/>
                    </a:cubicBezTo>
                    <a:cubicBezTo>
                      <a:pt x="222" y="39"/>
                      <a:pt x="260" y="77"/>
                      <a:pt x="260" y="124"/>
                    </a:cubicBezTo>
                    <a:cubicBezTo>
                      <a:pt x="260" y="171"/>
                      <a:pt x="222" y="209"/>
                      <a:pt x="175" y="209"/>
                    </a:cubicBezTo>
                    <a:cubicBezTo>
                      <a:pt x="128" y="209"/>
                      <a:pt x="90" y="171"/>
                      <a:pt x="90" y="124"/>
                    </a:cubicBezTo>
                    <a:close/>
                    <a:moveTo>
                      <a:pt x="325" y="347"/>
                    </a:moveTo>
                    <a:cubicBezTo>
                      <a:pt x="347" y="347"/>
                      <a:pt x="347" y="347"/>
                      <a:pt x="347" y="347"/>
                    </a:cubicBezTo>
                    <a:cubicBezTo>
                      <a:pt x="347" y="0"/>
                      <a:pt x="347" y="0"/>
                      <a:pt x="347" y="0"/>
                    </a:cubicBezTo>
                    <a:cubicBezTo>
                      <a:pt x="0" y="0"/>
                      <a:pt x="0" y="0"/>
                      <a:pt x="0" y="0"/>
                    </a:cubicBezTo>
                    <a:cubicBezTo>
                      <a:pt x="0" y="347"/>
                      <a:pt x="0" y="347"/>
                      <a:pt x="0" y="347"/>
                    </a:cubicBezTo>
                    <a:cubicBezTo>
                      <a:pt x="19" y="347"/>
                      <a:pt x="19" y="347"/>
                      <a:pt x="19" y="347"/>
                    </a:cubicBezTo>
                    <a:cubicBezTo>
                      <a:pt x="36" y="347"/>
                      <a:pt x="36" y="347"/>
                      <a:pt x="36" y="347"/>
                    </a:cubicBezTo>
                    <a:cubicBezTo>
                      <a:pt x="36" y="271"/>
                      <a:pt x="98" y="209"/>
                      <a:pt x="174" y="209"/>
                    </a:cubicBezTo>
                    <a:cubicBezTo>
                      <a:pt x="249" y="209"/>
                      <a:pt x="311" y="271"/>
                      <a:pt x="311" y="347"/>
                    </a:cubicBezTo>
                    <a:lnTo>
                      <a:pt x="325" y="347"/>
                    </a:lnTo>
                    <a:close/>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grpSp>
        <p:nvGrpSpPr>
          <p:cNvPr id="5" name="Group 4">
            <a:extLst>
              <a:ext uri="{FF2B5EF4-FFF2-40B4-BE49-F238E27FC236}">
                <a16:creationId xmlns:a16="http://schemas.microsoft.com/office/drawing/2014/main" id="{8FCF99D1-8603-4229-A10D-C9FCC2123D75}"/>
              </a:ext>
            </a:extLst>
          </p:cNvPr>
          <p:cNvGrpSpPr/>
          <p:nvPr/>
        </p:nvGrpSpPr>
        <p:grpSpPr>
          <a:xfrm>
            <a:off x="3185201" y="2740193"/>
            <a:ext cx="2642843" cy="2806533"/>
            <a:chOff x="3185201" y="2740193"/>
            <a:chExt cx="2642843" cy="2806533"/>
          </a:xfrm>
        </p:grpSpPr>
        <p:cxnSp>
          <p:nvCxnSpPr>
            <p:cNvPr id="140" name="Straight Connector 139">
              <a:extLst>
                <a:ext uri="{FF2B5EF4-FFF2-40B4-BE49-F238E27FC236}">
                  <a16:creationId xmlns:a16="http://schemas.microsoft.com/office/drawing/2014/main" id="{594D34D9-A54F-4124-BA8E-155CD0796BBC}"/>
                </a:ext>
                <a:ext uri="{C183D7F6-B498-43B3-948B-1728B52AA6E4}">
                  <adec:decorative xmlns:adec="http://schemas.microsoft.com/office/drawing/2017/decorative" val="1"/>
                </a:ext>
              </a:extLst>
            </p:cNvPr>
            <p:cNvCxnSpPr>
              <a:cxnSpLocks/>
            </p:cNvCxnSpPr>
            <p:nvPr/>
          </p:nvCxnSpPr>
          <p:spPr>
            <a:xfrm>
              <a:off x="3185201"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157E8BE0-257A-45ED-AB34-50EDBFCF2AD9}"/>
                </a:ext>
              </a:extLst>
            </p:cNvPr>
            <p:cNvSpPr/>
            <p:nvPr/>
          </p:nvSpPr>
          <p:spPr>
            <a:xfrm>
              <a:off x="3482299" y="2740193"/>
              <a:ext cx="2345745" cy="276999"/>
            </a:xfrm>
            <a:prstGeom prst="rect">
              <a:avLst/>
            </a:prstGeom>
            <a:noFill/>
          </p:spPr>
          <p:txBody>
            <a:bodyPr wrap="square" lIns="0" tIns="0" rIns="0" bIns="0">
              <a:spAutoFit/>
            </a:bodyPr>
            <a:lstStyle/>
            <a:p>
              <a:pPr defTabSz="914224" fontAlgn="base">
                <a:spcAft>
                  <a:spcPts val="200"/>
                </a:spcAft>
                <a:defRPr/>
              </a:pPr>
              <a:r>
                <a:rPr lang="en-US">
                  <a:ea typeface="Times New Roman" panose="02020603050405020304" pitchFamily="18" charset="0"/>
                  <a:cs typeface="Times New Roman" panose="02020603050405020304" pitchFamily="18" charset="0"/>
                </a:rPr>
                <a:t> </a:t>
              </a:r>
            </a:p>
          </p:txBody>
        </p:sp>
        <p:grpSp>
          <p:nvGrpSpPr>
            <p:cNvPr id="173" name="Group 172" descr="Icon of a person wearing a headset">
              <a:extLst>
                <a:ext uri="{FF2B5EF4-FFF2-40B4-BE49-F238E27FC236}">
                  <a16:creationId xmlns:a16="http://schemas.microsoft.com/office/drawing/2014/main" id="{A2A27087-1681-4B2D-87E1-116A3365C347}"/>
                </a:ext>
              </a:extLst>
            </p:cNvPr>
            <p:cNvGrpSpPr>
              <a:grpSpLocks/>
            </p:cNvGrpSpPr>
            <p:nvPr/>
          </p:nvGrpSpPr>
          <p:grpSpPr>
            <a:xfrm>
              <a:off x="5142588" y="4890415"/>
              <a:ext cx="656314" cy="656311"/>
              <a:chOff x="4850654" y="1468393"/>
              <a:chExt cx="751672" cy="751672"/>
            </a:xfrm>
          </p:grpSpPr>
          <p:sp>
            <p:nvSpPr>
              <p:cNvPr id="174" name="Oval 173">
                <a:extLst>
                  <a:ext uri="{FF2B5EF4-FFF2-40B4-BE49-F238E27FC236}">
                    <a16:creationId xmlns:a16="http://schemas.microsoft.com/office/drawing/2014/main" id="{412DC491-22AC-4A6D-B3A8-64A23F8112D2}"/>
                  </a:ext>
                  <a:ext uri="{C183D7F6-B498-43B3-948B-1728B52AA6E4}">
                    <adec:decorative xmlns:adec="http://schemas.microsoft.com/office/drawing/2017/decorative" val="1"/>
                  </a:ext>
                </a:extLst>
              </p:cNvPr>
              <p:cNvSpPr>
                <a:spLocks/>
              </p:cNvSpPr>
              <p:nvPr/>
            </p:nvSpPr>
            <p:spPr bwMode="auto">
              <a:xfrm>
                <a:off x="4850654" y="1468393"/>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75" name="Telemarketer_E7B9">
                <a:extLst>
                  <a:ext uri="{FF2B5EF4-FFF2-40B4-BE49-F238E27FC236}">
                    <a16:creationId xmlns:a16="http://schemas.microsoft.com/office/drawing/2014/main" id="{7C2E0D0C-F69B-4C27-9BB2-A7FC9E4CBFF3}"/>
                  </a:ext>
                  <a:ext uri="{C183D7F6-B498-43B3-948B-1728B52AA6E4}">
                    <adec:decorative xmlns:adec="http://schemas.microsoft.com/office/drawing/2017/decorative" val="1"/>
                  </a:ext>
                </a:extLst>
              </p:cNvPr>
              <p:cNvSpPr>
                <a:spLocks noChangeAspect="1" noEditPoints="1"/>
              </p:cNvSpPr>
              <p:nvPr/>
            </p:nvSpPr>
            <p:spPr bwMode="auto">
              <a:xfrm>
                <a:off x="5076466" y="1665306"/>
                <a:ext cx="300048" cy="357846"/>
              </a:xfrm>
              <a:custGeom>
                <a:avLst/>
                <a:gdLst>
                  <a:gd name="T0" fmla="*/ 0 w 3250"/>
                  <a:gd name="T1" fmla="*/ 3875 h 3875"/>
                  <a:gd name="T2" fmla="*/ 1625 w 3250"/>
                  <a:gd name="T3" fmla="*/ 2250 h 3875"/>
                  <a:gd name="T4" fmla="*/ 3250 w 3250"/>
                  <a:gd name="T5" fmla="*/ 3875 h 3875"/>
                  <a:gd name="T6" fmla="*/ 750 w 3250"/>
                  <a:gd name="T7" fmla="*/ 1750 h 3875"/>
                  <a:gd name="T8" fmla="*/ 750 w 3250"/>
                  <a:gd name="T9" fmla="*/ 750 h 3875"/>
                  <a:gd name="T10" fmla="*/ 500 w 3250"/>
                  <a:gd name="T11" fmla="*/ 500 h 3875"/>
                  <a:gd name="T12" fmla="*/ 250 w 3250"/>
                  <a:gd name="T13" fmla="*/ 750 h 3875"/>
                  <a:gd name="T14" fmla="*/ 250 w 3250"/>
                  <a:gd name="T15" fmla="*/ 1500 h 3875"/>
                  <a:gd name="T16" fmla="*/ 500 w 3250"/>
                  <a:gd name="T17" fmla="*/ 1750 h 3875"/>
                  <a:gd name="T18" fmla="*/ 1500 w 3250"/>
                  <a:gd name="T19" fmla="*/ 1750 h 3875"/>
                  <a:gd name="T20" fmla="*/ 690 w 3250"/>
                  <a:gd name="T21" fmla="*/ 1751 h 3875"/>
                  <a:gd name="T22" fmla="*/ 1625 w 3250"/>
                  <a:gd name="T23" fmla="*/ 2250 h 3875"/>
                  <a:gd name="T24" fmla="*/ 2750 w 3250"/>
                  <a:gd name="T25" fmla="*/ 1125 h 3875"/>
                  <a:gd name="T26" fmla="*/ 1625 w 3250"/>
                  <a:gd name="T27" fmla="*/ 0 h 3875"/>
                  <a:gd name="T28" fmla="*/ 689 w 3250"/>
                  <a:gd name="T29" fmla="*/ 500 h 3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50" h="3875">
                    <a:moveTo>
                      <a:pt x="0" y="3875"/>
                    </a:moveTo>
                    <a:cubicBezTo>
                      <a:pt x="0" y="2978"/>
                      <a:pt x="728" y="2250"/>
                      <a:pt x="1625" y="2250"/>
                    </a:cubicBezTo>
                    <a:cubicBezTo>
                      <a:pt x="2522" y="2250"/>
                      <a:pt x="3250" y="2978"/>
                      <a:pt x="3250" y="3875"/>
                    </a:cubicBezTo>
                    <a:moveTo>
                      <a:pt x="750" y="1750"/>
                    </a:moveTo>
                    <a:cubicBezTo>
                      <a:pt x="750" y="750"/>
                      <a:pt x="750" y="750"/>
                      <a:pt x="750" y="750"/>
                    </a:cubicBezTo>
                    <a:cubicBezTo>
                      <a:pt x="750" y="612"/>
                      <a:pt x="638" y="500"/>
                      <a:pt x="500" y="500"/>
                    </a:cubicBezTo>
                    <a:cubicBezTo>
                      <a:pt x="362" y="500"/>
                      <a:pt x="250" y="612"/>
                      <a:pt x="250" y="750"/>
                    </a:cubicBezTo>
                    <a:cubicBezTo>
                      <a:pt x="250" y="1500"/>
                      <a:pt x="250" y="1500"/>
                      <a:pt x="250" y="1500"/>
                    </a:cubicBezTo>
                    <a:cubicBezTo>
                      <a:pt x="250" y="1638"/>
                      <a:pt x="362" y="1750"/>
                      <a:pt x="500" y="1750"/>
                    </a:cubicBezTo>
                    <a:cubicBezTo>
                      <a:pt x="1500" y="1750"/>
                      <a:pt x="1500" y="1750"/>
                      <a:pt x="1500" y="1750"/>
                    </a:cubicBezTo>
                    <a:moveTo>
                      <a:pt x="690" y="1751"/>
                    </a:moveTo>
                    <a:cubicBezTo>
                      <a:pt x="892" y="2052"/>
                      <a:pt x="1235" y="2250"/>
                      <a:pt x="1625" y="2250"/>
                    </a:cubicBezTo>
                    <a:cubicBezTo>
                      <a:pt x="2246" y="2250"/>
                      <a:pt x="2750" y="1746"/>
                      <a:pt x="2750" y="1125"/>
                    </a:cubicBezTo>
                    <a:cubicBezTo>
                      <a:pt x="2750" y="504"/>
                      <a:pt x="2246" y="0"/>
                      <a:pt x="1625" y="0"/>
                    </a:cubicBezTo>
                    <a:cubicBezTo>
                      <a:pt x="1235" y="0"/>
                      <a:pt x="891" y="199"/>
                      <a:pt x="689" y="500"/>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3" name="Group 2">
            <a:extLst>
              <a:ext uri="{FF2B5EF4-FFF2-40B4-BE49-F238E27FC236}">
                <a16:creationId xmlns:a16="http://schemas.microsoft.com/office/drawing/2014/main" id="{940D0125-9918-41B5-A494-E8DF6585BF4C}"/>
              </a:ext>
            </a:extLst>
          </p:cNvPr>
          <p:cNvGrpSpPr/>
          <p:nvPr/>
        </p:nvGrpSpPr>
        <p:grpSpPr>
          <a:xfrm>
            <a:off x="6096000" y="2740193"/>
            <a:ext cx="2613701" cy="2806533"/>
            <a:chOff x="6096000" y="2740193"/>
            <a:chExt cx="2613701" cy="2806533"/>
          </a:xfrm>
        </p:grpSpPr>
        <p:cxnSp>
          <p:nvCxnSpPr>
            <p:cNvPr id="187" name="Straight Connector 186">
              <a:extLst>
                <a:ext uri="{FF2B5EF4-FFF2-40B4-BE49-F238E27FC236}">
                  <a16:creationId xmlns:a16="http://schemas.microsoft.com/office/drawing/2014/main" id="{96DA2106-45CC-42DE-AE3C-C5187C2EC187}"/>
                </a:ext>
                <a:ext uri="{C183D7F6-B498-43B3-948B-1728B52AA6E4}">
                  <adec:decorative xmlns:adec="http://schemas.microsoft.com/office/drawing/2017/decorative" val="1"/>
                </a:ext>
              </a:extLst>
            </p:cNvPr>
            <p:cNvCxnSpPr>
              <a:cxnSpLocks/>
            </p:cNvCxnSpPr>
            <p:nvPr/>
          </p:nvCxnSpPr>
          <p:spPr>
            <a:xfrm>
              <a:off x="6096000"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8" name="Rectangle 197">
              <a:extLst>
                <a:ext uri="{FF2B5EF4-FFF2-40B4-BE49-F238E27FC236}">
                  <a16:creationId xmlns:a16="http://schemas.microsoft.com/office/drawing/2014/main" id="{89DA1F94-0267-4937-B0EB-354553751953}"/>
                </a:ext>
              </a:extLst>
            </p:cNvPr>
            <p:cNvSpPr/>
            <p:nvPr/>
          </p:nvSpPr>
          <p:spPr>
            <a:xfrm>
              <a:off x="6375773" y="3143167"/>
              <a:ext cx="2316603" cy="276999"/>
            </a:xfrm>
            <a:prstGeom prst="rect">
              <a:avLst/>
            </a:prstGeom>
            <a:noFill/>
          </p:spPr>
          <p:txBody>
            <a:bodyPr wrap="square" lIns="0" tIns="0" rIns="0" bIns="0">
              <a:spAutoFit/>
            </a:bodyPr>
            <a:lstStyle/>
            <a:p>
              <a:pPr defTabSz="914224" fontAlgn="base">
                <a:spcAft>
                  <a:spcPts val="200"/>
                </a:spcAft>
                <a:defRPr/>
              </a:pPr>
              <a:r>
                <a:rPr lang="en-US" err="1">
                  <a:ea typeface="Times New Roman" panose="02020603050405020304" pitchFamily="18" charset="0"/>
                  <a:cs typeface="Times New Roman" panose="02020603050405020304" pitchFamily="18" charset="0"/>
                </a:rPr>
                <a:t>OpenSource</a:t>
              </a:r>
              <a:r>
                <a:rPr lang="en-US">
                  <a:ea typeface="Times New Roman" panose="02020603050405020304" pitchFamily="18" charset="0"/>
                  <a:cs typeface="Times New Roman" panose="02020603050405020304" pitchFamily="18" charset="0"/>
                </a:rPr>
                <a:t> Solution</a:t>
              </a:r>
            </a:p>
          </p:txBody>
        </p:sp>
        <p:grpSp>
          <p:nvGrpSpPr>
            <p:cNvPr id="209" name="Group 208" descr="Icon of three people with an arrow above them pointing down">
              <a:extLst>
                <a:ext uri="{FF2B5EF4-FFF2-40B4-BE49-F238E27FC236}">
                  <a16:creationId xmlns:a16="http://schemas.microsoft.com/office/drawing/2014/main" id="{8B1DCB89-7AA3-4C66-995D-D1902E3F06C5}"/>
                </a:ext>
              </a:extLst>
            </p:cNvPr>
            <p:cNvGrpSpPr>
              <a:grpSpLocks/>
            </p:cNvGrpSpPr>
            <p:nvPr/>
          </p:nvGrpSpPr>
          <p:grpSpPr>
            <a:xfrm>
              <a:off x="8053387" y="4890415"/>
              <a:ext cx="656314" cy="656311"/>
              <a:chOff x="4850654" y="2426131"/>
              <a:chExt cx="751672" cy="751672"/>
            </a:xfrm>
          </p:grpSpPr>
          <p:sp>
            <p:nvSpPr>
              <p:cNvPr id="210" name="Oval 209">
                <a:extLst>
                  <a:ext uri="{FF2B5EF4-FFF2-40B4-BE49-F238E27FC236}">
                    <a16:creationId xmlns:a16="http://schemas.microsoft.com/office/drawing/2014/main" id="{5DE676EE-3A8D-48EB-9CAC-F9A2EC4D2617}"/>
                  </a:ext>
                  <a:ext uri="{C183D7F6-B498-43B3-948B-1728B52AA6E4}">
                    <adec:decorative xmlns:adec="http://schemas.microsoft.com/office/drawing/2017/decorative" val="1"/>
                  </a:ext>
                </a:extLst>
              </p:cNvPr>
              <p:cNvSpPr>
                <a:spLocks/>
              </p:cNvSpPr>
              <p:nvPr/>
            </p:nvSpPr>
            <p:spPr bwMode="auto">
              <a:xfrm>
                <a:off x="4850654" y="2426131"/>
                <a:ext cx="751672" cy="751672"/>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11" name="people_2">
                <a:extLst>
                  <a:ext uri="{FF2B5EF4-FFF2-40B4-BE49-F238E27FC236}">
                    <a16:creationId xmlns:a16="http://schemas.microsoft.com/office/drawing/2014/main" id="{E6DBAC5C-6B90-414F-8BD0-7D63B25582E8}"/>
                  </a:ext>
                  <a:ext uri="{C183D7F6-B498-43B3-948B-1728B52AA6E4}">
                    <adec:decorative xmlns:adec="http://schemas.microsoft.com/office/drawing/2017/decorative" val="1"/>
                  </a:ext>
                </a:extLst>
              </p:cNvPr>
              <p:cNvSpPr>
                <a:spLocks noChangeAspect="1" noEditPoints="1"/>
              </p:cNvSpPr>
              <p:nvPr/>
            </p:nvSpPr>
            <p:spPr bwMode="auto">
              <a:xfrm>
                <a:off x="5012763" y="2567269"/>
                <a:ext cx="427455" cy="469397"/>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grpSp>
        <p:nvGrpSpPr>
          <p:cNvPr id="2" name="Group 1">
            <a:extLst>
              <a:ext uri="{FF2B5EF4-FFF2-40B4-BE49-F238E27FC236}">
                <a16:creationId xmlns:a16="http://schemas.microsoft.com/office/drawing/2014/main" id="{8B696FA0-67CE-4A24-9D09-45AE8A5DF18E}"/>
              </a:ext>
            </a:extLst>
          </p:cNvPr>
          <p:cNvGrpSpPr/>
          <p:nvPr/>
        </p:nvGrpSpPr>
        <p:grpSpPr>
          <a:xfrm>
            <a:off x="9006799" y="3129077"/>
            <a:ext cx="2533314" cy="1439125"/>
            <a:chOff x="9006799" y="2740193"/>
            <a:chExt cx="2533314" cy="1938992"/>
          </a:xfrm>
        </p:grpSpPr>
        <p:cxnSp>
          <p:nvCxnSpPr>
            <p:cNvPr id="220" name="Straight Connector 219">
              <a:extLst>
                <a:ext uri="{FF2B5EF4-FFF2-40B4-BE49-F238E27FC236}">
                  <a16:creationId xmlns:a16="http://schemas.microsoft.com/office/drawing/2014/main" id="{958418FD-4AD9-4AF0-AD84-999BED91B804}"/>
                </a:ext>
                <a:ext uri="{C183D7F6-B498-43B3-948B-1728B52AA6E4}">
                  <adec:decorative xmlns:adec="http://schemas.microsoft.com/office/drawing/2017/decorative" val="1"/>
                </a:ext>
              </a:extLst>
            </p:cNvPr>
            <p:cNvCxnSpPr>
              <a:cxnSpLocks/>
            </p:cNvCxnSpPr>
            <p:nvPr/>
          </p:nvCxnSpPr>
          <p:spPr>
            <a:xfrm>
              <a:off x="9006799" y="2740193"/>
              <a:ext cx="0" cy="1938992"/>
            </a:xfrm>
            <a:prstGeom prst="line">
              <a:avLst/>
            </a:prstGeom>
            <a:ln w="6350">
              <a:solidFill>
                <a:schemeClr val="bg1">
                  <a:lumMod val="7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26" name="Rectangle 225">
              <a:extLst>
                <a:ext uri="{FF2B5EF4-FFF2-40B4-BE49-F238E27FC236}">
                  <a16:creationId xmlns:a16="http://schemas.microsoft.com/office/drawing/2014/main" id="{7576A04A-DB64-4AE2-A020-A9363E3180A2}"/>
                </a:ext>
              </a:extLst>
            </p:cNvPr>
            <p:cNvSpPr/>
            <p:nvPr/>
          </p:nvSpPr>
          <p:spPr>
            <a:xfrm>
              <a:off x="9223510" y="2943271"/>
              <a:ext cx="2316603" cy="1492848"/>
            </a:xfrm>
            <a:prstGeom prst="rect">
              <a:avLst/>
            </a:prstGeom>
            <a:noFill/>
          </p:spPr>
          <p:txBody>
            <a:bodyPr wrap="square" lIns="0" tIns="0" rIns="0" bIns="0">
              <a:spAutoFit/>
            </a:bodyPr>
            <a:lstStyle/>
            <a:p>
              <a:pPr defTabSz="914224" fontAlgn="base">
                <a:spcAft>
                  <a:spcPts val="200"/>
                </a:spcAft>
                <a:defRPr/>
              </a:pPr>
              <a:r>
                <a:rPr lang="en-US"/>
                <a:t>Azure Monitor managed service for Prometheus and Azure Managed Grafana​</a:t>
              </a:r>
              <a:endParaRPr lang="en-US">
                <a:ea typeface="Times New Roman" panose="02020603050405020304" pitchFamily="18" charset="0"/>
                <a:cs typeface="Times New Roman" panose="02020603050405020304" pitchFamily="18" charset="0"/>
              </a:endParaRPr>
            </a:p>
          </p:txBody>
        </p:sp>
      </p:grpSp>
      <p:sp>
        <p:nvSpPr>
          <p:cNvPr id="110" name="Footer Placeholder 7">
            <a:extLst>
              <a:ext uri="{FF2B5EF4-FFF2-40B4-BE49-F238E27FC236}">
                <a16:creationId xmlns:a16="http://schemas.microsoft.com/office/drawing/2014/main" id="{9CAB8FC4-BA4D-40F2-A5E4-7325D132B660}"/>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1" name="Slide Number Placeholder 5">
            <a:extLst>
              <a:ext uri="{FF2B5EF4-FFF2-40B4-BE49-F238E27FC236}">
                <a16:creationId xmlns:a16="http://schemas.microsoft.com/office/drawing/2014/main" id="{6B90DC93-3B04-424D-9759-558344B062B0}"/>
              </a:ext>
            </a:extLst>
          </p:cNvPr>
          <p:cNvSpPr>
            <a:spLocks noGrp="1"/>
          </p:cNvSpPr>
          <p:nvPr>
            <p:ph type="sldNum" sz="quarter" idx="4"/>
          </p:nvPr>
        </p:nvSpPr>
        <p:spPr>
          <a:xfrm>
            <a:off x="11697272" y="6539518"/>
            <a:ext cx="40424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
        <p:nvSpPr>
          <p:cNvPr id="12" name="TextBox 11">
            <a:extLst>
              <a:ext uri="{FF2B5EF4-FFF2-40B4-BE49-F238E27FC236}">
                <a16:creationId xmlns:a16="http://schemas.microsoft.com/office/drawing/2014/main" id="{F1B9A143-341A-CCEC-9251-E59859FBD0AC}"/>
              </a:ext>
            </a:extLst>
          </p:cNvPr>
          <p:cNvSpPr txBox="1"/>
          <p:nvPr/>
        </p:nvSpPr>
        <p:spPr>
          <a:xfrm>
            <a:off x="630532" y="3206798"/>
            <a:ext cx="2504553" cy="646331"/>
          </a:xfrm>
          <a:prstGeom prst="rect">
            <a:avLst/>
          </a:prstGeom>
          <a:noFill/>
        </p:spPr>
        <p:txBody>
          <a:bodyPr wrap="square">
            <a:spAutoFit/>
          </a:bodyPr>
          <a:lstStyle/>
          <a:p>
            <a:r>
              <a:rPr lang="en-US"/>
              <a:t>Monitoring AKS cluster and Application. </a:t>
            </a:r>
          </a:p>
        </p:txBody>
      </p:sp>
      <p:grpSp>
        <p:nvGrpSpPr>
          <p:cNvPr id="13" name="Group 12">
            <a:extLst>
              <a:ext uri="{FF2B5EF4-FFF2-40B4-BE49-F238E27FC236}">
                <a16:creationId xmlns:a16="http://schemas.microsoft.com/office/drawing/2014/main" id="{8BEB57D8-3B5D-5E00-6561-349070EF2902}"/>
              </a:ext>
            </a:extLst>
          </p:cNvPr>
          <p:cNvGrpSpPr/>
          <p:nvPr/>
        </p:nvGrpSpPr>
        <p:grpSpPr>
          <a:xfrm>
            <a:off x="3320784" y="3121973"/>
            <a:ext cx="8454645" cy="2322387"/>
            <a:chOff x="6414118" y="3010118"/>
            <a:chExt cx="8454645" cy="3976209"/>
          </a:xfrm>
        </p:grpSpPr>
        <p:sp>
          <p:nvSpPr>
            <p:cNvPr id="15" name="Rectangle 14">
              <a:extLst>
                <a:ext uri="{FF2B5EF4-FFF2-40B4-BE49-F238E27FC236}">
                  <a16:creationId xmlns:a16="http://schemas.microsoft.com/office/drawing/2014/main" id="{9CA50488-37B9-FA87-65CD-9E0E51FC2082}"/>
                </a:ext>
              </a:extLst>
            </p:cNvPr>
            <p:cNvSpPr/>
            <p:nvPr/>
          </p:nvSpPr>
          <p:spPr>
            <a:xfrm>
              <a:off x="6414118" y="3010118"/>
              <a:ext cx="2316603" cy="948512"/>
            </a:xfrm>
            <a:prstGeom prst="rect">
              <a:avLst/>
            </a:prstGeom>
            <a:noFill/>
          </p:spPr>
          <p:txBody>
            <a:bodyPr wrap="square" lIns="0" tIns="0" rIns="0" bIns="0">
              <a:spAutoFit/>
            </a:bodyPr>
            <a:lstStyle/>
            <a:p>
              <a:pPr defTabSz="914224" fontAlgn="base">
                <a:spcAft>
                  <a:spcPts val="200"/>
                </a:spcAft>
                <a:defRPr/>
              </a:pPr>
              <a:r>
                <a:rPr lang="en-US">
                  <a:ea typeface="Times New Roman" panose="02020603050405020304" pitchFamily="18" charset="0"/>
                  <a:cs typeface="Times New Roman" panose="02020603050405020304" pitchFamily="18" charset="0"/>
                </a:rPr>
                <a:t>Logging and key metrics</a:t>
              </a:r>
            </a:p>
          </p:txBody>
        </p:sp>
        <p:grpSp>
          <p:nvGrpSpPr>
            <p:cNvPr id="16" name="Group 15" descr="Icon of three people with an arrow above them pointing down">
              <a:extLst>
                <a:ext uri="{FF2B5EF4-FFF2-40B4-BE49-F238E27FC236}">
                  <a16:creationId xmlns:a16="http://schemas.microsoft.com/office/drawing/2014/main" id="{711A6C1A-9E2A-839F-2839-EFC087FD89F4}"/>
                </a:ext>
              </a:extLst>
            </p:cNvPr>
            <p:cNvGrpSpPr>
              <a:grpSpLocks/>
            </p:cNvGrpSpPr>
            <p:nvPr/>
          </p:nvGrpSpPr>
          <p:grpSpPr>
            <a:xfrm>
              <a:off x="14212449" y="6230536"/>
              <a:ext cx="656314" cy="755791"/>
              <a:chOff x="11904586" y="3960968"/>
              <a:chExt cx="751672" cy="865606"/>
            </a:xfrm>
          </p:grpSpPr>
          <p:sp>
            <p:nvSpPr>
              <p:cNvPr id="17" name="Oval 16">
                <a:extLst>
                  <a:ext uri="{FF2B5EF4-FFF2-40B4-BE49-F238E27FC236}">
                    <a16:creationId xmlns:a16="http://schemas.microsoft.com/office/drawing/2014/main" id="{160F66DE-21D1-1FB2-B422-4C5085047EF9}"/>
                  </a:ext>
                  <a:ext uri="{C183D7F6-B498-43B3-948B-1728B52AA6E4}">
                    <adec:decorative xmlns:adec="http://schemas.microsoft.com/office/drawing/2017/decorative" val="1"/>
                  </a:ext>
                </a:extLst>
              </p:cNvPr>
              <p:cNvSpPr>
                <a:spLocks/>
              </p:cNvSpPr>
              <p:nvPr/>
            </p:nvSpPr>
            <p:spPr bwMode="auto">
              <a:xfrm>
                <a:off x="11904586" y="3960968"/>
                <a:ext cx="751672" cy="865606"/>
              </a:xfrm>
              <a:prstGeom prst="ellipse">
                <a:avLst/>
              </a:prstGeom>
              <a:solidFill>
                <a:schemeClr val="bg1"/>
              </a:solid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8" name="people_2">
                <a:extLst>
                  <a:ext uri="{FF2B5EF4-FFF2-40B4-BE49-F238E27FC236}">
                    <a16:creationId xmlns:a16="http://schemas.microsoft.com/office/drawing/2014/main" id="{04198299-B1C1-779A-F58D-F03F82B4A39B}"/>
                  </a:ext>
                  <a:ext uri="{C183D7F6-B498-43B3-948B-1728B52AA6E4}">
                    <adec:decorative xmlns:adec="http://schemas.microsoft.com/office/drawing/2017/decorative" val="1"/>
                  </a:ext>
                </a:extLst>
              </p:cNvPr>
              <p:cNvSpPr>
                <a:spLocks noChangeAspect="1" noEditPoints="1"/>
              </p:cNvSpPr>
              <p:nvPr/>
            </p:nvSpPr>
            <p:spPr bwMode="auto">
              <a:xfrm>
                <a:off x="12114846" y="4154212"/>
                <a:ext cx="427456" cy="469396"/>
              </a:xfrm>
              <a:custGeom>
                <a:avLst/>
                <a:gdLst>
                  <a:gd name="T0" fmla="*/ 95 w 298"/>
                  <a:gd name="T1" fmla="*/ 198 h 328"/>
                  <a:gd name="T2" fmla="*/ 149 w 298"/>
                  <a:gd name="T3" fmla="*/ 143 h 328"/>
                  <a:gd name="T4" fmla="*/ 203 w 298"/>
                  <a:gd name="T5" fmla="*/ 198 h 328"/>
                  <a:gd name="T6" fmla="*/ 149 w 298"/>
                  <a:gd name="T7" fmla="*/ 252 h 328"/>
                  <a:gd name="T8" fmla="*/ 95 w 298"/>
                  <a:gd name="T9" fmla="*/ 198 h 328"/>
                  <a:gd name="T10" fmla="*/ 225 w 298"/>
                  <a:gd name="T11" fmla="*/ 328 h 328"/>
                  <a:gd name="T12" fmla="*/ 149 w 298"/>
                  <a:gd name="T13" fmla="*/ 252 h 328"/>
                  <a:gd name="T14" fmla="*/ 73 w 298"/>
                  <a:gd name="T15" fmla="*/ 328 h 328"/>
                  <a:gd name="T16" fmla="*/ 47 w 298"/>
                  <a:gd name="T17" fmla="*/ 146 h 328"/>
                  <a:gd name="T18" fmla="*/ 81 w 298"/>
                  <a:gd name="T19" fmla="*/ 112 h 328"/>
                  <a:gd name="T20" fmla="*/ 47 w 298"/>
                  <a:gd name="T21" fmla="*/ 78 h 328"/>
                  <a:gd name="T22" fmla="*/ 13 w 298"/>
                  <a:gd name="T23" fmla="*/ 112 h 328"/>
                  <a:gd name="T24" fmla="*/ 47 w 298"/>
                  <a:gd name="T25" fmla="*/ 146 h 328"/>
                  <a:gd name="T26" fmla="*/ 95 w 298"/>
                  <a:gd name="T27" fmla="*/ 193 h 328"/>
                  <a:gd name="T28" fmla="*/ 47 w 298"/>
                  <a:gd name="T29" fmla="*/ 146 h 328"/>
                  <a:gd name="T30" fmla="*/ 0 w 298"/>
                  <a:gd name="T31" fmla="*/ 193 h 328"/>
                  <a:gd name="T32" fmla="*/ 251 w 298"/>
                  <a:gd name="T33" fmla="*/ 146 h 328"/>
                  <a:gd name="T34" fmla="*/ 285 w 298"/>
                  <a:gd name="T35" fmla="*/ 112 h 328"/>
                  <a:gd name="T36" fmla="*/ 251 w 298"/>
                  <a:gd name="T37" fmla="*/ 78 h 328"/>
                  <a:gd name="T38" fmla="*/ 217 w 298"/>
                  <a:gd name="T39" fmla="*/ 112 h 328"/>
                  <a:gd name="T40" fmla="*/ 251 w 298"/>
                  <a:gd name="T41" fmla="*/ 146 h 328"/>
                  <a:gd name="T42" fmla="*/ 298 w 298"/>
                  <a:gd name="T43" fmla="*/ 193 h 328"/>
                  <a:gd name="T44" fmla="*/ 251 w 298"/>
                  <a:gd name="T45" fmla="*/ 146 h 328"/>
                  <a:gd name="T46" fmla="*/ 203 w 298"/>
                  <a:gd name="T47" fmla="*/ 193 h 328"/>
                  <a:gd name="T48" fmla="*/ 149 w 298"/>
                  <a:gd name="T49" fmla="*/ 0 h 328"/>
                  <a:gd name="T50" fmla="*/ 149 w 298"/>
                  <a:gd name="T51" fmla="*/ 80 h 328"/>
                  <a:gd name="T52" fmla="*/ 104 w 298"/>
                  <a:gd name="T53" fmla="*/ 35 h 328"/>
                  <a:gd name="T54" fmla="*/ 149 w 298"/>
                  <a:gd name="T55" fmla="*/ 80 h 328"/>
                  <a:gd name="T56" fmla="*/ 194 w 298"/>
                  <a:gd name="T57" fmla="*/ 35 h 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98" h="328">
                    <a:moveTo>
                      <a:pt x="95" y="198"/>
                    </a:moveTo>
                    <a:cubicBezTo>
                      <a:pt x="95" y="168"/>
                      <a:pt x="119" y="143"/>
                      <a:pt x="149" y="143"/>
                    </a:cubicBezTo>
                    <a:cubicBezTo>
                      <a:pt x="179" y="143"/>
                      <a:pt x="203" y="168"/>
                      <a:pt x="203" y="198"/>
                    </a:cubicBezTo>
                    <a:cubicBezTo>
                      <a:pt x="203" y="228"/>
                      <a:pt x="179" y="252"/>
                      <a:pt x="149" y="252"/>
                    </a:cubicBezTo>
                    <a:cubicBezTo>
                      <a:pt x="119" y="252"/>
                      <a:pt x="95" y="228"/>
                      <a:pt x="95" y="198"/>
                    </a:cubicBezTo>
                    <a:close/>
                    <a:moveTo>
                      <a:pt x="225" y="328"/>
                    </a:moveTo>
                    <a:cubicBezTo>
                      <a:pt x="225" y="286"/>
                      <a:pt x="191" y="252"/>
                      <a:pt x="149" y="252"/>
                    </a:cubicBezTo>
                    <a:cubicBezTo>
                      <a:pt x="107" y="252"/>
                      <a:pt x="73" y="286"/>
                      <a:pt x="73" y="328"/>
                    </a:cubicBezTo>
                    <a:moveTo>
                      <a:pt x="47" y="146"/>
                    </a:moveTo>
                    <a:cubicBezTo>
                      <a:pt x="66" y="146"/>
                      <a:pt x="81" y="131"/>
                      <a:pt x="81" y="112"/>
                    </a:cubicBezTo>
                    <a:cubicBezTo>
                      <a:pt x="81" y="93"/>
                      <a:pt x="66" y="78"/>
                      <a:pt x="47" y="78"/>
                    </a:cubicBezTo>
                    <a:cubicBezTo>
                      <a:pt x="28" y="78"/>
                      <a:pt x="13" y="93"/>
                      <a:pt x="13" y="112"/>
                    </a:cubicBezTo>
                    <a:cubicBezTo>
                      <a:pt x="13" y="131"/>
                      <a:pt x="28" y="146"/>
                      <a:pt x="47" y="146"/>
                    </a:cubicBezTo>
                    <a:close/>
                    <a:moveTo>
                      <a:pt x="95" y="193"/>
                    </a:moveTo>
                    <a:cubicBezTo>
                      <a:pt x="95" y="167"/>
                      <a:pt x="73" y="146"/>
                      <a:pt x="47" y="146"/>
                    </a:cubicBezTo>
                    <a:cubicBezTo>
                      <a:pt x="21" y="146"/>
                      <a:pt x="0" y="167"/>
                      <a:pt x="0" y="193"/>
                    </a:cubicBezTo>
                    <a:moveTo>
                      <a:pt x="251" y="146"/>
                    </a:moveTo>
                    <a:cubicBezTo>
                      <a:pt x="270" y="146"/>
                      <a:pt x="285" y="131"/>
                      <a:pt x="285" y="112"/>
                    </a:cubicBezTo>
                    <a:cubicBezTo>
                      <a:pt x="285" y="93"/>
                      <a:pt x="270" y="78"/>
                      <a:pt x="251" y="78"/>
                    </a:cubicBezTo>
                    <a:cubicBezTo>
                      <a:pt x="232" y="78"/>
                      <a:pt x="217" y="93"/>
                      <a:pt x="217" y="112"/>
                    </a:cubicBezTo>
                    <a:cubicBezTo>
                      <a:pt x="217" y="131"/>
                      <a:pt x="232" y="146"/>
                      <a:pt x="251" y="146"/>
                    </a:cubicBezTo>
                    <a:close/>
                    <a:moveTo>
                      <a:pt x="298" y="193"/>
                    </a:moveTo>
                    <a:cubicBezTo>
                      <a:pt x="298" y="167"/>
                      <a:pt x="277" y="146"/>
                      <a:pt x="251" y="146"/>
                    </a:cubicBezTo>
                    <a:cubicBezTo>
                      <a:pt x="225" y="146"/>
                      <a:pt x="203" y="167"/>
                      <a:pt x="203" y="193"/>
                    </a:cubicBezTo>
                    <a:moveTo>
                      <a:pt x="149" y="0"/>
                    </a:moveTo>
                    <a:cubicBezTo>
                      <a:pt x="149" y="80"/>
                      <a:pt x="149" y="80"/>
                      <a:pt x="149" y="80"/>
                    </a:cubicBezTo>
                    <a:moveTo>
                      <a:pt x="104" y="35"/>
                    </a:moveTo>
                    <a:cubicBezTo>
                      <a:pt x="149" y="80"/>
                      <a:pt x="149" y="80"/>
                      <a:pt x="149" y="80"/>
                    </a:cubicBezTo>
                    <a:cubicBezTo>
                      <a:pt x="194" y="35"/>
                      <a:pt x="194" y="35"/>
                      <a:pt x="194" y="35"/>
                    </a:cubicBezTo>
                  </a:path>
                </a:pathLst>
              </a:custGeom>
              <a:noFill/>
              <a:ln w="1270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grpSp>
      </p:grpSp>
    </p:spTree>
    <p:custDataLst>
      <p:tags r:id="rId1"/>
    </p:custDataLst>
    <p:extLst>
      <p:ext uri="{BB962C8B-B14F-4D97-AF65-F5344CB8AC3E}">
        <p14:creationId xmlns:p14="http://schemas.microsoft.com/office/powerpoint/2010/main" val="2901160637"/>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1150-8D77-4E44-ADD0-820D501CD6BC}"/>
              </a:ext>
            </a:extLst>
          </p:cNvPr>
          <p:cNvSpPr>
            <a:spLocks noGrp="1"/>
          </p:cNvSpPr>
          <p:nvPr>
            <p:ph type="title"/>
          </p:nvPr>
        </p:nvSpPr>
        <p:spPr/>
        <p:txBody>
          <a:bodyPr/>
          <a:lstStyle/>
          <a:p>
            <a:r>
              <a:rPr lang="en-US"/>
              <a:t>Azure Monitor with AKS</a:t>
            </a:r>
          </a:p>
        </p:txBody>
      </p:sp>
      <p:sp>
        <p:nvSpPr>
          <p:cNvPr id="3" name="Text Placeholder 2">
            <a:extLst>
              <a:ext uri="{FF2B5EF4-FFF2-40B4-BE49-F238E27FC236}">
                <a16:creationId xmlns:a16="http://schemas.microsoft.com/office/drawing/2014/main" id="{BD2608F8-964D-4726-AE18-1CB1130EB67D}"/>
              </a:ext>
            </a:extLst>
          </p:cNvPr>
          <p:cNvSpPr>
            <a:spLocks noGrp="1"/>
          </p:cNvSpPr>
          <p:nvPr>
            <p:ph type="body" sz="quarter" idx="12"/>
          </p:nvPr>
        </p:nvSpPr>
        <p:spPr>
          <a:xfrm>
            <a:off x="585216" y="3977319"/>
            <a:ext cx="9144000" cy="338554"/>
          </a:xfrm>
        </p:spPr>
        <p:txBody>
          <a:bodyPr/>
          <a:lstStyle/>
          <a:p>
            <a:endParaRPr lang="en-US"/>
          </a:p>
        </p:txBody>
      </p:sp>
    </p:spTree>
    <p:extLst>
      <p:ext uri="{BB962C8B-B14F-4D97-AF65-F5344CB8AC3E}">
        <p14:creationId xmlns:p14="http://schemas.microsoft.com/office/powerpoint/2010/main" val="16288823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6C0B7-3735-BBFC-90C7-DA918342C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DD049-C1C6-4C0E-B0A0-BD1B18B4BEF2}"/>
              </a:ext>
            </a:extLst>
          </p:cNvPr>
          <p:cNvSpPr>
            <a:spLocks noGrp="1"/>
          </p:cNvSpPr>
          <p:nvPr>
            <p:ph type="title"/>
          </p:nvPr>
        </p:nvSpPr>
        <p:spPr/>
        <p:txBody>
          <a:bodyPr/>
          <a:lstStyle/>
          <a:p>
            <a:r>
              <a:rPr lang="en-US"/>
              <a:t>Observability  - Azure Monitor  Subscription Level</a:t>
            </a:r>
          </a:p>
        </p:txBody>
      </p:sp>
      <p:sp>
        <p:nvSpPr>
          <p:cNvPr id="6" name="AutoShape 6" descr="Diagram that shows Azure resource collection.">
            <a:extLst>
              <a:ext uri="{FF2B5EF4-FFF2-40B4-BE49-F238E27FC236}">
                <a16:creationId xmlns:a16="http://schemas.microsoft.com/office/drawing/2014/main" id="{A27FBF57-3E7A-C42A-5923-2600818DCC5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F164EE6E-6977-07B6-ED82-D02CC5253EFE}"/>
              </a:ext>
            </a:extLst>
          </p:cNvPr>
          <p:cNvPicPr>
            <a:picLocks noChangeAspect="1"/>
          </p:cNvPicPr>
          <p:nvPr/>
        </p:nvPicPr>
        <p:blipFill>
          <a:blip r:embed="rId3"/>
          <a:stretch>
            <a:fillRect/>
          </a:stretch>
        </p:blipFill>
        <p:spPr>
          <a:xfrm>
            <a:off x="1676400" y="1793348"/>
            <a:ext cx="8207654" cy="3692024"/>
          </a:xfrm>
          <a:prstGeom prst="rect">
            <a:avLst/>
          </a:prstGeom>
        </p:spPr>
      </p:pic>
    </p:spTree>
    <p:extLst>
      <p:ext uri="{BB962C8B-B14F-4D97-AF65-F5344CB8AC3E}">
        <p14:creationId xmlns:p14="http://schemas.microsoft.com/office/powerpoint/2010/main" val="291712193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B6481-A538-0EC7-21B7-426257BD9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3A3DF1-7BF0-97E8-0927-B72CBAB58678}"/>
              </a:ext>
            </a:extLst>
          </p:cNvPr>
          <p:cNvSpPr>
            <a:spLocks noGrp="1"/>
          </p:cNvSpPr>
          <p:nvPr>
            <p:ph type="title"/>
          </p:nvPr>
        </p:nvSpPr>
        <p:spPr/>
        <p:txBody>
          <a:bodyPr/>
          <a:lstStyle/>
          <a:p>
            <a:r>
              <a:rPr lang="en-US"/>
              <a:t>Observability  - AKS  Activity Log</a:t>
            </a:r>
          </a:p>
        </p:txBody>
      </p:sp>
      <p:sp>
        <p:nvSpPr>
          <p:cNvPr id="6" name="AutoShape 6" descr="Diagram that shows Azure resource collection.">
            <a:extLst>
              <a:ext uri="{FF2B5EF4-FFF2-40B4-BE49-F238E27FC236}">
                <a16:creationId xmlns:a16="http://schemas.microsoft.com/office/drawing/2014/main" id="{8DC443E9-DDFE-7769-6FF0-ABF93D63ED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3" name="Content Placeholder 3">
            <a:extLst>
              <a:ext uri="{FF2B5EF4-FFF2-40B4-BE49-F238E27FC236}">
                <a16:creationId xmlns:a16="http://schemas.microsoft.com/office/drawing/2014/main" id="{A79649C1-AFF3-ECB1-7650-464E18DB075E}"/>
              </a:ext>
            </a:extLst>
          </p:cNvPr>
          <p:cNvGraphicFramePr>
            <a:graphicFrameLocks noGrp="1"/>
          </p:cNvGraphicFramePr>
          <p:nvPr>
            <p:ph sz="quarter" idx="10"/>
          </p:nvPr>
        </p:nvGraphicFramePr>
        <p:xfrm>
          <a:off x="588263" y="1596465"/>
          <a:ext cx="4604745" cy="46792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4CF67A8A-1215-7E45-DA12-03DB0A63DBF7}"/>
              </a:ext>
            </a:extLst>
          </p:cNvPr>
          <p:cNvPicPr>
            <a:picLocks noChangeAspect="1"/>
          </p:cNvPicPr>
          <p:nvPr/>
        </p:nvPicPr>
        <p:blipFill rotWithShape="1">
          <a:blip r:embed="rId8"/>
          <a:srcRect l="1506" t="4426" r="33766" b="5217"/>
          <a:stretch/>
        </p:blipFill>
        <p:spPr>
          <a:xfrm>
            <a:off x="5708177" y="2695123"/>
            <a:ext cx="6108292" cy="2481943"/>
          </a:xfrm>
          <a:prstGeom prst="rect">
            <a:avLst/>
          </a:prstGeom>
        </p:spPr>
      </p:pic>
    </p:spTree>
    <p:extLst>
      <p:ext uri="{BB962C8B-B14F-4D97-AF65-F5344CB8AC3E}">
        <p14:creationId xmlns:p14="http://schemas.microsoft.com/office/powerpoint/2010/main" val="155383045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Observability  - Azure Monitor  Resource Level</a:t>
            </a:r>
          </a:p>
        </p:txBody>
      </p:sp>
      <p:pic>
        <p:nvPicPr>
          <p:cNvPr id="5" name="Picture 4">
            <a:extLst>
              <a:ext uri="{FF2B5EF4-FFF2-40B4-BE49-F238E27FC236}">
                <a16:creationId xmlns:a16="http://schemas.microsoft.com/office/drawing/2014/main" id="{DB5ABA6A-CE73-7223-704D-3544639D41D0}"/>
              </a:ext>
            </a:extLst>
          </p:cNvPr>
          <p:cNvPicPr>
            <a:picLocks noChangeAspect="1"/>
          </p:cNvPicPr>
          <p:nvPr/>
        </p:nvPicPr>
        <p:blipFill>
          <a:blip r:embed="rId3"/>
          <a:stretch>
            <a:fillRect/>
          </a:stretch>
        </p:blipFill>
        <p:spPr>
          <a:xfrm>
            <a:off x="1314683" y="1808229"/>
            <a:ext cx="8058228" cy="3672530"/>
          </a:xfrm>
          <a:prstGeom prst="rect">
            <a:avLst/>
          </a:prstGeom>
        </p:spPr>
      </p:pic>
      <p:sp>
        <p:nvSpPr>
          <p:cNvPr id="6" name="AutoShape 6" descr="Diagram that shows Azure resource collection.">
            <a:extLst>
              <a:ext uri="{FF2B5EF4-FFF2-40B4-BE49-F238E27FC236}">
                <a16:creationId xmlns:a16="http://schemas.microsoft.com/office/drawing/2014/main" id="{F26D88C9-20C3-F4A6-1A96-4E31CB3171C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2012374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5FF3B-8AFF-628F-9506-418421489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746FC-1A2A-AD0F-4081-53C796C693B8}"/>
              </a:ext>
            </a:extLst>
          </p:cNvPr>
          <p:cNvSpPr>
            <a:spLocks noGrp="1"/>
          </p:cNvSpPr>
          <p:nvPr>
            <p:ph type="title"/>
          </p:nvPr>
        </p:nvSpPr>
        <p:spPr/>
        <p:txBody>
          <a:bodyPr/>
          <a:lstStyle/>
          <a:p>
            <a:r>
              <a:rPr lang="en-US"/>
              <a:t>Observability  - AKS  Metrics</a:t>
            </a:r>
          </a:p>
        </p:txBody>
      </p:sp>
      <p:graphicFrame>
        <p:nvGraphicFramePr>
          <p:cNvPr id="7" name="Content Placeholder 3">
            <a:extLst>
              <a:ext uri="{FF2B5EF4-FFF2-40B4-BE49-F238E27FC236}">
                <a16:creationId xmlns:a16="http://schemas.microsoft.com/office/drawing/2014/main" id="{58702A01-F382-174E-0618-BBBA9C171099}"/>
              </a:ext>
            </a:extLst>
          </p:cNvPr>
          <p:cNvGraphicFramePr>
            <a:graphicFrameLocks noGrp="1"/>
          </p:cNvGraphicFramePr>
          <p:nvPr>
            <p:ph sz="quarter" idx="10"/>
          </p:nvPr>
        </p:nvGraphicFramePr>
        <p:xfrm>
          <a:off x="530412" y="1899023"/>
          <a:ext cx="4604745" cy="46792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66E7325A-D7C8-E6C6-7D03-CC2231BAC3F2}"/>
              </a:ext>
            </a:extLst>
          </p:cNvPr>
          <p:cNvPicPr>
            <a:picLocks noChangeAspect="1"/>
          </p:cNvPicPr>
          <p:nvPr/>
        </p:nvPicPr>
        <p:blipFill>
          <a:blip r:embed="rId8"/>
          <a:stretch>
            <a:fillRect/>
          </a:stretch>
        </p:blipFill>
        <p:spPr>
          <a:xfrm>
            <a:off x="5537697" y="1703428"/>
            <a:ext cx="6219962" cy="5070450"/>
          </a:xfrm>
          <a:prstGeom prst="rect">
            <a:avLst/>
          </a:prstGeom>
        </p:spPr>
      </p:pic>
    </p:spTree>
    <p:extLst>
      <p:ext uri="{BB962C8B-B14F-4D97-AF65-F5344CB8AC3E}">
        <p14:creationId xmlns:p14="http://schemas.microsoft.com/office/powerpoint/2010/main" val="401479504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FBFBA-E7BD-369B-D175-20763C444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D098CF-86EE-BC7B-4A30-558A2BBB3045}"/>
              </a:ext>
            </a:extLst>
          </p:cNvPr>
          <p:cNvSpPr>
            <a:spLocks noGrp="1"/>
          </p:cNvSpPr>
          <p:nvPr>
            <p:ph type="title"/>
          </p:nvPr>
        </p:nvSpPr>
        <p:spPr/>
        <p:txBody>
          <a:bodyPr/>
          <a:lstStyle/>
          <a:p>
            <a:r>
              <a:rPr lang="en-US" dirty="0">
                <a:cs typeface="Segoe UI"/>
              </a:rPr>
              <a:t>Observability  - AKS  Metrics (cont.)</a:t>
            </a:r>
            <a:endParaRPr lang="en-US"/>
          </a:p>
        </p:txBody>
      </p:sp>
      <p:graphicFrame>
        <p:nvGraphicFramePr>
          <p:cNvPr id="7" name="Content Placeholder 3">
            <a:extLst>
              <a:ext uri="{FF2B5EF4-FFF2-40B4-BE49-F238E27FC236}">
                <a16:creationId xmlns:a16="http://schemas.microsoft.com/office/drawing/2014/main" id="{9EAD0093-AD5D-EF3D-D635-CA74BD875CA8}"/>
              </a:ext>
            </a:extLst>
          </p:cNvPr>
          <p:cNvGraphicFramePr>
            <a:graphicFrameLocks noGrp="1"/>
          </p:cNvGraphicFramePr>
          <p:nvPr>
            <p:ph sz="quarter" idx="10"/>
          </p:nvPr>
        </p:nvGraphicFramePr>
        <p:xfrm>
          <a:off x="530412" y="1899023"/>
          <a:ext cx="4604745" cy="467926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F8DD23FD-1083-DBB4-18C2-16B41318860F}"/>
              </a:ext>
            </a:extLst>
          </p:cNvPr>
          <p:cNvPicPr>
            <a:picLocks noChangeAspect="1"/>
          </p:cNvPicPr>
          <p:nvPr/>
        </p:nvPicPr>
        <p:blipFill>
          <a:blip r:embed="rId8"/>
          <a:stretch>
            <a:fillRect/>
          </a:stretch>
        </p:blipFill>
        <p:spPr>
          <a:xfrm>
            <a:off x="7392685" y="1721538"/>
            <a:ext cx="3694905" cy="4679262"/>
          </a:xfrm>
          <a:prstGeom prst="rect">
            <a:avLst/>
          </a:prstGeom>
        </p:spPr>
      </p:pic>
    </p:spTree>
    <p:extLst>
      <p:ext uri="{BB962C8B-B14F-4D97-AF65-F5344CB8AC3E}">
        <p14:creationId xmlns:p14="http://schemas.microsoft.com/office/powerpoint/2010/main" val="225470933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1146A-141C-AC37-C7D8-52AD96871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BADD7-0DC0-1C6A-5051-157521DDCA95}"/>
              </a:ext>
            </a:extLst>
          </p:cNvPr>
          <p:cNvSpPr>
            <a:spLocks noGrp="1"/>
          </p:cNvSpPr>
          <p:nvPr>
            <p:ph type="title"/>
          </p:nvPr>
        </p:nvSpPr>
        <p:spPr/>
        <p:txBody>
          <a:bodyPr/>
          <a:lstStyle/>
          <a:p>
            <a:r>
              <a:rPr lang="en-US"/>
              <a:t>Observability  -  Resource level  - AKS</a:t>
            </a:r>
          </a:p>
        </p:txBody>
      </p:sp>
      <p:sp>
        <p:nvSpPr>
          <p:cNvPr id="6" name="AutoShape 6" descr="Diagram that shows Azure resource collection.">
            <a:extLst>
              <a:ext uri="{FF2B5EF4-FFF2-40B4-BE49-F238E27FC236}">
                <a16:creationId xmlns:a16="http://schemas.microsoft.com/office/drawing/2014/main" id="{A2F38947-0492-D986-3F20-BB05983C616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3" name="Content Placeholder 3">
            <a:extLst>
              <a:ext uri="{FF2B5EF4-FFF2-40B4-BE49-F238E27FC236}">
                <a16:creationId xmlns:a16="http://schemas.microsoft.com/office/drawing/2014/main" id="{942DCBF3-1CF6-7632-8444-CBD826D4D128}"/>
              </a:ext>
            </a:extLst>
          </p:cNvPr>
          <p:cNvGraphicFramePr>
            <a:graphicFrameLocks noGrp="1"/>
          </p:cNvGraphicFramePr>
          <p:nvPr>
            <p:ph sz="quarter" idx="10"/>
          </p:nvPr>
        </p:nvGraphicFramePr>
        <p:xfrm>
          <a:off x="584200" y="1808629"/>
          <a:ext cx="4236571" cy="43057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88554EFD-8929-0735-3121-D6ACD29F2E0B}"/>
              </a:ext>
            </a:extLst>
          </p:cNvPr>
          <p:cNvPicPr>
            <a:picLocks noChangeAspect="1"/>
          </p:cNvPicPr>
          <p:nvPr/>
        </p:nvPicPr>
        <p:blipFill>
          <a:blip r:embed="rId8"/>
          <a:stretch>
            <a:fillRect/>
          </a:stretch>
        </p:blipFill>
        <p:spPr>
          <a:xfrm>
            <a:off x="6553201" y="1603174"/>
            <a:ext cx="4789394" cy="5026786"/>
          </a:xfrm>
          <a:prstGeom prst="rect">
            <a:avLst/>
          </a:prstGeom>
        </p:spPr>
      </p:pic>
    </p:spTree>
    <p:extLst>
      <p:ext uri="{BB962C8B-B14F-4D97-AF65-F5344CB8AC3E}">
        <p14:creationId xmlns:p14="http://schemas.microsoft.com/office/powerpoint/2010/main" val="25734986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Observability  - Azure Monitor  OS Level</a:t>
            </a:r>
          </a:p>
        </p:txBody>
      </p:sp>
      <p:sp>
        <p:nvSpPr>
          <p:cNvPr id="6" name="AutoShape 6" descr="Diagram that shows Azure resource collection.">
            <a:extLst>
              <a:ext uri="{FF2B5EF4-FFF2-40B4-BE49-F238E27FC236}">
                <a16:creationId xmlns:a16="http://schemas.microsoft.com/office/drawing/2014/main" id="{F26D88C9-20C3-F4A6-1A96-4E31CB3171C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F5C33086-B67D-714A-2EB8-8A2B86563649}"/>
              </a:ext>
            </a:extLst>
          </p:cNvPr>
          <p:cNvPicPr>
            <a:picLocks noChangeAspect="1"/>
          </p:cNvPicPr>
          <p:nvPr/>
        </p:nvPicPr>
        <p:blipFill>
          <a:blip r:embed="rId3"/>
          <a:stretch>
            <a:fillRect/>
          </a:stretch>
        </p:blipFill>
        <p:spPr>
          <a:xfrm>
            <a:off x="1304517" y="1588052"/>
            <a:ext cx="8974015" cy="5108381"/>
          </a:xfrm>
          <a:prstGeom prst="rect">
            <a:avLst/>
          </a:prstGeom>
        </p:spPr>
      </p:pic>
    </p:spTree>
    <p:extLst>
      <p:ext uri="{BB962C8B-B14F-4D97-AF65-F5344CB8AC3E}">
        <p14:creationId xmlns:p14="http://schemas.microsoft.com/office/powerpoint/2010/main" val="326608552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8263" y="457200"/>
            <a:ext cx="11018520" cy="553998"/>
          </a:xfrm>
        </p:spPr>
        <p:txBody>
          <a:bodyPr/>
          <a:lstStyle/>
          <a:p>
            <a:r>
              <a:rPr lang="en-US"/>
              <a:t>Observability  - Azure Monitor  Container Insights</a:t>
            </a:r>
          </a:p>
        </p:txBody>
      </p:sp>
      <p:sp>
        <p:nvSpPr>
          <p:cNvPr id="6" name="AutoShape 6" descr="Diagram that shows Azure resource collection.">
            <a:extLst>
              <a:ext uri="{FF2B5EF4-FFF2-40B4-BE49-F238E27FC236}">
                <a16:creationId xmlns:a16="http://schemas.microsoft.com/office/drawing/2014/main" id="{F26D88C9-20C3-F4A6-1A96-4E31CB3171C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22" name="Picture 2" descr="Overview diagram of Container insights">
            <a:extLst>
              <a:ext uri="{FF2B5EF4-FFF2-40B4-BE49-F238E27FC236}">
                <a16:creationId xmlns:a16="http://schemas.microsoft.com/office/drawing/2014/main" id="{EBA0BF26-23A6-A4F1-FA64-AB9743735D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831935"/>
            <a:ext cx="11125200" cy="4568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73752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The 5 levels of monitoring in AKS</a:t>
            </a:r>
          </a:p>
        </p:txBody>
      </p:sp>
      <p:sp>
        <p:nvSpPr>
          <p:cNvPr id="6" name="AutoShape 6" descr="Diagram that shows Azure resource collection.">
            <a:extLst>
              <a:ext uri="{FF2B5EF4-FFF2-40B4-BE49-F238E27FC236}">
                <a16:creationId xmlns:a16="http://schemas.microsoft.com/office/drawing/2014/main" id="{F26D88C9-20C3-F4A6-1A96-4E31CB3171C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Diagram of collection of monitoring data from AKS.">
            <a:extLst>
              <a:ext uri="{FF2B5EF4-FFF2-40B4-BE49-F238E27FC236}">
                <a16:creationId xmlns:a16="http://schemas.microsoft.com/office/drawing/2014/main" id="{12DB435C-8992-44EF-9724-97810B2F8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74825"/>
            <a:ext cx="12192000" cy="361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21628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Observability  - AKS</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586422" y="1528010"/>
            <a:ext cx="11018838" cy="4145750"/>
          </a:xfrm>
        </p:spPr>
        <p:txBody>
          <a:bodyPr/>
          <a:lstStyle/>
          <a:p>
            <a:pPr marL="342900" indent="-342900">
              <a:buFont typeface="Arial" panose="020B0604020202020204" pitchFamily="34" charset="0"/>
              <a:buChar char="•"/>
            </a:pPr>
            <a:r>
              <a:rPr lang="en-US"/>
              <a:t>Control Plane</a:t>
            </a:r>
          </a:p>
          <a:p>
            <a:pPr marL="800100" lvl="1" indent="-342900">
              <a:buFont typeface="Arial" panose="020B0604020202020204" pitchFamily="34" charset="0"/>
              <a:buChar char="•"/>
            </a:pPr>
            <a:r>
              <a:rPr lang="en-US"/>
              <a:t># of API requests, audit logs</a:t>
            </a:r>
          </a:p>
          <a:p>
            <a:pPr marL="342900" indent="-342900">
              <a:buFont typeface="Arial" panose="020B0604020202020204" pitchFamily="34" charset="0"/>
              <a:buChar char="•"/>
            </a:pPr>
            <a:r>
              <a:rPr lang="en-US"/>
              <a:t>Node infrastructure</a:t>
            </a:r>
          </a:p>
          <a:p>
            <a:pPr marL="800100" lvl="1" indent="-342900">
              <a:buFont typeface="Arial" panose="020B0604020202020204" pitchFamily="34" charset="0"/>
              <a:buChar char="•"/>
            </a:pPr>
            <a:r>
              <a:rPr lang="en-US"/>
              <a:t>CPU, Memory, Disk capacity and I/</a:t>
            </a:r>
            <a:r>
              <a:rPr lang="en-US" err="1"/>
              <a:t>Os</a:t>
            </a:r>
            <a:r>
              <a:rPr lang="en-US"/>
              <a:t>, Network bandwidth usage</a:t>
            </a:r>
          </a:p>
          <a:p>
            <a:pPr marL="342900" indent="-342900">
              <a:buFont typeface="Arial" panose="020B0604020202020204" pitchFamily="34" charset="0"/>
              <a:buChar char="•"/>
            </a:pPr>
            <a:r>
              <a:rPr lang="en-US"/>
              <a:t>Kubernetes layer</a:t>
            </a:r>
          </a:p>
          <a:p>
            <a:pPr marL="800100" lvl="1" indent="-342900">
              <a:buFont typeface="Arial" panose="020B0604020202020204" pitchFamily="34" charset="0"/>
              <a:buChar char="•"/>
            </a:pPr>
            <a:r>
              <a:rPr lang="en-US"/>
              <a:t>Deployment, pod, service </a:t>
            </a:r>
          </a:p>
          <a:p>
            <a:pPr marL="342900" indent="-342900">
              <a:buFont typeface="Arial" panose="020B0604020202020204" pitchFamily="34" charset="0"/>
              <a:buChar char="•"/>
            </a:pPr>
            <a:r>
              <a:rPr lang="en-US"/>
              <a:t>Application layer</a:t>
            </a:r>
          </a:p>
          <a:p>
            <a:pPr marL="800100" lvl="1" indent="-342900">
              <a:buFont typeface="Arial" panose="020B0604020202020204" pitchFamily="34" charset="0"/>
              <a:buChar char="•"/>
            </a:pPr>
            <a:r>
              <a:rPr lang="en-US"/>
              <a:t>Log,  request latency, errors</a:t>
            </a:r>
          </a:p>
        </p:txBody>
      </p:sp>
    </p:spTree>
    <p:extLst>
      <p:ext uri="{BB962C8B-B14F-4D97-AF65-F5344CB8AC3E}">
        <p14:creationId xmlns:p14="http://schemas.microsoft.com/office/powerpoint/2010/main" val="380769509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1150-8D77-4E44-ADD0-820D501CD6BC}"/>
              </a:ext>
            </a:extLst>
          </p:cNvPr>
          <p:cNvSpPr>
            <a:spLocks noGrp="1"/>
          </p:cNvSpPr>
          <p:nvPr>
            <p:ph type="title"/>
          </p:nvPr>
        </p:nvSpPr>
        <p:spPr/>
        <p:txBody>
          <a:bodyPr/>
          <a:lstStyle/>
          <a:p>
            <a:r>
              <a:rPr lang="en-US"/>
              <a:t>Kubernetes Logging &amp; Metrics</a:t>
            </a:r>
          </a:p>
        </p:txBody>
      </p:sp>
      <p:sp>
        <p:nvSpPr>
          <p:cNvPr id="3" name="Text Placeholder 2">
            <a:extLst>
              <a:ext uri="{FF2B5EF4-FFF2-40B4-BE49-F238E27FC236}">
                <a16:creationId xmlns:a16="http://schemas.microsoft.com/office/drawing/2014/main" id="{BD2608F8-964D-4726-AE18-1CB1130EB67D}"/>
              </a:ext>
            </a:extLst>
          </p:cNvPr>
          <p:cNvSpPr>
            <a:spLocks noGrp="1"/>
          </p:cNvSpPr>
          <p:nvPr>
            <p:ph type="body" sz="quarter" idx="12"/>
          </p:nvPr>
        </p:nvSpPr>
        <p:spPr>
          <a:xfrm>
            <a:off x="585216" y="3977319"/>
            <a:ext cx="9144000" cy="338554"/>
          </a:xfrm>
        </p:spPr>
        <p:txBody>
          <a:bodyPr/>
          <a:lstStyle/>
          <a:p>
            <a:endParaRPr lang="en-US"/>
          </a:p>
        </p:txBody>
      </p:sp>
    </p:spTree>
    <p:extLst>
      <p:ext uri="{BB962C8B-B14F-4D97-AF65-F5344CB8AC3E}">
        <p14:creationId xmlns:p14="http://schemas.microsoft.com/office/powerpoint/2010/main" val="2069622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Kubernetes Logging Basics</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586422" y="1528010"/>
            <a:ext cx="11018838" cy="4530471"/>
          </a:xfrm>
        </p:spPr>
        <p:txBody>
          <a:bodyPr/>
          <a:lstStyle/>
          <a:p>
            <a:pPr marL="342900" indent="-342900">
              <a:buFont typeface="Arial" panose="020B0604020202020204" pitchFamily="34" charset="0"/>
              <a:buChar char="•"/>
            </a:pPr>
            <a:r>
              <a:rPr lang="en-US"/>
              <a:t>Collect logs from all application pods and send them to a centralized logging solution</a:t>
            </a:r>
          </a:p>
          <a:p>
            <a:pPr marL="342900" indent="-342900">
              <a:buFont typeface="Arial" panose="020B0604020202020204" pitchFamily="34" charset="0"/>
              <a:buChar char="•"/>
            </a:pPr>
            <a:r>
              <a:rPr lang="en-US"/>
              <a:t>In non-K8S environment, an agent is installed in each VM  </a:t>
            </a:r>
          </a:p>
          <a:p>
            <a:pPr marL="342900" indent="-342900">
              <a:buFont typeface="Arial" panose="020B0604020202020204" pitchFamily="34" charset="0"/>
              <a:buChar char="•"/>
            </a:pPr>
            <a:r>
              <a:rPr lang="en-US"/>
              <a:t>Running an agent (sidecar) in each pod is not a viable solution as logging is a resource intensive operation</a:t>
            </a:r>
          </a:p>
          <a:p>
            <a:pPr marL="342900" indent="-342900">
              <a:buFont typeface="Arial" panose="020B0604020202020204" pitchFamily="34" charset="0"/>
              <a:buChar char="•"/>
            </a:pPr>
            <a:r>
              <a:rPr lang="en-US"/>
              <a:t>Need a solution that runs in each node that can collect logs from each of the pods (from the node) and stream to a centralized logging solution</a:t>
            </a:r>
          </a:p>
          <a:p>
            <a:pPr marL="342900" indent="-342900">
              <a:buFont typeface="Arial" panose="020B0604020202020204" pitchFamily="34" charset="0"/>
              <a:buChar char="•"/>
            </a:pPr>
            <a:r>
              <a:rPr lang="en-US"/>
              <a:t>Daemonset is an ideal solution to address this</a:t>
            </a:r>
          </a:p>
        </p:txBody>
      </p:sp>
    </p:spTree>
    <p:extLst>
      <p:ext uri="{BB962C8B-B14F-4D97-AF65-F5344CB8AC3E}">
        <p14:creationId xmlns:p14="http://schemas.microsoft.com/office/powerpoint/2010/main" val="105353799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Kubernetes Logging Basics</a:t>
            </a:r>
          </a:p>
        </p:txBody>
      </p:sp>
      <p:pic>
        <p:nvPicPr>
          <p:cNvPr id="3074" name="Picture 2" descr="Node level logging">
            <a:extLst>
              <a:ext uri="{FF2B5EF4-FFF2-40B4-BE49-F238E27FC236}">
                <a16:creationId xmlns:a16="http://schemas.microsoft.com/office/drawing/2014/main" id="{2A586DBD-E1C3-CF24-C505-B6E6065F42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76" y="1595516"/>
            <a:ext cx="4762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Using a node level logging agent">
            <a:extLst>
              <a:ext uri="{FF2B5EF4-FFF2-40B4-BE49-F238E27FC236}">
                <a16:creationId xmlns:a16="http://schemas.microsoft.com/office/drawing/2014/main" id="{4956A6A5-E346-4218-23B4-F5085FF449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4895" y="3524250"/>
            <a:ext cx="4762500" cy="33337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C7597D6-DC95-2A2C-91B8-EFD98C21090B}"/>
              </a:ext>
            </a:extLst>
          </p:cNvPr>
          <p:cNvSpPr txBox="1"/>
          <p:nvPr/>
        </p:nvSpPr>
        <p:spPr>
          <a:xfrm>
            <a:off x="3102964" y="6550702"/>
            <a:ext cx="3957403" cy="307777"/>
          </a:xfrm>
          <a:prstGeom prst="rect">
            <a:avLst/>
          </a:prstGeom>
          <a:noFill/>
        </p:spPr>
        <p:txBody>
          <a:bodyPr wrap="square" lIns="0" tIns="0" rIns="0" bIns="0" rtlCol="0">
            <a:spAutoFit/>
          </a:bodyPr>
          <a:lstStyle/>
          <a:p>
            <a:pPr algn="l"/>
            <a:r>
              <a:rPr lang="en-US" sz="2000"/>
              <a:t>Images from Kubernetes.io</a:t>
            </a:r>
          </a:p>
        </p:txBody>
      </p:sp>
      <p:sp>
        <p:nvSpPr>
          <p:cNvPr id="8" name="TextBox 7">
            <a:extLst>
              <a:ext uri="{FF2B5EF4-FFF2-40B4-BE49-F238E27FC236}">
                <a16:creationId xmlns:a16="http://schemas.microsoft.com/office/drawing/2014/main" id="{BBE6F8BC-1B70-F9D2-AE39-9B9272B063CF}"/>
              </a:ext>
            </a:extLst>
          </p:cNvPr>
          <p:cNvSpPr txBox="1"/>
          <p:nvPr/>
        </p:nvSpPr>
        <p:spPr>
          <a:xfrm>
            <a:off x="6235908" y="2001187"/>
            <a:ext cx="5370875" cy="307777"/>
          </a:xfrm>
          <a:prstGeom prst="rect">
            <a:avLst/>
          </a:prstGeom>
          <a:noFill/>
        </p:spPr>
        <p:txBody>
          <a:bodyPr wrap="square" lIns="0" tIns="0" rIns="0" bIns="0" rtlCol="0">
            <a:spAutoFit/>
          </a:bodyPr>
          <a:lstStyle/>
          <a:p>
            <a:pPr algn="l"/>
            <a:r>
              <a:rPr lang="en-US" sz="2000"/>
              <a:t>application writes to </a:t>
            </a:r>
            <a:r>
              <a:rPr lang="en-US" sz="2000" err="1"/>
              <a:t>stdout</a:t>
            </a:r>
            <a:endParaRPr lang="en-US" sz="2000"/>
          </a:p>
        </p:txBody>
      </p:sp>
      <p:sp>
        <p:nvSpPr>
          <p:cNvPr id="9" name="Arrow: Left 8">
            <a:extLst>
              <a:ext uri="{FF2B5EF4-FFF2-40B4-BE49-F238E27FC236}">
                <a16:creationId xmlns:a16="http://schemas.microsoft.com/office/drawing/2014/main" id="{B8F7157A-5631-94D1-10D3-7E17B8BA3388}"/>
              </a:ext>
            </a:extLst>
          </p:cNvPr>
          <p:cNvSpPr/>
          <p:nvPr/>
        </p:nvSpPr>
        <p:spPr bwMode="auto">
          <a:xfrm>
            <a:off x="4574499" y="2016656"/>
            <a:ext cx="1521501" cy="307777"/>
          </a:xfrm>
          <a:prstGeom prst="lef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extBox 2">
            <a:extLst>
              <a:ext uri="{FF2B5EF4-FFF2-40B4-BE49-F238E27FC236}">
                <a16:creationId xmlns:a16="http://schemas.microsoft.com/office/drawing/2014/main" id="{9BC16CD5-9D84-FFAF-A9EA-323B2C88CD51}"/>
              </a:ext>
            </a:extLst>
          </p:cNvPr>
          <p:cNvSpPr txBox="1"/>
          <p:nvPr/>
        </p:nvSpPr>
        <p:spPr>
          <a:xfrm>
            <a:off x="1188009" y="5252936"/>
            <a:ext cx="5370875" cy="307777"/>
          </a:xfrm>
          <a:prstGeom prst="rect">
            <a:avLst/>
          </a:prstGeom>
          <a:noFill/>
        </p:spPr>
        <p:txBody>
          <a:bodyPr wrap="square" lIns="0" tIns="0" rIns="0" bIns="0" rtlCol="0">
            <a:spAutoFit/>
          </a:bodyPr>
          <a:lstStyle/>
          <a:p>
            <a:pPr algn="l"/>
            <a:r>
              <a:rPr lang="en-US" sz="2000"/>
              <a:t>AKS uses this pattern</a:t>
            </a:r>
          </a:p>
        </p:txBody>
      </p:sp>
      <p:sp>
        <p:nvSpPr>
          <p:cNvPr id="4" name="Arrow: Left 3">
            <a:extLst>
              <a:ext uri="{FF2B5EF4-FFF2-40B4-BE49-F238E27FC236}">
                <a16:creationId xmlns:a16="http://schemas.microsoft.com/office/drawing/2014/main" id="{36815F22-07A5-4025-A124-B4FB419E3B4E}"/>
              </a:ext>
            </a:extLst>
          </p:cNvPr>
          <p:cNvSpPr/>
          <p:nvPr/>
        </p:nvSpPr>
        <p:spPr bwMode="auto">
          <a:xfrm rot="10800000">
            <a:off x="5037383" y="5191125"/>
            <a:ext cx="1521501" cy="307777"/>
          </a:xfrm>
          <a:prstGeom prst="lef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59916902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Kubernetes Logging with </a:t>
            </a:r>
            <a:r>
              <a:rPr lang="en-US" err="1"/>
              <a:t>Fluentbit</a:t>
            </a:r>
            <a:endParaRPr lang="en-US"/>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586422" y="1528010"/>
            <a:ext cx="11018838" cy="430887"/>
          </a:xfrm>
        </p:spPr>
        <p:txBody>
          <a:bodyPr/>
          <a:lstStyle/>
          <a:p>
            <a:r>
              <a:rPr lang="en-US">
                <a:hlinkClick r:id="rId3"/>
              </a:rPr>
              <a:t>Logging : </a:t>
            </a:r>
            <a:r>
              <a:rPr lang="en-US" err="1">
                <a:hlinkClick r:id="rId3"/>
              </a:rPr>
              <a:t>Fluentd</a:t>
            </a:r>
            <a:r>
              <a:rPr lang="en-US">
                <a:hlinkClick r:id="rId3"/>
              </a:rPr>
              <a:t> with Kubernetes (fluentbit.io)</a:t>
            </a:r>
            <a:endParaRPr lang="en-US"/>
          </a:p>
        </p:txBody>
      </p:sp>
      <p:pic>
        <p:nvPicPr>
          <p:cNvPr id="2050" name="Picture 2" descr="EFK">
            <a:extLst>
              <a:ext uri="{FF2B5EF4-FFF2-40B4-BE49-F238E27FC236}">
                <a16:creationId xmlns:a16="http://schemas.microsoft.com/office/drawing/2014/main" id="{0766910D-80B2-8189-D768-A6A82EA159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6705" y="2425221"/>
            <a:ext cx="9782175" cy="43434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B6CB3B6-D61B-9BC0-3136-48AE22AB0BA2}"/>
              </a:ext>
            </a:extLst>
          </p:cNvPr>
          <p:cNvSpPr txBox="1"/>
          <p:nvPr/>
        </p:nvSpPr>
        <p:spPr>
          <a:xfrm>
            <a:off x="173120" y="6460844"/>
            <a:ext cx="3063744" cy="276999"/>
          </a:xfrm>
          <a:prstGeom prst="rect">
            <a:avLst/>
          </a:prstGeom>
          <a:noFill/>
        </p:spPr>
        <p:txBody>
          <a:bodyPr wrap="square" lIns="0" tIns="0" rIns="0" bIns="0" rtlCol="0">
            <a:spAutoFit/>
          </a:bodyPr>
          <a:lstStyle/>
          <a:p>
            <a:pPr algn="l"/>
            <a:r>
              <a:rPr lang="en-US" i="1"/>
              <a:t>Image from fluentbit.io</a:t>
            </a:r>
          </a:p>
        </p:txBody>
      </p:sp>
    </p:spTree>
    <p:extLst>
      <p:ext uri="{BB962C8B-B14F-4D97-AF65-F5344CB8AC3E}">
        <p14:creationId xmlns:p14="http://schemas.microsoft.com/office/powerpoint/2010/main" val="265268011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Containers and Kubernetes Metrics Basics</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586422" y="1528010"/>
            <a:ext cx="11018838" cy="3074688"/>
          </a:xfrm>
        </p:spPr>
        <p:txBody>
          <a:bodyPr/>
          <a:lstStyle/>
          <a:p>
            <a:pPr marL="342900" indent="-342900">
              <a:buFont typeface="Arial" panose="020B0604020202020204" pitchFamily="34" charset="0"/>
              <a:buChar char="•"/>
            </a:pPr>
            <a:r>
              <a:rPr lang="en-US"/>
              <a:t>Containers and </a:t>
            </a:r>
            <a:r>
              <a:rPr lang="en-US" err="1"/>
              <a:t>Cgroups</a:t>
            </a:r>
            <a:endParaRPr lang="en-US"/>
          </a:p>
          <a:p>
            <a:pPr marL="342900" indent="-342900">
              <a:buFont typeface="Arial" panose="020B0604020202020204" pitchFamily="34" charset="0"/>
              <a:buChar char="•"/>
            </a:pPr>
            <a:r>
              <a:rPr lang="en-US" err="1">
                <a:hlinkClick r:id="rId2"/>
              </a:rPr>
              <a:t>cAdvisor</a:t>
            </a:r>
            <a:r>
              <a:rPr lang="en-US"/>
              <a:t> is a daemon collects, aggregates and reports resource usage of running containers</a:t>
            </a:r>
          </a:p>
          <a:p>
            <a:pPr marL="342900" indent="-342900">
              <a:buFont typeface="Arial" panose="020B0604020202020204" pitchFamily="34" charset="0"/>
              <a:buChar char="•"/>
            </a:pPr>
            <a:r>
              <a:rPr lang="en-US"/>
              <a:t>CRI spec expects container runtime to implement this capability now</a:t>
            </a:r>
          </a:p>
          <a:p>
            <a:endParaRPr lang="en-US"/>
          </a:p>
        </p:txBody>
      </p:sp>
      <p:pic>
        <p:nvPicPr>
          <p:cNvPr id="7" name="Picture 6">
            <a:extLst>
              <a:ext uri="{FF2B5EF4-FFF2-40B4-BE49-F238E27FC236}">
                <a16:creationId xmlns:a16="http://schemas.microsoft.com/office/drawing/2014/main" id="{19EB7FB0-ABF4-C32B-B437-22B7C645E533}"/>
              </a:ext>
            </a:extLst>
          </p:cNvPr>
          <p:cNvPicPr>
            <a:picLocks noChangeAspect="1"/>
          </p:cNvPicPr>
          <p:nvPr/>
        </p:nvPicPr>
        <p:blipFill>
          <a:blip r:embed="rId3"/>
          <a:stretch>
            <a:fillRect/>
          </a:stretch>
        </p:blipFill>
        <p:spPr>
          <a:xfrm>
            <a:off x="5949629" y="4434733"/>
            <a:ext cx="6242371" cy="2362321"/>
          </a:xfrm>
          <a:prstGeom prst="rect">
            <a:avLst/>
          </a:prstGeom>
        </p:spPr>
      </p:pic>
      <p:sp>
        <p:nvSpPr>
          <p:cNvPr id="8" name="TextBox 7">
            <a:extLst>
              <a:ext uri="{FF2B5EF4-FFF2-40B4-BE49-F238E27FC236}">
                <a16:creationId xmlns:a16="http://schemas.microsoft.com/office/drawing/2014/main" id="{88AE05A8-0557-DA28-D76B-521FDD61786B}"/>
              </a:ext>
            </a:extLst>
          </p:cNvPr>
          <p:cNvSpPr txBox="1"/>
          <p:nvPr/>
        </p:nvSpPr>
        <p:spPr>
          <a:xfrm>
            <a:off x="9751162" y="6671462"/>
            <a:ext cx="2440838" cy="184666"/>
          </a:xfrm>
          <a:prstGeom prst="rect">
            <a:avLst/>
          </a:prstGeom>
          <a:noFill/>
        </p:spPr>
        <p:txBody>
          <a:bodyPr wrap="square" lIns="0" tIns="0" rIns="0" bIns="0" rtlCol="0">
            <a:spAutoFit/>
          </a:bodyPr>
          <a:lstStyle/>
          <a:p>
            <a:pPr algn="l"/>
            <a:r>
              <a:rPr lang="en-US" sz="1200"/>
              <a:t>Image from Kubernetes.io</a:t>
            </a:r>
          </a:p>
        </p:txBody>
      </p:sp>
    </p:spTree>
    <p:extLst>
      <p:ext uri="{BB962C8B-B14F-4D97-AF65-F5344CB8AC3E}">
        <p14:creationId xmlns:p14="http://schemas.microsoft.com/office/powerpoint/2010/main" val="365384398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Kubernetes Metrics Server</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339693" y="1515535"/>
            <a:ext cx="11018838" cy="5881610"/>
          </a:xfrm>
        </p:spPr>
        <p:txBody>
          <a:bodyPr/>
          <a:lstStyle/>
          <a:p>
            <a:pPr marL="342900" indent="-342900">
              <a:buFont typeface="Arial" panose="020B0604020202020204" pitchFamily="34" charset="0"/>
              <a:buChar char="•"/>
            </a:pPr>
            <a:r>
              <a:rPr lang="en-US"/>
              <a:t>Despites its name, its only purpose is to support cluster operations such as autoscaling</a:t>
            </a:r>
          </a:p>
          <a:p>
            <a:pPr marL="342900" indent="-342900">
              <a:buFont typeface="Arial" panose="020B0604020202020204" pitchFamily="34" charset="0"/>
              <a:buChar char="•"/>
            </a:pPr>
            <a:r>
              <a:rPr lang="en-US"/>
              <a:t>Etcd is not an option as its designed to collect, aggregate and store 25000 metrics per second</a:t>
            </a:r>
          </a:p>
          <a:p>
            <a:pPr marL="342900" indent="-342900">
              <a:buFont typeface="Arial" panose="020B0604020202020204" pitchFamily="34" charset="0"/>
              <a:buChar char="•"/>
            </a:pPr>
            <a:r>
              <a:rPr lang="en-US"/>
              <a:t>Scheduling and autoscaling are core service provided by Kubernetes thus requires a first party metrics collection and serving</a:t>
            </a:r>
          </a:p>
          <a:p>
            <a:pPr marL="342900" indent="-342900">
              <a:buFont typeface="Arial" panose="020B0604020202020204" pitchFamily="34" charset="0"/>
              <a:buChar char="•"/>
            </a:pPr>
            <a:r>
              <a:rPr lang="en-US"/>
              <a:t>HPA, VPA use metrics API served by metrics server</a:t>
            </a:r>
          </a:p>
          <a:p>
            <a:pPr marL="342900" indent="-342900">
              <a:buFont typeface="Arial" panose="020B0604020202020204" pitchFamily="34" charset="0"/>
              <a:buChar char="•"/>
            </a:pPr>
            <a:r>
              <a:rPr lang="en-US"/>
              <a:t>Collects metrics every 15 seconds</a:t>
            </a:r>
          </a:p>
          <a:p>
            <a:pPr marL="342900" indent="-342900">
              <a:buFont typeface="Arial" panose="020B0604020202020204" pitchFamily="34" charset="0"/>
              <a:buChar char="•"/>
            </a:pPr>
            <a:r>
              <a:rPr lang="en-US"/>
              <a:t>Collected metrics in memory</a:t>
            </a:r>
          </a:p>
          <a:p>
            <a:pPr marL="342900" indent="-342900">
              <a:buFont typeface="Arial" panose="020B0604020202020204" pitchFamily="34" charset="0"/>
              <a:buChar char="•"/>
            </a:pPr>
            <a:r>
              <a:rPr lang="en-US"/>
              <a:t>Not responsible for forwarding metrics to third-party tools</a:t>
            </a:r>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27231825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Kubernetes Metrics Server</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8935942" y="6427113"/>
            <a:ext cx="11018838" cy="430887"/>
          </a:xfrm>
        </p:spPr>
        <p:txBody>
          <a:bodyPr/>
          <a:lstStyle/>
          <a:p>
            <a:r>
              <a:rPr lang="en-US"/>
              <a:t>from </a:t>
            </a:r>
            <a:r>
              <a:rPr lang="en-US">
                <a:hlinkClick r:id="rId4"/>
              </a:rPr>
              <a:t>Kubernetes</a:t>
            </a:r>
            <a:r>
              <a:rPr lang="en-US"/>
              <a:t>.io</a:t>
            </a:r>
          </a:p>
        </p:txBody>
      </p:sp>
      <p:pic>
        <p:nvPicPr>
          <p:cNvPr id="5122" name="Picture 2" descr="Architecture Diagram">
            <a:extLst>
              <a:ext uri="{FF2B5EF4-FFF2-40B4-BE49-F238E27FC236}">
                <a16:creationId xmlns:a16="http://schemas.microsoft.com/office/drawing/2014/main" id="{172356EC-3C95-0066-B94F-A6DBCE5963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2312" y="1444794"/>
            <a:ext cx="8096124" cy="5585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8924710"/>
      </p:ext>
    </p:extLst>
  </p:cSld>
  <p:clrMapOvr>
    <a:masterClrMapping/>
  </p:clrMapOvr>
  <p:transition>
    <p:fade/>
  </p:transition>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7896E7-A5E8-C545-BB64-7CFF56FA3A36}"/>
              </a:ext>
            </a:extLst>
          </p:cNvPr>
          <p:cNvSpPr>
            <a:spLocks noGrp="1"/>
          </p:cNvSpPr>
          <p:nvPr>
            <p:ph type="title"/>
          </p:nvPr>
        </p:nvSpPr>
        <p:spPr/>
        <p:txBody>
          <a:bodyPr/>
          <a:lstStyle/>
          <a:p>
            <a:r>
              <a:rPr lang="en-US"/>
              <a:t>AKS Logging &amp; Metrics</a:t>
            </a:r>
          </a:p>
        </p:txBody>
      </p:sp>
      <p:sp>
        <p:nvSpPr>
          <p:cNvPr id="5" name="Text Placeholder 4">
            <a:extLst>
              <a:ext uri="{FF2B5EF4-FFF2-40B4-BE49-F238E27FC236}">
                <a16:creationId xmlns:a16="http://schemas.microsoft.com/office/drawing/2014/main" id="{A3A1134B-0AAA-2F04-185F-F4A3D3386DBC}"/>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577113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Logging in AKS</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586422" y="1528010"/>
            <a:ext cx="11018838" cy="4305794"/>
          </a:xfrm>
        </p:spPr>
        <p:txBody>
          <a:bodyPr/>
          <a:lstStyle/>
          <a:p>
            <a:pPr marL="342900" indent="-342900">
              <a:buFont typeface="Arial" panose="020B0604020202020204" pitchFamily="34" charset="0"/>
              <a:buChar char="•"/>
            </a:pPr>
            <a:r>
              <a:rPr lang="en-US"/>
              <a:t>Control Plane</a:t>
            </a:r>
          </a:p>
          <a:p>
            <a:pPr marL="800100" lvl="1" indent="-342900">
              <a:buFont typeface="Arial" panose="020B0604020202020204" pitchFamily="34" charset="0"/>
              <a:buChar char="•"/>
            </a:pPr>
            <a:r>
              <a:rPr lang="en-US"/>
              <a:t>AKS resource log  to LAW or Eventhub or storage account</a:t>
            </a:r>
          </a:p>
          <a:p>
            <a:pPr marL="342900" indent="-342900">
              <a:buFont typeface="Arial" panose="020B0604020202020204" pitchFamily="34" charset="0"/>
              <a:buChar char="•"/>
            </a:pPr>
            <a:r>
              <a:rPr lang="en-US"/>
              <a:t>Node infrastructure</a:t>
            </a:r>
          </a:p>
          <a:p>
            <a:pPr marL="800100" lvl="1" indent="-342900">
              <a:buFont typeface="Arial" panose="020B0604020202020204" pitchFamily="34" charset="0"/>
              <a:buChar char="•"/>
            </a:pPr>
            <a:r>
              <a:rPr lang="en-US"/>
              <a:t>Container Insights – VM level logs</a:t>
            </a:r>
          </a:p>
          <a:p>
            <a:pPr marL="342900" indent="-342900">
              <a:buFont typeface="Arial" panose="020B0604020202020204" pitchFamily="34" charset="0"/>
              <a:buChar char="•"/>
            </a:pPr>
            <a:r>
              <a:rPr lang="en-US"/>
              <a:t>Kubernetes layer</a:t>
            </a:r>
          </a:p>
          <a:p>
            <a:pPr marL="800100" lvl="1" indent="-342900">
              <a:buFont typeface="Arial" panose="020B0604020202020204" pitchFamily="34" charset="0"/>
              <a:buChar char="•"/>
            </a:pPr>
            <a:r>
              <a:rPr lang="en-US"/>
              <a:t>Container Insights to LAW or Eventhub or storage account for logs.  This takes care of pod (app) logs  </a:t>
            </a:r>
          </a:p>
          <a:p>
            <a:pPr marL="342900" indent="-342900">
              <a:buFont typeface="Arial" panose="020B0604020202020204" pitchFamily="34" charset="0"/>
              <a:buChar char="•"/>
            </a:pPr>
            <a:r>
              <a:rPr lang="en-US"/>
              <a:t>Application layer</a:t>
            </a:r>
          </a:p>
          <a:p>
            <a:pPr marL="800100" lvl="1" indent="-342900">
              <a:buFont typeface="Arial" panose="020B0604020202020204" pitchFamily="34" charset="0"/>
              <a:buChar char="•"/>
            </a:pPr>
            <a:r>
              <a:rPr lang="en-US">
                <a:hlinkClick r:id="rId2"/>
              </a:rPr>
              <a:t>App Insights  </a:t>
            </a:r>
            <a:endParaRPr lang="en-US"/>
          </a:p>
        </p:txBody>
      </p:sp>
    </p:spTree>
    <p:extLst>
      <p:ext uri="{BB962C8B-B14F-4D97-AF65-F5344CB8AC3E}">
        <p14:creationId xmlns:p14="http://schemas.microsoft.com/office/powerpoint/2010/main" val="366247638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6739" y="473276"/>
            <a:ext cx="11420381" cy="553998"/>
          </a:xfrm>
        </p:spPr>
        <p:txBody>
          <a:bodyPr/>
          <a:lstStyle/>
          <a:p>
            <a:r>
              <a:rPr lang="en-US"/>
              <a:t>AKS Resource log (Control Plane) and Kubelet</a:t>
            </a:r>
          </a:p>
        </p:txBody>
      </p:sp>
      <p:pic>
        <p:nvPicPr>
          <p:cNvPr id="7" name="Picture 6">
            <a:extLst>
              <a:ext uri="{FF2B5EF4-FFF2-40B4-BE49-F238E27FC236}">
                <a16:creationId xmlns:a16="http://schemas.microsoft.com/office/drawing/2014/main" id="{CF1707E2-B7C2-C134-B822-2123F7C8A7BE}"/>
              </a:ext>
            </a:extLst>
          </p:cNvPr>
          <p:cNvPicPr>
            <a:picLocks noChangeAspect="1"/>
          </p:cNvPicPr>
          <p:nvPr/>
        </p:nvPicPr>
        <p:blipFill>
          <a:blip r:embed="rId2"/>
          <a:stretch>
            <a:fillRect/>
          </a:stretch>
        </p:blipFill>
        <p:spPr>
          <a:xfrm>
            <a:off x="5062129" y="1716438"/>
            <a:ext cx="7129871" cy="4813356"/>
          </a:xfrm>
          <a:prstGeom prst="rect">
            <a:avLst/>
          </a:prstGeom>
        </p:spPr>
      </p:pic>
      <p:sp>
        <p:nvSpPr>
          <p:cNvPr id="8" name="Content Placeholder 2">
            <a:extLst>
              <a:ext uri="{FF2B5EF4-FFF2-40B4-BE49-F238E27FC236}">
                <a16:creationId xmlns:a16="http://schemas.microsoft.com/office/drawing/2014/main" id="{650C4644-9482-A7B7-1936-804823455CF8}"/>
              </a:ext>
            </a:extLst>
          </p:cNvPr>
          <p:cNvSpPr>
            <a:spLocks noGrp="1"/>
          </p:cNvSpPr>
          <p:nvPr>
            <p:ph sz="quarter" idx="10"/>
          </p:nvPr>
        </p:nvSpPr>
        <p:spPr>
          <a:xfrm>
            <a:off x="402237" y="1570399"/>
            <a:ext cx="4829330" cy="6149376"/>
          </a:xfrm>
        </p:spPr>
        <p:txBody>
          <a:bodyPr/>
          <a:lstStyle/>
          <a:p>
            <a:pPr marL="342900" indent="-342900">
              <a:buFont typeface="Arial" panose="020B0604020202020204" pitchFamily="34" charset="0"/>
              <a:buChar char="•"/>
            </a:pPr>
            <a:r>
              <a:rPr lang="en-US"/>
              <a:t>Container Insights doesn’t collect or use</a:t>
            </a:r>
          </a:p>
          <a:p>
            <a:pPr marL="342900" indent="-342900">
              <a:buFont typeface="Arial" panose="020B0604020202020204" pitchFamily="34" charset="0"/>
              <a:buChar char="•"/>
            </a:pPr>
            <a:r>
              <a:rPr lang="en-US"/>
              <a:t>Enable with ‘Diagnostic settings’</a:t>
            </a:r>
          </a:p>
          <a:p>
            <a:pPr marL="342900" indent="-342900">
              <a:buFont typeface="Arial" panose="020B0604020202020204" pitchFamily="34" charset="0"/>
              <a:buChar char="•"/>
            </a:pPr>
            <a:r>
              <a:rPr lang="en-US"/>
              <a:t>Use recommendations and turn on </a:t>
            </a:r>
            <a:r>
              <a:rPr lang="en-US">
                <a:hlinkClick r:id="rId3"/>
              </a:rPr>
              <a:t>logs</a:t>
            </a:r>
            <a:endParaRPr lang="en-US"/>
          </a:p>
          <a:p>
            <a:pPr marL="342900" indent="-342900">
              <a:buFont typeface="Arial" panose="020B0604020202020204" pitchFamily="34" charset="0"/>
              <a:buChar char="•"/>
            </a:pPr>
            <a:r>
              <a:rPr lang="en-US"/>
              <a:t>Alternatively, use third party solutions with EH/Storage integration</a:t>
            </a:r>
          </a:p>
          <a:p>
            <a:pPr marL="342900" indent="-342900">
              <a:buFont typeface="Arial" panose="020B0604020202020204" pitchFamily="34" charset="0"/>
              <a:buChar char="•"/>
            </a:pPr>
            <a:r>
              <a:rPr lang="en-US">
                <a:hlinkClick r:id="rId4"/>
              </a:rPr>
              <a:t>Kubelet logs </a:t>
            </a:r>
            <a:endParaRPr lang="en-US"/>
          </a:p>
          <a:p>
            <a:pPr marL="342900" indent="-342900">
              <a:buFont typeface="Arial" panose="020B0604020202020204" pitchFamily="34" charset="0"/>
              <a:buChar char="•"/>
            </a:pPr>
            <a:endParaRPr lang="en-US"/>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27808496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6739" y="473276"/>
            <a:ext cx="11420381" cy="553998"/>
          </a:xfrm>
        </p:spPr>
        <p:txBody>
          <a:bodyPr/>
          <a:lstStyle/>
          <a:p>
            <a:r>
              <a:rPr lang="en-US"/>
              <a:t>AKS Kubernetes layer Logs</a:t>
            </a:r>
          </a:p>
        </p:txBody>
      </p:sp>
      <p:sp>
        <p:nvSpPr>
          <p:cNvPr id="8" name="Content Placeholder 2">
            <a:extLst>
              <a:ext uri="{FF2B5EF4-FFF2-40B4-BE49-F238E27FC236}">
                <a16:creationId xmlns:a16="http://schemas.microsoft.com/office/drawing/2014/main" id="{650C4644-9482-A7B7-1936-804823455CF8}"/>
              </a:ext>
            </a:extLst>
          </p:cNvPr>
          <p:cNvSpPr>
            <a:spLocks noGrp="1"/>
          </p:cNvSpPr>
          <p:nvPr>
            <p:ph sz="quarter" idx="10"/>
          </p:nvPr>
        </p:nvSpPr>
        <p:spPr>
          <a:xfrm>
            <a:off x="402237" y="1570399"/>
            <a:ext cx="11420380" cy="3237809"/>
          </a:xfrm>
        </p:spPr>
        <p:txBody>
          <a:bodyPr/>
          <a:lstStyle/>
          <a:p>
            <a:pPr marL="342900" indent="-342900">
              <a:buFont typeface="Arial" panose="020B0604020202020204" pitchFamily="34" charset="0"/>
              <a:buChar char="•"/>
            </a:pPr>
            <a:r>
              <a:rPr lang="en-US"/>
              <a:t>Azure Monitor container insights is the primary log collection solution for AKS to collect </a:t>
            </a:r>
            <a:r>
              <a:rPr lang="en-US" err="1"/>
              <a:t>stdout</a:t>
            </a:r>
            <a:r>
              <a:rPr lang="en-US"/>
              <a:t>/stderr logs</a:t>
            </a:r>
          </a:p>
          <a:p>
            <a:pPr marL="342900" indent="-342900">
              <a:buFont typeface="Arial" panose="020B0604020202020204" pitchFamily="34" charset="0"/>
              <a:buChar char="•"/>
            </a:pPr>
            <a:r>
              <a:rPr lang="en-US"/>
              <a:t>Container insights stores its data in a Log Analytics workspace</a:t>
            </a:r>
          </a:p>
          <a:p>
            <a:pPr marL="342900" indent="-342900">
              <a:buFont typeface="Arial" panose="020B0604020202020204" pitchFamily="34" charset="0"/>
              <a:buChar char="•"/>
            </a:pPr>
            <a:r>
              <a:rPr lang="en-US"/>
              <a:t>Agent collection can be configured with </a:t>
            </a:r>
            <a:r>
              <a:rPr lang="en-US">
                <a:hlinkClick r:id="rId3"/>
              </a:rPr>
              <a:t>ConfigMap</a:t>
            </a:r>
            <a:endParaRPr lang="en-US"/>
          </a:p>
          <a:p>
            <a:pPr marL="342900" indent="-342900">
              <a:buFont typeface="Arial" panose="020B0604020202020204" pitchFamily="34" charset="0"/>
              <a:buChar char="•"/>
            </a:pPr>
            <a:r>
              <a:rPr lang="en-US"/>
              <a:t>Supports </a:t>
            </a:r>
            <a:r>
              <a:rPr lang="en-US">
                <a:hlinkClick r:id="rId4"/>
              </a:rPr>
              <a:t>cost optimization </a:t>
            </a:r>
            <a:r>
              <a:rPr lang="en-US"/>
              <a:t>settings (in preview)</a:t>
            </a:r>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123570473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Metrics in AKS</a:t>
            </a:r>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586422" y="1528010"/>
            <a:ext cx="11018838" cy="2212913"/>
          </a:xfrm>
        </p:spPr>
        <p:txBody>
          <a:bodyPr/>
          <a:lstStyle/>
          <a:p>
            <a:pPr marL="342900" indent="-342900">
              <a:buFont typeface="Arial" panose="020B0604020202020204" pitchFamily="34" charset="0"/>
              <a:buChar char="•"/>
            </a:pPr>
            <a:r>
              <a:rPr lang="en-US"/>
              <a:t>Metrics server – installed </a:t>
            </a:r>
          </a:p>
          <a:p>
            <a:pPr marL="342900" indent="-342900">
              <a:buFont typeface="Arial" panose="020B0604020202020204" pitchFamily="34" charset="0"/>
              <a:buChar char="•"/>
            </a:pPr>
            <a:r>
              <a:rPr lang="en-US"/>
              <a:t>Container Insights - Optional</a:t>
            </a:r>
          </a:p>
          <a:p>
            <a:pPr marL="342900" indent="-342900">
              <a:buFont typeface="Arial" panose="020B0604020202020204" pitchFamily="34" charset="0"/>
              <a:buChar char="•"/>
            </a:pPr>
            <a:r>
              <a:rPr lang="en-US"/>
              <a:t>Azure Monitor managed service for Prometheus - Optional</a:t>
            </a:r>
          </a:p>
          <a:p>
            <a:pPr marL="342900" indent="-342900">
              <a:buFont typeface="Arial" panose="020B0604020202020204" pitchFamily="34" charset="0"/>
              <a:buChar char="•"/>
            </a:pPr>
            <a:r>
              <a:rPr lang="en-US"/>
              <a:t>Managed Grafana - Optional</a:t>
            </a:r>
          </a:p>
        </p:txBody>
      </p:sp>
      <p:pic>
        <p:nvPicPr>
          <p:cNvPr id="4" name="Picture 3" descr="A diagram of a diagram of a logistic&#10;&#10;AI-generated content may be incorrect.">
            <a:extLst>
              <a:ext uri="{FF2B5EF4-FFF2-40B4-BE49-F238E27FC236}">
                <a16:creationId xmlns:a16="http://schemas.microsoft.com/office/drawing/2014/main" id="{07D848D4-456D-F93D-CC83-D7C045B7D357}"/>
              </a:ext>
            </a:extLst>
          </p:cNvPr>
          <p:cNvPicPr>
            <a:picLocks noChangeAspect="1"/>
          </p:cNvPicPr>
          <p:nvPr/>
        </p:nvPicPr>
        <p:blipFill>
          <a:blip r:embed="rId2"/>
          <a:stretch>
            <a:fillRect/>
          </a:stretch>
        </p:blipFill>
        <p:spPr>
          <a:xfrm>
            <a:off x="3234446" y="3737882"/>
            <a:ext cx="8795427" cy="2616686"/>
          </a:xfrm>
          <a:prstGeom prst="rect">
            <a:avLst/>
          </a:prstGeom>
        </p:spPr>
      </p:pic>
      <p:pic>
        <p:nvPicPr>
          <p:cNvPr id="5" name="Picture 4" descr="A white background with black text&#10;&#10;AI-generated content may be incorrect.">
            <a:extLst>
              <a:ext uri="{FF2B5EF4-FFF2-40B4-BE49-F238E27FC236}">
                <a16:creationId xmlns:a16="http://schemas.microsoft.com/office/drawing/2014/main" id="{8C47B4FC-1E44-BDD8-B205-14D64B6F3412}"/>
              </a:ext>
            </a:extLst>
          </p:cNvPr>
          <p:cNvPicPr>
            <a:picLocks noChangeAspect="1"/>
          </p:cNvPicPr>
          <p:nvPr/>
        </p:nvPicPr>
        <p:blipFill>
          <a:blip r:embed="rId3"/>
          <a:stretch>
            <a:fillRect/>
          </a:stretch>
        </p:blipFill>
        <p:spPr>
          <a:xfrm>
            <a:off x="304496" y="5397026"/>
            <a:ext cx="2933498" cy="960202"/>
          </a:xfrm>
          <a:prstGeom prst="rect">
            <a:avLst/>
          </a:prstGeom>
        </p:spPr>
      </p:pic>
    </p:spTree>
    <p:extLst>
      <p:ext uri="{BB962C8B-B14F-4D97-AF65-F5344CB8AC3E}">
        <p14:creationId xmlns:p14="http://schemas.microsoft.com/office/powerpoint/2010/main" val="339679551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6740" y="473276"/>
            <a:ext cx="11018520" cy="553998"/>
          </a:xfrm>
        </p:spPr>
        <p:txBody>
          <a:bodyPr/>
          <a:lstStyle/>
          <a:p>
            <a:r>
              <a:rPr lang="en-US"/>
              <a:t>Cluster level</a:t>
            </a:r>
          </a:p>
        </p:txBody>
      </p:sp>
      <p:sp>
        <p:nvSpPr>
          <p:cNvPr id="8" name="Content Placeholder 2">
            <a:extLst>
              <a:ext uri="{FF2B5EF4-FFF2-40B4-BE49-F238E27FC236}">
                <a16:creationId xmlns:a16="http://schemas.microsoft.com/office/drawing/2014/main" id="{650C4644-9482-A7B7-1936-804823455CF8}"/>
              </a:ext>
            </a:extLst>
          </p:cNvPr>
          <p:cNvSpPr>
            <a:spLocks noGrp="1"/>
          </p:cNvSpPr>
          <p:nvPr>
            <p:ph sz="quarter" idx="10"/>
          </p:nvPr>
        </p:nvSpPr>
        <p:spPr>
          <a:xfrm>
            <a:off x="402237" y="1570399"/>
            <a:ext cx="11462478" cy="2212913"/>
          </a:xfrm>
        </p:spPr>
        <p:txBody>
          <a:bodyPr/>
          <a:lstStyle/>
          <a:p>
            <a:pPr marL="342900" indent="-342900">
              <a:buFont typeface="Arial" panose="020B0604020202020204" pitchFamily="34" charset="0"/>
              <a:buChar char="•"/>
            </a:pPr>
            <a:r>
              <a:rPr lang="en-US"/>
              <a:t>Infrastructure such as nodes/VM, their usage</a:t>
            </a:r>
          </a:p>
          <a:p>
            <a:pPr marL="342900" indent="-342900">
              <a:buFont typeface="Arial" panose="020B0604020202020204" pitchFamily="34" charset="0"/>
              <a:buChar char="•"/>
            </a:pPr>
            <a:r>
              <a:rPr lang="en-US"/>
              <a:t>Nodes health, performance such as disk capacity, I/O, etc. </a:t>
            </a:r>
          </a:p>
          <a:p>
            <a:pPr marL="342900" indent="-342900">
              <a:buFont typeface="Arial" panose="020B0604020202020204" pitchFamily="34" charset="0"/>
              <a:buChar char="•"/>
            </a:pPr>
            <a:r>
              <a:rPr lang="en-US"/>
              <a:t>Cluster level view</a:t>
            </a:r>
          </a:p>
          <a:p>
            <a:pPr marL="342900" indent="-342900">
              <a:buFont typeface="Arial" panose="020B0604020202020204" pitchFamily="34" charset="0"/>
              <a:buChar char="•"/>
            </a:pPr>
            <a:endParaRPr lang="en-US"/>
          </a:p>
        </p:txBody>
      </p:sp>
      <p:pic>
        <p:nvPicPr>
          <p:cNvPr id="3" name="Picture 2" descr="Azure Kubernetes Service Logo (AKS) - SVG, PNG, AI, EPS Vectors SVG ...">
            <a:extLst>
              <a:ext uri="{FF2B5EF4-FFF2-40B4-BE49-F238E27FC236}">
                <a16:creationId xmlns:a16="http://schemas.microsoft.com/office/drawing/2014/main" id="{991D7F6A-4DF2-B69B-AF9D-CDD89756BD5E}"/>
              </a:ext>
            </a:extLst>
          </p:cNvPr>
          <p:cNvPicPr>
            <a:picLocks noChangeAspect="1"/>
          </p:cNvPicPr>
          <p:nvPr/>
        </p:nvPicPr>
        <p:blipFill>
          <a:blip r:embed="rId2"/>
          <a:stretch>
            <a:fillRect/>
          </a:stretch>
        </p:blipFill>
        <p:spPr>
          <a:xfrm>
            <a:off x="5568258" y="3429000"/>
            <a:ext cx="3203675" cy="2812915"/>
          </a:xfrm>
          <a:prstGeom prst="rect">
            <a:avLst/>
          </a:prstGeom>
        </p:spPr>
      </p:pic>
    </p:spTree>
    <p:extLst>
      <p:ext uri="{BB962C8B-B14F-4D97-AF65-F5344CB8AC3E}">
        <p14:creationId xmlns:p14="http://schemas.microsoft.com/office/powerpoint/2010/main" val="91566483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6739" y="473276"/>
            <a:ext cx="11420381" cy="553998"/>
          </a:xfrm>
        </p:spPr>
        <p:txBody>
          <a:bodyPr/>
          <a:lstStyle/>
          <a:p>
            <a:r>
              <a:rPr lang="en-US"/>
              <a:t>Kubernetes Objects and workloads</a:t>
            </a:r>
          </a:p>
        </p:txBody>
      </p:sp>
      <p:sp>
        <p:nvSpPr>
          <p:cNvPr id="8" name="Content Placeholder 2">
            <a:extLst>
              <a:ext uri="{FF2B5EF4-FFF2-40B4-BE49-F238E27FC236}">
                <a16:creationId xmlns:a16="http://schemas.microsoft.com/office/drawing/2014/main" id="{650C4644-9482-A7B7-1936-804823455CF8}"/>
              </a:ext>
            </a:extLst>
          </p:cNvPr>
          <p:cNvSpPr>
            <a:spLocks noGrp="1"/>
          </p:cNvSpPr>
          <p:nvPr>
            <p:ph sz="quarter" idx="10"/>
          </p:nvPr>
        </p:nvSpPr>
        <p:spPr>
          <a:xfrm>
            <a:off x="402236" y="1570399"/>
            <a:ext cx="11420381" cy="1852815"/>
          </a:xfrm>
        </p:spPr>
        <p:txBody>
          <a:bodyPr/>
          <a:lstStyle/>
          <a:p>
            <a:pPr marL="342900" indent="-342900">
              <a:buFont typeface="Arial" panose="020B0604020202020204" pitchFamily="34" charset="0"/>
              <a:buChar char="•"/>
            </a:pPr>
            <a:r>
              <a:rPr lang="en-US" sz="2400"/>
              <a:t>Containerized agent scrapes Prometheus endpoint – presented in Container Insights and  Azure Monitor (Log analytics queries, alerts)</a:t>
            </a:r>
          </a:p>
          <a:p>
            <a:pPr marL="342900" indent="-342900">
              <a:buFont typeface="Arial" panose="020B0604020202020204" pitchFamily="34" charset="0"/>
              <a:buChar char="•"/>
            </a:pPr>
            <a:r>
              <a:rPr lang="en-US" sz="2400"/>
              <a:t>(or) Scrapes and send to Azure Monitor managed serv. For Prometheus</a:t>
            </a:r>
          </a:p>
          <a:p>
            <a:pPr marL="342900" indent="-342900">
              <a:buFont typeface="Arial" panose="020B0604020202020204" pitchFamily="34" charset="0"/>
              <a:buChar char="•"/>
            </a:pPr>
            <a:endParaRPr lang="en-US"/>
          </a:p>
        </p:txBody>
      </p:sp>
      <p:pic>
        <p:nvPicPr>
          <p:cNvPr id="8194" name="Picture 2" descr="Diagram of container monitoring architecture sending Prometheus metrics to Azure Monitor Logs.">
            <a:extLst>
              <a:ext uri="{FF2B5EF4-FFF2-40B4-BE49-F238E27FC236}">
                <a16:creationId xmlns:a16="http://schemas.microsoft.com/office/drawing/2014/main" id="{2B5A2E74-3449-7D6D-6806-CBC3A8D334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1777" y="3228430"/>
            <a:ext cx="10142090" cy="3524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695593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6739" y="473276"/>
            <a:ext cx="11420381" cy="553998"/>
          </a:xfrm>
        </p:spPr>
        <p:txBody>
          <a:bodyPr/>
          <a:lstStyle/>
          <a:p>
            <a:r>
              <a:rPr lang="en-US"/>
              <a:t>AKS Live logs  (logs, events and metrics)</a:t>
            </a:r>
          </a:p>
        </p:txBody>
      </p:sp>
      <p:sp>
        <p:nvSpPr>
          <p:cNvPr id="5" name="Content Placeholder 2">
            <a:extLst>
              <a:ext uri="{FF2B5EF4-FFF2-40B4-BE49-F238E27FC236}">
                <a16:creationId xmlns:a16="http://schemas.microsoft.com/office/drawing/2014/main" id="{C8CA85AC-0B03-F9D0-3D3F-84FDCB222EAD}"/>
              </a:ext>
            </a:extLst>
          </p:cNvPr>
          <p:cNvSpPr>
            <a:spLocks noGrp="1"/>
          </p:cNvSpPr>
          <p:nvPr>
            <p:ph sz="quarter" idx="10"/>
          </p:nvPr>
        </p:nvSpPr>
        <p:spPr>
          <a:xfrm>
            <a:off x="402237" y="1570399"/>
            <a:ext cx="4141714" cy="5259901"/>
          </a:xfrm>
        </p:spPr>
        <p:txBody>
          <a:bodyPr vert="horz" wrap="square" lIns="0" tIns="0" rIns="0" bIns="0" rtlCol="0" anchor="t">
            <a:spAutoFit/>
          </a:bodyPr>
          <a:lstStyle/>
          <a:p>
            <a:pPr marL="342900" indent="-342900">
              <a:buFont typeface="Arial" panose="020B0604020202020204" pitchFamily="34" charset="0"/>
              <a:buChar char="•"/>
            </a:pPr>
            <a:r>
              <a:rPr lang="en-US" sz="2400" dirty="0">
                <a:cs typeface="Segoe UI"/>
              </a:rPr>
              <a:t>Supports to view </a:t>
            </a:r>
            <a:r>
              <a:rPr lang="en-US" sz="2400" dirty="0">
                <a:cs typeface="Segoe UI"/>
                <a:hlinkClick r:id="rId2"/>
              </a:rPr>
              <a:t>live logs</a:t>
            </a:r>
            <a:r>
              <a:rPr lang="en-US" sz="2400" dirty="0">
                <a:cs typeface="Segoe UI"/>
              </a:rPr>
              <a:t> from Azure portal (Container Insights is not required)</a:t>
            </a:r>
          </a:p>
          <a:p>
            <a:pPr marL="342900" indent="-342900">
              <a:buFont typeface="Arial" panose="020B0604020202020204" pitchFamily="34" charset="0"/>
              <a:buChar char="•"/>
            </a:pPr>
            <a:r>
              <a:rPr lang="en-US" sz="2400" dirty="0">
                <a:cs typeface="Segoe UI"/>
              </a:rPr>
              <a:t>Supports logs, events and metrics</a:t>
            </a:r>
          </a:p>
          <a:p>
            <a:pPr marL="342900" indent="-342900">
              <a:buFont typeface="Arial" panose="020B0604020202020204" pitchFamily="34" charset="0"/>
              <a:buChar char="•"/>
            </a:pPr>
            <a:r>
              <a:rPr lang="en-US" sz="2400" dirty="0">
                <a:cs typeface="Segoe UI"/>
              </a:rPr>
              <a:t>Requires </a:t>
            </a:r>
            <a:r>
              <a:rPr lang="en-US" sz="2400" dirty="0">
                <a:cs typeface="Segoe UI"/>
                <a:hlinkClick r:id="rId3"/>
              </a:rPr>
              <a:t>auth</a:t>
            </a:r>
            <a:endParaRPr lang="en-US" sz="2400" dirty="0">
              <a:cs typeface="Segoe UI"/>
            </a:endParaRPr>
          </a:p>
          <a:p>
            <a:pPr marL="342900" indent="-342900">
              <a:buFont typeface="Arial" panose="020B0604020202020204" pitchFamily="34" charset="0"/>
              <a:buChar char="•"/>
            </a:pPr>
            <a:r>
              <a:rPr lang="en-US" sz="2400" dirty="0">
                <a:cs typeface="Segoe UI"/>
              </a:rPr>
              <a:t>Live logs are ephemeral (meaning deleted after closed / not retained)</a:t>
            </a:r>
          </a:p>
          <a:p>
            <a:pPr marL="342900" indent="-342900">
              <a:buFont typeface="Arial" panose="020B0604020202020204" pitchFamily="34" charset="0"/>
              <a:buChar char="•"/>
            </a:pPr>
            <a:r>
              <a:rPr lang="en-US" sz="2400" dirty="0">
                <a:cs typeface="Segoe UI"/>
              </a:rPr>
              <a:t>Not for </a:t>
            </a:r>
            <a:r>
              <a:rPr lang="en-US" sz="2400" dirty="0">
                <a:cs typeface="Segoe UI"/>
                <a:hlinkClick r:id="rId4"/>
              </a:rPr>
              <a:t>private clusters</a:t>
            </a:r>
            <a:endParaRPr lang="en-US" sz="2400" dirty="0">
              <a:cs typeface="Segoe UI"/>
            </a:endParaRPr>
          </a:p>
          <a:p>
            <a:pPr marL="342900" indent="-342900">
              <a:buFont typeface="Arial" panose="020B0604020202020204" pitchFamily="34" charset="0"/>
              <a:buChar char="•"/>
            </a:pPr>
            <a:endParaRPr lang="en-US"/>
          </a:p>
        </p:txBody>
      </p:sp>
      <p:pic>
        <p:nvPicPr>
          <p:cNvPr id="1026" name="Picture 2" descr="Screenshot that shows the deployment of live logs.">
            <a:extLst>
              <a:ext uri="{FF2B5EF4-FFF2-40B4-BE49-F238E27FC236}">
                <a16:creationId xmlns:a16="http://schemas.microsoft.com/office/drawing/2014/main" id="{0E41FB36-CCB7-7C20-F4C5-7B399808ED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43951" y="1570399"/>
            <a:ext cx="6823172" cy="4121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759925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6739" y="473276"/>
            <a:ext cx="11420381" cy="553998"/>
          </a:xfrm>
        </p:spPr>
        <p:txBody>
          <a:bodyPr/>
          <a:lstStyle/>
          <a:p>
            <a:r>
              <a:rPr lang="en-US"/>
              <a:t>AKS Diagnose and solve problems</a:t>
            </a:r>
          </a:p>
        </p:txBody>
      </p:sp>
      <p:pic>
        <p:nvPicPr>
          <p:cNvPr id="4" name="Picture 3">
            <a:extLst>
              <a:ext uri="{FF2B5EF4-FFF2-40B4-BE49-F238E27FC236}">
                <a16:creationId xmlns:a16="http://schemas.microsoft.com/office/drawing/2014/main" id="{62A2E5C9-E527-F969-FF6F-03C5A5E887A0}"/>
              </a:ext>
            </a:extLst>
          </p:cNvPr>
          <p:cNvPicPr>
            <a:picLocks noChangeAspect="1"/>
          </p:cNvPicPr>
          <p:nvPr/>
        </p:nvPicPr>
        <p:blipFill>
          <a:blip r:embed="rId2"/>
          <a:stretch>
            <a:fillRect/>
          </a:stretch>
        </p:blipFill>
        <p:spPr>
          <a:xfrm>
            <a:off x="151309" y="2980944"/>
            <a:ext cx="8417754" cy="3877056"/>
          </a:xfrm>
          <a:prstGeom prst="rect">
            <a:avLst/>
          </a:prstGeom>
        </p:spPr>
      </p:pic>
      <p:sp>
        <p:nvSpPr>
          <p:cNvPr id="5" name="Content Placeholder 2">
            <a:extLst>
              <a:ext uri="{FF2B5EF4-FFF2-40B4-BE49-F238E27FC236}">
                <a16:creationId xmlns:a16="http://schemas.microsoft.com/office/drawing/2014/main" id="{C8CA85AC-0B03-F9D0-3D3F-84FDCB222EAD}"/>
              </a:ext>
            </a:extLst>
          </p:cNvPr>
          <p:cNvSpPr>
            <a:spLocks noGrp="1"/>
          </p:cNvSpPr>
          <p:nvPr>
            <p:ph sz="quarter" idx="10"/>
          </p:nvPr>
        </p:nvSpPr>
        <p:spPr>
          <a:xfrm>
            <a:off x="238386" y="1525161"/>
            <a:ext cx="11953614" cy="1455783"/>
          </a:xfrm>
        </p:spPr>
        <p:txBody>
          <a:bodyPr/>
          <a:lstStyle/>
          <a:p>
            <a:pPr marL="342900" indent="-342900">
              <a:buFont typeface="Arial" panose="020B0604020202020204" pitchFamily="34" charset="0"/>
              <a:buChar char="•"/>
            </a:pPr>
            <a:r>
              <a:rPr lang="en-US"/>
              <a:t>No additional cost and out of the box solution for troubleshooting common issues</a:t>
            </a:r>
          </a:p>
          <a:p>
            <a:pPr marL="342900" indent="-342900">
              <a:buFont typeface="Arial" panose="020B0604020202020204" pitchFamily="34" charset="0"/>
              <a:buChar char="•"/>
            </a:pPr>
            <a:r>
              <a:rPr lang="en-US"/>
              <a:t>Review this </a:t>
            </a:r>
            <a:r>
              <a:rPr lang="en-US">
                <a:hlinkClick r:id="rId3"/>
              </a:rPr>
              <a:t>link</a:t>
            </a:r>
            <a:r>
              <a:rPr lang="en-US"/>
              <a:t> for more information</a:t>
            </a:r>
          </a:p>
        </p:txBody>
      </p:sp>
    </p:spTree>
    <p:extLst>
      <p:ext uri="{BB962C8B-B14F-4D97-AF65-F5344CB8AC3E}">
        <p14:creationId xmlns:p14="http://schemas.microsoft.com/office/powerpoint/2010/main" val="1927629075"/>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6739" y="473276"/>
            <a:ext cx="11420381" cy="553998"/>
          </a:xfrm>
        </p:spPr>
        <p:txBody>
          <a:bodyPr/>
          <a:lstStyle/>
          <a:p>
            <a:r>
              <a:rPr lang="en-US"/>
              <a:t>AKS Resource Health</a:t>
            </a:r>
          </a:p>
        </p:txBody>
      </p:sp>
      <p:sp>
        <p:nvSpPr>
          <p:cNvPr id="5" name="Content Placeholder 2">
            <a:extLst>
              <a:ext uri="{FF2B5EF4-FFF2-40B4-BE49-F238E27FC236}">
                <a16:creationId xmlns:a16="http://schemas.microsoft.com/office/drawing/2014/main" id="{C8CA85AC-0B03-F9D0-3D3F-84FDCB222EAD}"/>
              </a:ext>
            </a:extLst>
          </p:cNvPr>
          <p:cNvSpPr>
            <a:spLocks noGrp="1"/>
          </p:cNvSpPr>
          <p:nvPr>
            <p:ph sz="quarter" idx="10"/>
          </p:nvPr>
        </p:nvSpPr>
        <p:spPr>
          <a:xfrm>
            <a:off x="238386" y="1775225"/>
            <a:ext cx="4041006" cy="1723549"/>
          </a:xfrm>
        </p:spPr>
        <p:txBody>
          <a:bodyPr/>
          <a:lstStyle/>
          <a:p>
            <a:pPr marL="342900" indent="-342900">
              <a:buFont typeface="Arial" panose="020B0604020202020204" pitchFamily="34" charset="0"/>
              <a:buChar char="•"/>
            </a:pPr>
            <a:r>
              <a:rPr lang="en-US"/>
              <a:t>No additional cost and out of the box solution for reporting health status</a:t>
            </a:r>
          </a:p>
        </p:txBody>
      </p:sp>
      <p:pic>
        <p:nvPicPr>
          <p:cNvPr id="6" name="Picture 5">
            <a:extLst>
              <a:ext uri="{FF2B5EF4-FFF2-40B4-BE49-F238E27FC236}">
                <a16:creationId xmlns:a16="http://schemas.microsoft.com/office/drawing/2014/main" id="{B80624C1-BFA5-752A-EBA0-0473FCD7673E}"/>
              </a:ext>
            </a:extLst>
          </p:cNvPr>
          <p:cNvPicPr>
            <a:picLocks noChangeAspect="1"/>
          </p:cNvPicPr>
          <p:nvPr/>
        </p:nvPicPr>
        <p:blipFill>
          <a:blip r:embed="rId2"/>
          <a:stretch>
            <a:fillRect/>
          </a:stretch>
        </p:blipFill>
        <p:spPr>
          <a:xfrm>
            <a:off x="4567631" y="1775225"/>
            <a:ext cx="7558531" cy="3952577"/>
          </a:xfrm>
          <a:prstGeom prst="rect">
            <a:avLst/>
          </a:prstGeom>
        </p:spPr>
      </p:pic>
      <p:cxnSp>
        <p:nvCxnSpPr>
          <p:cNvPr id="8" name="Straight Arrow Connector 7">
            <a:extLst>
              <a:ext uri="{FF2B5EF4-FFF2-40B4-BE49-F238E27FC236}">
                <a16:creationId xmlns:a16="http://schemas.microsoft.com/office/drawing/2014/main" id="{78B341A7-54EB-EAED-7DE2-3BEA2B42B57D}"/>
              </a:ext>
            </a:extLst>
          </p:cNvPr>
          <p:cNvCxnSpPr/>
          <p:nvPr/>
        </p:nvCxnSpPr>
        <p:spPr>
          <a:xfrm>
            <a:off x="3138220" y="5457140"/>
            <a:ext cx="1341628" cy="0"/>
          </a:xfrm>
          <a:prstGeom prst="straightConnector1">
            <a:avLst/>
          </a:prstGeom>
          <a:ln w="381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72344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ABBEC-5B1D-64D5-BBB8-197A19FAAED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AC32B1-9649-886F-DE09-8C1CA08FEEDD}"/>
              </a:ext>
            </a:extLst>
          </p:cNvPr>
          <p:cNvSpPr>
            <a:spLocks noGrp="1"/>
          </p:cNvSpPr>
          <p:nvPr>
            <p:ph type="title"/>
          </p:nvPr>
        </p:nvSpPr>
        <p:spPr>
          <a:xfrm>
            <a:off x="585216" y="3033223"/>
            <a:ext cx="9144000" cy="498598"/>
          </a:xfrm>
        </p:spPr>
        <p:txBody>
          <a:bodyPr/>
          <a:lstStyle/>
          <a:p>
            <a:r>
              <a:rPr lang="en-US" err="1"/>
              <a:t>OpenSource</a:t>
            </a:r>
            <a:r>
              <a:rPr lang="en-US"/>
              <a:t>, Tools and 3</a:t>
            </a:r>
            <a:r>
              <a:rPr lang="en-US" baseline="30000"/>
              <a:t>rd</a:t>
            </a:r>
            <a:r>
              <a:rPr lang="en-US"/>
              <a:t> Party solution</a:t>
            </a:r>
          </a:p>
        </p:txBody>
      </p:sp>
      <p:sp>
        <p:nvSpPr>
          <p:cNvPr id="2" name="Text Placeholder 1">
            <a:extLst>
              <a:ext uri="{FF2B5EF4-FFF2-40B4-BE49-F238E27FC236}">
                <a16:creationId xmlns:a16="http://schemas.microsoft.com/office/drawing/2014/main" id="{04D62095-F6EE-AA98-FD37-8702E562707F}"/>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540162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p:txBody>
          <a:bodyPr/>
          <a:lstStyle/>
          <a:p>
            <a:r>
              <a:rPr lang="en-US"/>
              <a:t>Observability  - </a:t>
            </a:r>
            <a:r>
              <a:rPr lang="en-US" err="1"/>
              <a:t>OpenTelemetry</a:t>
            </a:r>
            <a:endParaRPr lang="en-US"/>
          </a:p>
        </p:txBody>
      </p:sp>
      <p:sp>
        <p:nvSpPr>
          <p:cNvPr id="3" name="Content Placeholder 2">
            <a:extLst>
              <a:ext uri="{FF2B5EF4-FFF2-40B4-BE49-F238E27FC236}">
                <a16:creationId xmlns:a16="http://schemas.microsoft.com/office/drawing/2014/main" id="{DB51FE26-D11A-48E8-A86E-3BF472F0C692}"/>
              </a:ext>
            </a:extLst>
          </p:cNvPr>
          <p:cNvSpPr>
            <a:spLocks noGrp="1"/>
          </p:cNvSpPr>
          <p:nvPr>
            <p:ph sz="quarter" idx="10"/>
          </p:nvPr>
        </p:nvSpPr>
        <p:spPr>
          <a:xfrm>
            <a:off x="586422" y="1528010"/>
            <a:ext cx="11018838" cy="2049792"/>
          </a:xfrm>
        </p:spPr>
        <p:txBody>
          <a:bodyPr vert="horz" wrap="square" lIns="0" tIns="0" rIns="0" bIns="0" rtlCol="0" anchor="t">
            <a:spAutoFit/>
          </a:bodyPr>
          <a:lstStyle/>
          <a:p>
            <a:pPr marL="342900" indent="-342900">
              <a:buFont typeface="Arial" panose="020B0604020202020204" pitchFamily="34" charset="0"/>
              <a:buChar char="•"/>
            </a:pPr>
            <a:r>
              <a:rPr lang="en-US" dirty="0" err="1">
                <a:cs typeface="Segoe UI"/>
              </a:rPr>
              <a:t>OpenCensus</a:t>
            </a:r>
            <a:r>
              <a:rPr lang="en-US" dirty="0">
                <a:cs typeface="Segoe UI"/>
              </a:rPr>
              <a:t> and </a:t>
            </a:r>
            <a:r>
              <a:rPr lang="en-US" dirty="0" err="1">
                <a:cs typeface="Segoe UI"/>
              </a:rPr>
              <a:t>OpenTracing</a:t>
            </a:r>
            <a:r>
              <a:rPr lang="en-US" dirty="0">
                <a:cs typeface="Segoe UI"/>
              </a:rPr>
              <a:t> merged in 2019</a:t>
            </a:r>
          </a:p>
          <a:p>
            <a:pPr marL="342900" indent="-342900">
              <a:buFont typeface="Arial" panose="020B0604020202020204" pitchFamily="34" charset="0"/>
              <a:buChar char="•"/>
            </a:pPr>
            <a:r>
              <a:rPr lang="en-US" dirty="0">
                <a:cs typeface="Segoe UI"/>
              </a:rPr>
              <a:t>Standardized vendor-agnostic SDK, APIs and tools ingesting, transforming, and sending data to an Observability stack</a:t>
            </a:r>
          </a:p>
          <a:p>
            <a:pPr marL="342900" indent="-342900">
              <a:buFont typeface="Arial" panose="020B0604020202020204" pitchFamily="34" charset="0"/>
              <a:buChar char="•"/>
            </a:pPr>
            <a:r>
              <a:rPr lang="en-US" dirty="0">
                <a:cs typeface="Segoe UI"/>
              </a:rPr>
              <a:t>Microsoft </a:t>
            </a:r>
            <a:r>
              <a:rPr lang="en-US" dirty="0">
                <a:cs typeface="Segoe UI"/>
                <a:hlinkClick r:id="rId2"/>
              </a:rPr>
              <a:t>embraces</a:t>
            </a:r>
            <a:r>
              <a:rPr lang="en-US" dirty="0">
                <a:cs typeface="Segoe UI"/>
              </a:rPr>
              <a:t> </a:t>
            </a:r>
            <a:r>
              <a:rPr lang="en-US" dirty="0">
                <a:cs typeface="Segoe UI"/>
                <a:hlinkClick r:id="rId3"/>
              </a:rPr>
              <a:t>OpenTelemetry</a:t>
            </a:r>
            <a:r>
              <a:rPr lang="en-US" dirty="0">
                <a:cs typeface="Segoe UI"/>
              </a:rPr>
              <a:t> and is used in Azure Monitor</a:t>
            </a:r>
            <a:endParaRPr lang="en-US" dirty="0"/>
          </a:p>
        </p:txBody>
      </p:sp>
      <p:pic>
        <p:nvPicPr>
          <p:cNvPr id="5" name="Picture 4" descr="What is OpenTelemetry? | OpenTelemetry">
            <a:extLst>
              <a:ext uri="{FF2B5EF4-FFF2-40B4-BE49-F238E27FC236}">
                <a16:creationId xmlns:a16="http://schemas.microsoft.com/office/drawing/2014/main" id="{FF6060FD-8211-9835-52AB-8E4F755F70A7}"/>
              </a:ext>
            </a:extLst>
          </p:cNvPr>
          <p:cNvPicPr>
            <a:picLocks noChangeAspect="1"/>
          </p:cNvPicPr>
          <p:nvPr/>
        </p:nvPicPr>
        <p:blipFill>
          <a:blip r:embed="rId4"/>
          <a:stretch>
            <a:fillRect/>
          </a:stretch>
        </p:blipFill>
        <p:spPr>
          <a:xfrm>
            <a:off x="6911995" y="4092128"/>
            <a:ext cx="4506936" cy="2043716"/>
          </a:xfrm>
          <a:prstGeom prst="rect">
            <a:avLst/>
          </a:prstGeom>
        </p:spPr>
      </p:pic>
    </p:spTree>
    <p:extLst>
      <p:ext uri="{BB962C8B-B14F-4D97-AF65-F5344CB8AC3E}">
        <p14:creationId xmlns:p14="http://schemas.microsoft.com/office/powerpoint/2010/main" val="146357915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DF518-2719-FDC1-621A-EFEC90F527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D54F233-15FA-F049-271B-759D8C20B720}"/>
              </a:ext>
            </a:extLst>
          </p:cNvPr>
          <p:cNvSpPr>
            <a:spLocks noGrp="1"/>
          </p:cNvSpPr>
          <p:nvPr>
            <p:ph type="title"/>
          </p:nvPr>
        </p:nvSpPr>
        <p:spPr/>
        <p:txBody>
          <a:bodyPr/>
          <a:lstStyle/>
          <a:p>
            <a:r>
              <a:rPr lang="en-US">
                <a:solidFill>
                  <a:schemeClr val="accent3"/>
                </a:solidFill>
                <a:cs typeface="Segoe UI"/>
              </a:rPr>
              <a:t>Other monitoring options</a:t>
            </a:r>
          </a:p>
        </p:txBody>
      </p:sp>
      <p:sp>
        <p:nvSpPr>
          <p:cNvPr id="2" name="Content Placeholder 1">
            <a:extLst>
              <a:ext uri="{FF2B5EF4-FFF2-40B4-BE49-F238E27FC236}">
                <a16:creationId xmlns:a16="http://schemas.microsoft.com/office/drawing/2014/main" id="{E8B6B924-1B28-D5DF-0598-3ED6B3F6218E}"/>
              </a:ext>
            </a:extLst>
          </p:cNvPr>
          <p:cNvSpPr>
            <a:spLocks noGrp="1"/>
          </p:cNvSpPr>
          <p:nvPr>
            <p:ph sz="quarter" idx="10"/>
          </p:nvPr>
        </p:nvSpPr>
        <p:spPr/>
        <p:txBody>
          <a:bodyPr/>
          <a:lstStyle/>
          <a:p>
            <a:endParaRPr lang="en-US"/>
          </a:p>
        </p:txBody>
      </p:sp>
      <p:pic>
        <p:nvPicPr>
          <p:cNvPr id="6" name="Picture 10" descr="Image result for Prometheus logo">
            <a:extLst>
              <a:ext uri="{FF2B5EF4-FFF2-40B4-BE49-F238E27FC236}">
                <a16:creationId xmlns:a16="http://schemas.microsoft.com/office/drawing/2014/main" id="{4B35524C-F8F5-F9B2-2BE2-88CB4B0AAE41}"/>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3445674" y="1983519"/>
            <a:ext cx="1687713" cy="58109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2" descr="Image result for Fluentd logo">
            <a:extLst>
              <a:ext uri="{FF2B5EF4-FFF2-40B4-BE49-F238E27FC236}">
                <a16:creationId xmlns:a16="http://schemas.microsoft.com/office/drawing/2014/main" id="{AAA72067-DCAD-D72E-9DDD-2057A36B251B}"/>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593800" y="1850773"/>
            <a:ext cx="2064827" cy="71490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6" descr="Image result for opentracing logo">
            <a:extLst>
              <a:ext uri="{FF2B5EF4-FFF2-40B4-BE49-F238E27FC236}">
                <a16:creationId xmlns:a16="http://schemas.microsoft.com/office/drawing/2014/main" id="{F4E22D37-FD5C-4B27-2D06-4EF0BFCEFFEC}"/>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6096000" y="5217905"/>
            <a:ext cx="1283383" cy="9385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8BAD5034-4FF4-9DA9-5802-2139FD0F2DC1}"/>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5194525" y="2933923"/>
            <a:ext cx="1433692" cy="353709"/>
          </a:xfrm>
          <a:prstGeom prst="rect">
            <a:avLst/>
          </a:prstGeom>
        </p:spPr>
      </p:pic>
      <p:pic>
        <p:nvPicPr>
          <p:cNvPr id="11" name="Picture 10">
            <a:extLst>
              <a:ext uri="{FF2B5EF4-FFF2-40B4-BE49-F238E27FC236}">
                <a16:creationId xmlns:a16="http://schemas.microsoft.com/office/drawing/2014/main" id="{ECE97088-B33C-9221-9FF2-1A83843C340C}"/>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158626" y="1693969"/>
            <a:ext cx="1243278" cy="1243278"/>
          </a:xfrm>
          <a:prstGeom prst="rect">
            <a:avLst/>
          </a:prstGeom>
        </p:spPr>
      </p:pic>
      <p:pic>
        <p:nvPicPr>
          <p:cNvPr id="1026" name="Picture 2" descr="Quellbild anzeigen">
            <a:extLst>
              <a:ext uri="{FF2B5EF4-FFF2-40B4-BE49-F238E27FC236}">
                <a16:creationId xmlns:a16="http://schemas.microsoft.com/office/drawing/2014/main" id="{B24484C5-B757-DBF3-5E2F-97028CA64D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7493" y="1963647"/>
            <a:ext cx="1180047" cy="11800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Quellbild anzeigen">
            <a:extLst>
              <a:ext uri="{FF2B5EF4-FFF2-40B4-BE49-F238E27FC236}">
                <a16:creationId xmlns:a16="http://schemas.microsoft.com/office/drawing/2014/main" id="{70CBE981-C2E4-2FEB-2577-A4504D5F70D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44492" y="5094323"/>
            <a:ext cx="1778930" cy="93074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Quellbild anzeigen">
            <a:extLst>
              <a:ext uri="{FF2B5EF4-FFF2-40B4-BE49-F238E27FC236}">
                <a16:creationId xmlns:a16="http://schemas.microsoft.com/office/drawing/2014/main" id="{08A5EAAE-20CE-E848-E43E-B5A56969412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76422" y="3531223"/>
            <a:ext cx="3412080" cy="191906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Quellbild anzeigen">
            <a:extLst>
              <a:ext uri="{FF2B5EF4-FFF2-40B4-BE49-F238E27FC236}">
                <a16:creationId xmlns:a16="http://schemas.microsoft.com/office/drawing/2014/main" id="{FBEE2012-CF90-80C4-C05A-08251B7731F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81658" y="4028500"/>
            <a:ext cx="1654554" cy="69212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Quellbild anzeigen">
            <a:extLst>
              <a:ext uri="{FF2B5EF4-FFF2-40B4-BE49-F238E27FC236}">
                <a16:creationId xmlns:a16="http://schemas.microsoft.com/office/drawing/2014/main" id="{C916D39A-CFA7-EF18-7CED-3F02DB68DCD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5582" y="3823504"/>
            <a:ext cx="3090091" cy="93977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Resultat d'imatges de loki project graphana">
            <a:extLst>
              <a:ext uri="{FF2B5EF4-FFF2-40B4-BE49-F238E27FC236}">
                <a16:creationId xmlns:a16="http://schemas.microsoft.com/office/drawing/2014/main" id="{8D005E9E-D786-5D21-CE40-BD6C3A5CC82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01443" y="2729280"/>
            <a:ext cx="976174" cy="117140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8" descr="Image result for azure monitor">
            <a:extLst>
              <a:ext uri="{FF2B5EF4-FFF2-40B4-BE49-F238E27FC236}">
                <a16:creationId xmlns:a16="http://schemas.microsoft.com/office/drawing/2014/main" id="{D514CEAB-CE04-304B-1573-A7F1B66C05A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23423" y="5088868"/>
            <a:ext cx="2069835" cy="1086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44111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CA2AC-F347-CE1D-8B84-4060A1F79A7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BBB8AD2-2A13-15CB-085C-5C6BBB1C0002}"/>
              </a:ext>
            </a:extLst>
          </p:cNvPr>
          <p:cNvSpPr>
            <a:spLocks noGrp="1"/>
          </p:cNvSpPr>
          <p:nvPr>
            <p:ph type="title"/>
          </p:nvPr>
        </p:nvSpPr>
        <p:spPr/>
        <p:txBody>
          <a:bodyPr/>
          <a:lstStyle/>
          <a:p>
            <a:r>
              <a:rPr lang="en-US">
                <a:solidFill>
                  <a:schemeClr val="accent3"/>
                </a:solidFill>
                <a:cs typeface="Segoe UI"/>
              </a:rPr>
              <a:t>Prometheus + Grafana</a:t>
            </a:r>
          </a:p>
        </p:txBody>
      </p:sp>
      <p:sp>
        <p:nvSpPr>
          <p:cNvPr id="5" name="Text Placeholder 4">
            <a:extLst>
              <a:ext uri="{FF2B5EF4-FFF2-40B4-BE49-F238E27FC236}">
                <a16:creationId xmlns:a16="http://schemas.microsoft.com/office/drawing/2014/main" id="{8AADDABE-7ECD-28E3-E5BB-3682C8235837}"/>
              </a:ext>
            </a:extLst>
          </p:cNvPr>
          <p:cNvSpPr>
            <a:spLocks noGrp="1"/>
          </p:cNvSpPr>
          <p:nvPr>
            <p:ph sz="quarter" idx="10"/>
          </p:nvPr>
        </p:nvSpPr>
        <p:spPr>
          <a:xfrm>
            <a:off x="244642" y="1811505"/>
            <a:ext cx="5600700" cy="4284250"/>
          </a:xfrm>
        </p:spPr>
        <p:txBody>
          <a:bodyPr vert="horz" wrap="square" lIns="0" tIns="0" rIns="0" bIns="0" rtlCol="0" anchor="t">
            <a:spAutoFit/>
          </a:bodyPr>
          <a:lstStyle/>
          <a:p>
            <a:pPr marL="457200" indent="-457200" algn="l">
              <a:buFont typeface="Arial" panose="05000000000000000000" pitchFamily="2" charset="2"/>
              <a:buChar char="•"/>
            </a:pPr>
            <a:r>
              <a:rPr lang="en-US" sz="2400" dirty="0">
                <a:cs typeface="Segoe UI"/>
              </a:rPr>
              <a:t>Prometheus is an open-source systems monitoring and alerting toolkit</a:t>
            </a:r>
          </a:p>
          <a:p>
            <a:pPr marL="457200" indent="-457200" algn="l">
              <a:buFont typeface="Arial" panose="05000000000000000000" pitchFamily="2" charset="2"/>
              <a:buChar char="•"/>
            </a:pPr>
            <a:r>
              <a:rPr lang="en-US" sz="2400" dirty="0">
                <a:cs typeface="Segoe UI"/>
              </a:rPr>
              <a:t>Grafana allows you to query, visualize, alert on and understand your metrics no matter where they are stored.</a:t>
            </a:r>
          </a:p>
          <a:p>
            <a:pPr marL="457200" indent="-457200" algn="l">
              <a:buFont typeface="Arial" panose="05000000000000000000" pitchFamily="2" charset="2"/>
              <a:buChar char="•"/>
            </a:pPr>
            <a:r>
              <a:rPr lang="en-US" sz="2400" dirty="0">
                <a:cs typeface="Segoe UI"/>
                <a:hlinkClick r:id="rId3"/>
              </a:rPr>
              <a:t>Azure managed Prometheus</a:t>
            </a:r>
            <a:r>
              <a:rPr lang="en-US" sz="2400" dirty="0">
                <a:cs typeface="Segoe UI"/>
              </a:rPr>
              <a:t> for AKS to collect metrics</a:t>
            </a:r>
            <a:endParaRPr lang="en-US" sz="2400" dirty="0"/>
          </a:p>
          <a:p>
            <a:pPr marL="457200" indent="-457200" algn="l">
              <a:buFont typeface="Arial" panose="05000000000000000000" pitchFamily="2" charset="2"/>
              <a:buChar char="•"/>
            </a:pPr>
            <a:r>
              <a:rPr lang="en-US" sz="2400" dirty="0">
                <a:cs typeface="Segoe UI"/>
                <a:hlinkClick r:id="rId4"/>
              </a:rPr>
              <a:t>Azure Managed grafana</a:t>
            </a:r>
            <a:r>
              <a:rPr lang="en-US" sz="2400" dirty="0">
                <a:cs typeface="Segoe UI"/>
              </a:rPr>
              <a:t> is available as a separate service for building Dashboards </a:t>
            </a:r>
            <a:endParaRPr lang="en-US" sz="2400" dirty="0"/>
          </a:p>
        </p:txBody>
      </p:sp>
      <p:pic>
        <p:nvPicPr>
          <p:cNvPr id="10247" name="Picture 7" descr="Resultat d'imatges de prometheus kubernetes grafana architecture">
            <a:extLst>
              <a:ext uri="{FF2B5EF4-FFF2-40B4-BE49-F238E27FC236}">
                <a16:creationId xmlns:a16="http://schemas.microsoft.com/office/drawing/2014/main" id="{F6EB34F8-5E87-22E0-6B8E-D368D7E78E2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6309" y="1813252"/>
            <a:ext cx="5416196" cy="38685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7654557"/>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622F5D6-5BE0-086A-F375-B314388821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EAC2E4-A389-57F5-D6DE-149EE3AA7D5C}"/>
              </a:ext>
            </a:extLst>
          </p:cNvPr>
          <p:cNvSpPr>
            <a:spLocks noGrp="1"/>
          </p:cNvSpPr>
          <p:nvPr>
            <p:ph type="title"/>
          </p:nvPr>
        </p:nvSpPr>
        <p:spPr/>
        <p:txBody>
          <a:bodyPr/>
          <a:lstStyle/>
          <a:p>
            <a:r>
              <a:rPr lang="en-US">
                <a:solidFill>
                  <a:schemeClr val="accent3"/>
                </a:solidFill>
                <a:cs typeface="Segoe UI"/>
              </a:rPr>
              <a:t>Datadog </a:t>
            </a:r>
            <a:endParaRPr lang="en-US" sz="3921">
              <a:solidFill>
                <a:schemeClr val="accent3"/>
              </a:solidFill>
              <a:cs typeface="Segoe UI"/>
            </a:endParaRPr>
          </a:p>
        </p:txBody>
      </p:sp>
      <p:sp>
        <p:nvSpPr>
          <p:cNvPr id="3" name="Text Placeholder 2">
            <a:extLst>
              <a:ext uri="{FF2B5EF4-FFF2-40B4-BE49-F238E27FC236}">
                <a16:creationId xmlns:a16="http://schemas.microsoft.com/office/drawing/2014/main" id="{CCF42302-D220-1CD6-A89C-8BBBB0EE1AF2}"/>
              </a:ext>
            </a:extLst>
          </p:cNvPr>
          <p:cNvSpPr>
            <a:spLocks noGrp="1"/>
          </p:cNvSpPr>
          <p:nvPr>
            <p:ph sz="quarter" idx="10"/>
          </p:nvPr>
        </p:nvSpPr>
        <p:spPr>
          <a:xfrm>
            <a:off x="110958" y="1657769"/>
            <a:ext cx="5600700" cy="4397375"/>
          </a:xfrm>
        </p:spPr>
        <p:txBody>
          <a:bodyPr vert="horz" wrap="square" lIns="143428" tIns="89642" rIns="143428" bIns="89642" rtlCol="0" anchor="t">
            <a:spAutoFit/>
          </a:bodyPr>
          <a:lstStyle/>
          <a:p>
            <a:r>
              <a:rPr lang="en-US" sz="2745"/>
              <a:t>Datadog’s integrations with Kubernetes and Azure Monitor provide comprehensive visibility into AKS infrastructure with no additional configuration</a:t>
            </a:r>
          </a:p>
          <a:p>
            <a:r>
              <a:rPr lang="en-US" sz="2745"/>
              <a:t>To use, you deploy the containerized Datadog Agent as a DaemonSet within your AKS cluster using a provided YAML manifest</a:t>
            </a:r>
          </a:p>
          <a:p>
            <a:endParaRPr lang="en-US" sz="2745"/>
          </a:p>
        </p:txBody>
      </p:sp>
      <p:sp>
        <p:nvSpPr>
          <p:cNvPr id="9" name="Rectangle 8">
            <a:extLst>
              <a:ext uri="{FF2B5EF4-FFF2-40B4-BE49-F238E27FC236}">
                <a16:creationId xmlns:a16="http://schemas.microsoft.com/office/drawing/2014/main" id="{98BA8BC3-3A27-6A9A-D859-3DA5352A25B2}"/>
              </a:ext>
            </a:extLst>
          </p:cNvPr>
          <p:cNvSpPr/>
          <p:nvPr/>
        </p:nvSpPr>
        <p:spPr>
          <a:xfrm>
            <a:off x="1556418" y="6568045"/>
            <a:ext cx="10635582" cy="271554"/>
          </a:xfrm>
          <a:prstGeom prst="rect">
            <a:avLst/>
          </a:prstGeom>
        </p:spPr>
        <p:txBody>
          <a:bodyPr wrap="square">
            <a:spAutoFit/>
          </a:bodyPr>
          <a:lstStyle/>
          <a:p>
            <a:pPr algn="r"/>
            <a:r>
              <a:rPr lang="en-US" sz="1176">
                <a:hlinkClick r:id="rId3"/>
              </a:rPr>
              <a:t>https://www.datadoghq.com/blog/announcing-aks/</a:t>
            </a:r>
            <a:endParaRPr lang="en-US" sz="1176"/>
          </a:p>
        </p:txBody>
      </p:sp>
      <p:pic>
        <p:nvPicPr>
          <p:cNvPr id="6" name="Picture 5">
            <a:extLst>
              <a:ext uri="{FF2B5EF4-FFF2-40B4-BE49-F238E27FC236}">
                <a16:creationId xmlns:a16="http://schemas.microsoft.com/office/drawing/2014/main" id="{92A4259B-78CE-3E15-C2C7-C7AC786F14C7}"/>
              </a:ext>
            </a:extLst>
          </p:cNvPr>
          <p:cNvPicPr>
            <a:picLocks noChangeAspect="1"/>
          </p:cNvPicPr>
          <p:nvPr/>
        </p:nvPicPr>
        <p:blipFill>
          <a:blip r:embed="rId4"/>
          <a:stretch>
            <a:fillRect/>
          </a:stretch>
        </p:blipFill>
        <p:spPr>
          <a:xfrm>
            <a:off x="5807343" y="1706438"/>
            <a:ext cx="6187287" cy="331203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271146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C433F-4A01-2876-FCBB-CECAB03087F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5BB3CF-1EB4-C2BD-ABC2-B704D1E36467}"/>
              </a:ext>
            </a:extLst>
          </p:cNvPr>
          <p:cNvSpPr>
            <a:spLocks noGrp="1"/>
          </p:cNvSpPr>
          <p:nvPr>
            <p:ph type="title"/>
          </p:nvPr>
        </p:nvSpPr>
        <p:spPr>
          <a:xfrm>
            <a:off x="585216" y="3033223"/>
            <a:ext cx="9144000" cy="498598"/>
          </a:xfrm>
        </p:spPr>
        <p:txBody>
          <a:bodyPr/>
          <a:lstStyle/>
          <a:p>
            <a:r>
              <a:rPr lang="en-US"/>
              <a:t>Azure Managed </a:t>
            </a:r>
            <a:r>
              <a:rPr lang="en-US" err="1"/>
              <a:t>OpenSource</a:t>
            </a:r>
            <a:r>
              <a:rPr lang="en-US"/>
              <a:t> Solution</a:t>
            </a:r>
          </a:p>
        </p:txBody>
      </p:sp>
    </p:spTree>
    <p:extLst>
      <p:ext uri="{BB962C8B-B14F-4D97-AF65-F5344CB8AC3E}">
        <p14:creationId xmlns:p14="http://schemas.microsoft.com/office/powerpoint/2010/main" val="2546449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62E11B-00E8-4F21-BF2F-8BDB9CCBD189}"/>
              </a:ext>
            </a:extLst>
          </p:cNvPr>
          <p:cNvSpPr>
            <a:spLocks noGrp="1"/>
          </p:cNvSpPr>
          <p:nvPr>
            <p:ph type="title"/>
          </p:nvPr>
        </p:nvSpPr>
        <p:spPr>
          <a:xfrm>
            <a:off x="351961" y="253996"/>
            <a:ext cx="11018520" cy="553998"/>
          </a:xfrm>
        </p:spPr>
        <p:txBody>
          <a:bodyPr>
            <a:noAutofit/>
          </a:bodyPr>
          <a:lstStyle/>
          <a:p>
            <a:r>
              <a:rPr lang="en-US" b="1">
                <a:solidFill>
                  <a:schemeClr val="accent3"/>
                </a:solidFill>
                <a:cs typeface="Segoe UI"/>
              </a:rPr>
              <a:t>Monitor AKS with Azure Monitor Managed service for Prometheus  Container Insights</a:t>
            </a:r>
          </a:p>
        </p:txBody>
      </p:sp>
      <p:pic>
        <p:nvPicPr>
          <p:cNvPr id="2056" name="Picture 8" descr="Collect Prometheus metrics with Container insights - Azure Monitor |  Microsoft Learn">
            <a:extLst>
              <a:ext uri="{FF2B5EF4-FFF2-40B4-BE49-F238E27FC236}">
                <a16:creationId xmlns:a16="http://schemas.microsoft.com/office/drawing/2014/main" id="{611EC1B0-81C6-AB70-F718-BF39F6F112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087" y="2107734"/>
            <a:ext cx="11869828" cy="4125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8151"/>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6739" y="473276"/>
            <a:ext cx="11420381" cy="553998"/>
          </a:xfrm>
        </p:spPr>
        <p:txBody>
          <a:bodyPr/>
          <a:lstStyle/>
          <a:p>
            <a:r>
              <a:rPr lang="en-US"/>
              <a:t>Enable Azure Managed Prometheus</a:t>
            </a:r>
          </a:p>
        </p:txBody>
      </p:sp>
      <p:sp>
        <p:nvSpPr>
          <p:cNvPr id="8" name="Content Placeholder 2">
            <a:extLst>
              <a:ext uri="{FF2B5EF4-FFF2-40B4-BE49-F238E27FC236}">
                <a16:creationId xmlns:a16="http://schemas.microsoft.com/office/drawing/2014/main" id="{650C4644-9482-A7B7-1936-804823455CF8}"/>
              </a:ext>
            </a:extLst>
          </p:cNvPr>
          <p:cNvSpPr>
            <a:spLocks noGrp="1"/>
          </p:cNvSpPr>
          <p:nvPr>
            <p:ph sz="quarter" idx="10"/>
          </p:nvPr>
        </p:nvSpPr>
        <p:spPr>
          <a:xfrm>
            <a:off x="402236" y="1570399"/>
            <a:ext cx="11420381" cy="1431161"/>
          </a:xfrm>
        </p:spPr>
        <p:txBody>
          <a:bodyPr/>
          <a:lstStyle/>
          <a:p>
            <a:r>
              <a:rPr lang="en-US" sz="2400" b="1"/>
              <a:t>High availability and scaling</a:t>
            </a:r>
          </a:p>
          <a:p>
            <a:r>
              <a:rPr lang="en-US" sz="2000" err="1"/>
              <a:t>az</a:t>
            </a:r>
            <a:r>
              <a:rPr lang="en-US" sz="2000"/>
              <a:t> aks update --enable-</a:t>
            </a:r>
            <a:r>
              <a:rPr lang="en-US" sz="2000" err="1"/>
              <a:t>azuremonitormetrics</a:t>
            </a:r>
            <a:r>
              <a:rPr lang="en-US" sz="2000"/>
              <a:t> -n &lt;cluster-name&gt; -g &lt;cluster-resource-group&gt; --azure-monitor-workspace-resource-id &lt;azure-monitor-workspace-name-resource-id&gt; --</a:t>
            </a:r>
            <a:r>
              <a:rPr lang="en-US" sz="2000" err="1"/>
              <a:t>grafana</a:t>
            </a:r>
            <a:r>
              <a:rPr lang="en-US" sz="2000"/>
              <a:t>-resource-id  &lt;</a:t>
            </a:r>
            <a:r>
              <a:rPr lang="en-US" sz="2000" err="1"/>
              <a:t>grafana</a:t>
            </a:r>
            <a:r>
              <a:rPr lang="en-US" sz="2000"/>
              <a:t>-workspace-name-resource-id&gt;</a:t>
            </a:r>
            <a:endParaRPr lang="en-US" sz="2400"/>
          </a:p>
        </p:txBody>
      </p:sp>
      <p:pic>
        <p:nvPicPr>
          <p:cNvPr id="12290" name="Picture 2" descr="thumbnail image 1 captioned Azure Monitor managed service for Prometheus overview diagram">
            <a:extLst>
              <a:ext uri="{FF2B5EF4-FFF2-40B4-BE49-F238E27FC236}">
                <a16:creationId xmlns:a16="http://schemas.microsoft.com/office/drawing/2014/main" id="{37835A4E-EBBE-4E42-FCF8-C2C338A0E9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8617" y="3001560"/>
            <a:ext cx="8688722" cy="3696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654670"/>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4CD45-72EE-4A0C-A619-3093CC3B9712}"/>
              </a:ext>
            </a:extLst>
          </p:cNvPr>
          <p:cNvSpPr>
            <a:spLocks noGrp="1"/>
          </p:cNvSpPr>
          <p:nvPr>
            <p:ph type="title"/>
          </p:nvPr>
        </p:nvSpPr>
        <p:spPr>
          <a:xfrm>
            <a:off x="586739" y="473276"/>
            <a:ext cx="11420381" cy="553998"/>
          </a:xfrm>
        </p:spPr>
        <p:txBody>
          <a:bodyPr/>
          <a:lstStyle/>
          <a:p>
            <a:r>
              <a:rPr lang="en-US"/>
              <a:t>Azure Managed Grafana</a:t>
            </a:r>
          </a:p>
        </p:txBody>
      </p:sp>
      <p:sp>
        <p:nvSpPr>
          <p:cNvPr id="5" name="Content Placeholder 2">
            <a:extLst>
              <a:ext uri="{FF2B5EF4-FFF2-40B4-BE49-F238E27FC236}">
                <a16:creationId xmlns:a16="http://schemas.microsoft.com/office/drawing/2014/main" id="{C8CA85AC-0B03-F9D0-3D3F-84FDCB222EAD}"/>
              </a:ext>
            </a:extLst>
          </p:cNvPr>
          <p:cNvSpPr>
            <a:spLocks noGrp="1"/>
          </p:cNvSpPr>
          <p:nvPr>
            <p:ph sz="quarter" idx="10"/>
          </p:nvPr>
        </p:nvSpPr>
        <p:spPr>
          <a:xfrm>
            <a:off x="402237" y="1570399"/>
            <a:ext cx="11053366" cy="3982629"/>
          </a:xfrm>
        </p:spPr>
        <p:txBody>
          <a:bodyPr/>
          <a:lstStyle/>
          <a:p>
            <a:pPr marL="342900" indent="-342900">
              <a:buFont typeface="Arial" panose="020B0604020202020204" pitchFamily="34" charset="0"/>
              <a:buChar char="•"/>
            </a:pPr>
            <a:r>
              <a:rPr lang="en-US"/>
              <a:t>Azure Managed Grafana is a fully managed service</a:t>
            </a:r>
          </a:p>
          <a:p>
            <a:pPr marL="342900" indent="-342900">
              <a:buFont typeface="Arial" panose="020B0604020202020204" pitchFamily="34" charset="0"/>
              <a:buChar char="•"/>
            </a:pPr>
            <a:r>
              <a:rPr lang="en-US"/>
              <a:t>AMG uses Azure AD as IdP</a:t>
            </a:r>
          </a:p>
          <a:p>
            <a:pPr marL="342900" indent="-342900">
              <a:buFont typeface="Arial" panose="020B0604020202020204" pitchFamily="34" charset="0"/>
              <a:buChar char="•"/>
            </a:pPr>
            <a:r>
              <a:rPr lang="en-US"/>
              <a:t>AMG uses Azure Managed Workspace as data source and can use managed identity to access Azure data sources (including AMW) </a:t>
            </a:r>
          </a:p>
          <a:p>
            <a:pPr marL="800100" lvl="1" indent="-342900">
              <a:buFont typeface="Arial" panose="020B0604020202020204" pitchFamily="34" charset="0"/>
              <a:buChar char="•"/>
            </a:pPr>
            <a:r>
              <a:rPr lang="en-US"/>
              <a:t>AMG managed identity needs ‘Monitoring Data Reader’ role to Azure Monitor Workspace</a:t>
            </a:r>
          </a:p>
          <a:p>
            <a:pPr marL="342900" indent="-342900">
              <a:buFont typeface="Arial" panose="020B0604020202020204" pitchFamily="34" charset="0"/>
              <a:buChar char="•"/>
            </a:pPr>
            <a:r>
              <a:rPr lang="en-US"/>
              <a:t>Azure Monitor Workspace collects data from</a:t>
            </a:r>
          </a:p>
          <a:p>
            <a:pPr marL="800100" lvl="1" indent="-342900">
              <a:buFont typeface="Arial" panose="020B0604020202020204" pitchFamily="34" charset="0"/>
              <a:buChar char="•"/>
            </a:pPr>
            <a:r>
              <a:rPr lang="en-US"/>
              <a:t>AKS</a:t>
            </a:r>
          </a:p>
          <a:p>
            <a:pPr marL="800100" lvl="1" indent="-342900">
              <a:buFont typeface="Arial" panose="020B0604020202020204" pitchFamily="34" charset="0"/>
              <a:buChar char="•"/>
            </a:pPr>
            <a:r>
              <a:rPr lang="en-US"/>
              <a:t>Any K8S with self-managed Prometheus using remote-write</a:t>
            </a:r>
          </a:p>
        </p:txBody>
      </p:sp>
    </p:spTree>
    <p:extLst>
      <p:ext uri="{BB962C8B-B14F-4D97-AF65-F5344CB8AC3E}">
        <p14:creationId xmlns:p14="http://schemas.microsoft.com/office/powerpoint/2010/main" val="393260480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62E11B-00E8-4F21-BF2F-8BDB9CCBD189}"/>
              </a:ext>
            </a:extLst>
          </p:cNvPr>
          <p:cNvSpPr>
            <a:spLocks noGrp="1"/>
          </p:cNvSpPr>
          <p:nvPr>
            <p:ph type="title"/>
          </p:nvPr>
        </p:nvSpPr>
        <p:spPr>
          <a:xfrm>
            <a:off x="328165" y="258541"/>
            <a:ext cx="11018520" cy="553998"/>
          </a:xfrm>
        </p:spPr>
        <p:txBody>
          <a:bodyPr>
            <a:noAutofit/>
          </a:bodyPr>
          <a:lstStyle/>
          <a:p>
            <a:r>
              <a:rPr lang="en-US" b="1">
                <a:solidFill>
                  <a:schemeClr val="accent3"/>
                </a:solidFill>
                <a:cs typeface="Segoe UI"/>
              </a:rPr>
              <a:t>Monitor AKS with Azure Monitor Managed service for Prometheus and Container Insights - Setup</a:t>
            </a:r>
          </a:p>
        </p:txBody>
      </p:sp>
      <p:sp>
        <p:nvSpPr>
          <p:cNvPr id="5" name="TextBox 4">
            <a:extLst>
              <a:ext uri="{FF2B5EF4-FFF2-40B4-BE49-F238E27FC236}">
                <a16:creationId xmlns:a16="http://schemas.microsoft.com/office/drawing/2014/main" id="{0A79A3B9-35F7-0032-18B8-523D456D242D}"/>
              </a:ext>
            </a:extLst>
          </p:cNvPr>
          <p:cNvSpPr txBox="1"/>
          <p:nvPr/>
        </p:nvSpPr>
        <p:spPr>
          <a:xfrm>
            <a:off x="838946" y="1525512"/>
            <a:ext cx="10891512" cy="3231196"/>
          </a:xfrm>
          <a:prstGeom prst="rect">
            <a:avLst/>
          </a:prstGeom>
          <a:noFill/>
        </p:spPr>
        <p:txBody>
          <a:bodyPr wrap="square">
            <a:spAutoFit/>
          </a:bodyPr>
          <a:lstStyle/>
          <a:p>
            <a:pPr marL="285695" indent="-285695">
              <a:buFont typeface="Arial" panose="020B0604020202020204" pitchFamily="34" charset="0"/>
              <a:buChar char="•"/>
            </a:pPr>
            <a:r>
              <a:rPr lang="en-US" sz="2000">
                <a:hlinkClick r:id="rId2"/>
              </a:rPr>
              <a:t>Enable Managed Identity for your AKS Cluster</a:t>
            </a:r>
            <a:endParaRPr lang="en-US" sz="2000">
              <a:hlinkClick r:id="" action="ppaction://noaction"/>
            </a:endParaRPr>
          </a:p>
          <a:p>
            <a:pPr marL="285695" indent="-285695">
              <a:buFont typeface="Arial" panose="020B0604020202020204" pitchFamily="34" charset="0"/>
              <a:buChar char="•"/>
            </a:pPr>
            <a:r>
              <a:rPr lang="en-US" sz="2000">
                <a:hlinkClick r:id="" action="ppaction://noaction"/>
              </a:rPr>
              <a:t>Create an Azure Monitor Workspace</a:t>
            </a:r>
            <a:endParaRPr lang="en-US" sz="2000"/>
          </a:p>
          <a:p>
            <a:pPr marL="285695" indent="-285695">
              <a:buFont typeface="Arial" panose="020B0604020202020204" pitchFamily="34" charset="0"/>
              <a:buChar char="•"/>
            </a:pPr>
            <a:r>
              <a:rPr lang="en-US" sz="2000"/>
              <a:t>The following resource providers must be registered in the subscription of the AKS cluster and the Azure Monitor Workspace.</a:t>
            </a:r>
          </a:p>
          <a:p>
            <a:pPr marL="742808" lvl="1" indent="-285695">
              <a:buFont typeface="Arial" panose="020B0604020202020204" pitchFamily="34" charset="0"/>
              <a:buChar char="•"/>
            </a:pPr>
            <a:r>
              <a:rPr lang="en-US" sz="2000" err="1"/>
              <a:t>Microsoft.ContainerService</a:t>
            </a:r>
            <a:endParaRPr lang="en-US" sz="2000"/>
          </a:p>
          <a:p>
            <a:pPr marL="742808" lvl="1" indent="-285695">
              <a:buFont typeface="Arial" panose="020B0604020202020204" pitchFamily="34" charset="0"/>
              <a:buChar char="•"/>
            </a:pPr>
            <a:r>
              <a:rPr lang="en-US" sz="2000" err="1"/>
              <a:t>Microsoft.Insights</a:t>
            </a:r>
            <a:endParaRPr lang="en-US" sz="2000"/>
          </a:p>
          <a:p>
            <a:pPr marL="742808" lvl="1" indent="-285695">
              <a:buFont typeface="Arial" panose="020B0604020202020204" pitchFamily="34" charset="0"/>
              <a:buChar char="•"/>
            </a:pPr>
            <a:r>
              <a:rPr lang="en-US" sz="2000" err="1"/>
              <a:t>Microsoft.AlertsManagement</a:t>
            </a:r>
            <a:endParaRPr lang="en-US" sz="2000"/>
          </a:p>
          <a:p>
            <a:pPr marL="285695" indent="-285695">
              <a:buFont typeface="Arial" panose="020B0604020202020204" pitchFamily="34" charset="0"/>
              <a:buChar char="•"/>
            </a:pPr>
            <a:r>
              <a:rPr lang="en-US" sz="2000">
                <a:hlinkClick r:id="rId3"/>
              </a:rPr>
              <a:t>Send Prometheus data to Azure Monitor Logs</a:t>
            </a:r>
            <a:endParaRPr lang="en-US" sz="2000"/>
          </a:p>
          <a:p>
            <a:pPr marL="285695" indent="-285695">
              <a:buFont typeface="Arial" panose="020B0604020202020204" pitchFamily="34" charset="0"/>
              <a:buChar char="•"/>
            </a:pPr>
            <a:r>
              <a:rPr lang="en-US" sz="2000">
                <a:hlinkClick r:id="rId4"/>
              </a:rPr>
              <a:t>Query Prometheus Metrics in Log Analytics Workspace</a:t>
            </a:r>
            <a:endParaRPr lang="en-US" sz="2000"/>
          </a:p>
          <a:p>
            <a:pPr marL="285695" indent="-285695">
              <a:buFont typeface="Arial" panose="020B0604020202020204" pitchFamily="34" charset="0"/>
              <a:buChar char="•"/>
            </a:pPr>
            <a:r>
              <a:rPr lang="en-US" sz="2000">
                <a:hlinkClick r:id="rId5"/>
              </a:rPr>
              <a:t>Create Prometheus Rules</a:t>
            </a:r>
            <a:endParaRPr lang="en-US" sz="2000"/>
          </a:p>
        </p:txBody>
      </p:sp>
    </p:spTree>
    <p:extLst>
      <p:ext uri="{BB962C8B-B14F-4D97-AF65-F5344CB8AC3E}">
        <p14:creationId xmlns:p14="http://schemas.microsoft.com/office/powerpoint/2010/main" val="1720734557"/>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05ECB58-FA44-4C6A-8D93-CF7FED16C42A}"/>
              </a:ext>
            </a:extLst>
          </p:cNvPr>
          <p:cNvSpPr>
            <a:spLocks noGrp="1"/>
          </p:cNvSpPr>
          <p:nvPr>
            <p:ph type="title"/>
          </p:nvPr>
        </p:nvSpPr>
        <p:spPr>
          <a:xfrm>
            <a:off x="584200" y="4334637"/>
            <a:ext cx="9169400" cy="1015663"/>
          </a:xfrm>
        </p:spPr>
        <p:txBody>
          <a:bodyPr/>
          <a:lstStyle/>
          <a:p>
            <a:r>
              <a:rPr lang="en-US">
                <a:solidFill>
                  <a:schemeClr val="accent3"/>
                </a:solidFill>
                <a:latin typeface="Segoe UI Semibold"/>
                <a:cs typeface="Segoe UI Semibold"/>
              </a:rPr>
              <a:t>Additional topics</a:t>
            </a:r>
          </a:p>
        </p:txBody>
      </p:sp>
      <p:sp>
        <p:nvSpPr>
          <p:cNvPr id="6" name="Text Placeholder 5">
            <a:extLst>
              <a:ext uri="{FF2B5EF4-FFF2-40B4-BE49-F238E27FC236}">
                <a16:creationId xmlns:a16="http://schemas.microsoft.com/office/drawing/2014/main" id="{EC409877-4205-4CFF-821F-218EC58354C0}"/>
              </a:ext>
            </a:extLst>
          </p:cNvPr>
          <p:cNvSpPr>
            <a:spLocks noGrp="1"/>
          </p:cNvSpPr>
          <p:nvPr>
            <p:ph type="body" sz="quarter" idx="12"/>
          </p:nvPr>
        </p:nvSpPr>
        <p:spPr/>
        <p:txBody>
          <a:bodyPr/>
          <a:lstStyle/>
          <a:p>
            <a:endParaRPr lang="en-US"/>
          </a:p>
        </p:txBody>
      </p:sp>
      <p:sp>
        <p:nvSpPr>
          <p:cNvPr id="3" name="Footer Placeholder 2">
            <a:extLst>
              <a:ext uri="{FF2B5EF4-FFF2-40B4-BE49-F238E27FC236}">
                <a16:creationId xmlns:a16="http://schemas.microsoft.com/office/drawing/2014/main" id="{319455A4-7A0E-4478-B2F5-D60DE29EC754}"/>
              </a:ext>
            </a:extLst>
          </p:cNvPr>
          <p:cNvSpPr>
            <a:spLocks noGrp="1"/>
          </p:cNvSpPr>
          <p:nvPr>
            <p:ph type="ftr" sz="quarter" idx="3"/>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4" name="Slide Number Placeholder 3">
            <a:extLst>
              <a:ext uri="{FF2B5EF4-FFF2-40B4-BE49-F238E27FC236}">
                <a16:creationId xmlns:a16="http://schemas.microsoft.com/office/drawing/2014/main" id="{DAF5B400-F554-4922-B4E8-3CF8CA7C98E9}"/>
              </a:ext>
            </a:extLst>
          </p:cNvPr>
          <p:cNvSpPr>
            <a:spLocks noGrp="1"/>
          </p:cNvSpPr>
          <p:nvPr>
            <p:ph type="sldNum" sz="quarter" idx="4"/>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8F881BB8-5469-4299-99B9-578BE3320A80}" type="slidenum">
              <a:rPr kumimoji="0" lang="en-US" sz="800" b="0" i="0" u="none" strike="noStrike" kern="1200" cap="none" spc="0" normalizeH="0" baseline="0" noProof="0" smtClean="0">
                <a:ln>
                  <a:noFill/>
                </a:ln>
                <a:solidFill>
                  <a:srgbClr val="000000"/>
                </a:solidFill>
                <a:effectLst/>
                <a:uLnTx/>
                <a:uFillTx/>
                <a:latin typeface="Segoe U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43</a:t>
            </a:fld>
            <a:endParaRPr kumimoji="0" lang="en-US" sz="800" b="0" i="0" u="none" strike="noStrike" kern="1200" cap="none" spc="0" normalizeH="0" baseline="0" noProof="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48658068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3F736-5897-629B-0146-8807B27777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474C8A-DA34-C124-AE5F-E4EDCC200338}"/>
              </a:ext>
            </a:extLst>
          </p:cNvPr>
          <p:cNvSpPr>
            <a:spLocks noGrp="1"/>
          </p:cNvSpPr>
          <p:nvPr>
            <p:ph type="title"/>
          </p:nvPr>
        </p:nvSpPr>
        <p:spPr/>
        <p:txBody>
          <a:bodyPr/>
          <a:lstStyle/>
          <a:p>
            <a:r>
              <a:rPr lang="en-US"/>
              <a:t>Observability with Istio</a:t>
            </a:r>
          </a:p>
        </p:txBody>
      </p:sp>
      <p:sp>
        <p:nvSpPr>
          <p:cNvPr id="3" name="Text Placeholder 2">
            <a:extLst>
              <a:ext uri="{FF2B5EF4-FFF2-40B4-BE49-F238E27FC236}">
                <a16:creationId xmlns:a16="http://schemas.microsoft.com/office/drawing/2014/main" id="{3CF66E05-5ED0-84EA-8C50-057BEC486DCA}"/>
              </a:ext>
            </a:extLst>
          </p:cNvPr>
          <p:cNvSpPr>
            <a:spLocks noGrp="1"/>
          </p:cNvSpPr>
          <p:nvPr>
            <p:ph type="body" sz="quarter" idx="12"/>
          </p:nvPr>
        </p:nvSpPr>
        <p:spPr>
          <a:xfrm>
            <a:off x="585216" y="3977319"/>
            <a:ext cx="9144000" cy="338554"/>
          </a:xfrm>
        </p:spPr>
        <p:txBody>
          <a:bodyPr/>
          <a:lstStyle/>
          <a:p>
            <a:endParaRPr lang="en-US"/>
          </a:p>
        </p:txBody>
      </p:sp>
    </p:spTree>
    <p:extLst>
      <p:ext uri="{BB962C8B-B14F-4D97-AF65-F5344CB8AC3E}">
        <p14:creationId xmlns:p14="http://schemas.microsoft.com/office/powerpoint/2010/main" val="1565109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195B0-9DBF-2A5E-2291-1360BA57C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7E808-0AD0-A12A-81F8-1455E0BEE65F}"/>
              </a:ext>
            </a:extLst>
          </p:cNvPr>
          <p:cNvSpPr>
            <a:spLocks noGrp="1"/>
          </p:cNvSpPr>
          <p:nvPr>
            <p:ph type="title"/>
          </p:nvPr>
        </p:nvSpPr>
        <p:spPr>
          <a:xfrm>
            <a:off x="586739" y="473276"/>
            <a:ext cx="11420381" cy="553998"/>
          </a:xfrm>
        </p:spPr>
        <p:txBody>
          <a:bodyPr/>
          <a:lstStyle/>
          <a:p>
            <a:r>
              <a:rPr lang="en-US"/>
              <a:t>Istio </a:t>
            </a:r>
          </a:p>
        </p:txBody>
      </p:sp>
      <p:sp>
        <p:nvSpPr>
          <p:cNvPr id="5" name="Content Placeholder 2">
            <a:extLst>
              <a:ext uri="{FF2B5EF4-FFF2-40B4-BE49-F238E27FC236}">
                <a16:creationId xmlns:a16="http://schemas.microsoft.com/office/drawing/2014/main" id="{5E9C1B5E-7EE2-525E-6CF7-3FEC490E349C}"/>
              </a:ext>
            </a:extLst>
          </p:cNvPr>
          <p:cNvSpPr>
            <a:spLocks noGrp="1"/>
          </p:cNvSpPr>
          <p:nvPr>
            <p:ph sz="quarter" idx="10"/>
          </p:nvPr>
        </p:nvSpPr>
        <p:spPr>
          <a:xfrm>
            <a:off x="238386" y="1775225"/>
            <a:ext cx="9390644" cy="2643801"/>
          </a:xfrm>
        </p:spPr>
        <p:txBody>
          <a:bodyPr/>
          <a:lstStyle/>
          <a:p>
            <a:pPr marL="342900" indent="-342900">
              <a:buFont typeface="Arial" panose="020B0604020202020204" pitchFamily="34" charset="0"/>
              <a:buChar char="•"/>
            </a:pPr>
            <a:r>
              <a:rPr lang="en-US"/>
              <a:t>Automatic metrics, logs and traces</a:t>
            </a:r>
          </a:p>
          <a:p>
            <a:pPr marL="342900" indent="-342900">
              <a:buFont typeface="Arial" panose="020B0604020202020204" pitchFamily="34" charset="0"/>
              <a:buChar char="•"/>
            </a:pPr>
            <a:r>
              <a:rPr lang="en-US"/>
              <a:t>Intra-cluster traffic, ingress and egress </a:t>
            </a:r>
          </a:p>
          <a:p>
            <a:pPr marL="342900" indent="-342900">
              <a:buFont typeface="Arial" panose="020B0604020202020204" pitchFamily="34" charset="0"/>
              <a:buChar char="•"/>
            </a:pPr>
            <a:r>
              <a:rPr lang="en-US"/>
              <a:t>Integration with OSS based Prometheus and Grafana (or Microsoft managed Prometheus and Grafana)</a:t>
            </a:r>
          </a:p>
          <a:p>
            <a:pPr marL="342900" indent="-342900">
              <a:buFont typeface="Arial" panose="020B0604020202020204" pitchFamily="34" charset="0"/>
              <a:buChar char="•"/>
            </a:pPr>
            <a:r>
              <a:rPr lang="en-US"/>
              <a:t>Integration with Jaeger or </a:t>
            </a:r>
            <a:r>
              <a:rPr lang="en-US" err="1"/>
              <a:t>Zipkin</a:t>
            </a:r>
            <a:r>
              <a:rPr lang="en-US"/>
              <a:t> </a:t>
            </a:r>
          </a:p>
        </p:txBody>
      </p:sp>
    </p:spTree>
    <p:extLst>
      <p:ext uri="{BB962C8B-B14F-4D97-AF65-F5344CB8AC3E}">
        <p14:creationId xmlns:p14="http://schemas.microsoft.com/office/powerpoint/2010/main" val="885375770"/>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52783-1ABA-C0F6-1F34-9F2EDBF4C5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BF307-2613-A9E9-7EA3-EE6CA4E82C6B}"/>
              </a:ext>
            </a:extLst>
          </p:cNvPr>
          <p:cNvSpPr>
            <a:spLocks noGrp="1"/>
          </p:cNvSpPr>
          <p:nvPr>
            <p:ph type="title"/>
          </p:nvPr>
        </p:nvSpPr>
        <p:spPr>
          <a:xfrm>
            <a:off x="586739" y="473276"/>
            <a:ext cx="11420381" cy="553998"/>
          </a:xfrm>
        </p:spPr>
        <p:txBody>
          <a:bodyPr/>
          <a:lstStyle/>
          <a:p>
            <a:r>
              <a:rPr lang="en-US"/>
              <a:t>Metrics scrapping</a:t>
            </a:r>
          </a:p>
        </p:txBody>
      </p:sp>
      <p:sp>
        <p:nvSpPr>
          <p:cNvPr id="5" name="Content Placeholder 2">
            <a:extLst>
              <a:ext uri="{FF2B5EF4-FFF2-40B4-BE49-F238E27FC236}">
                <a16:creationId xmlns:a16="http://schemas.microsoft.com/office/drawing/2014/main" id="{C835192D-FB6A-C453-7EE9-130545F396AD}"/>
              </a:ext>
            </a:extLst>
          </p:cNvPr>
          <p:cNvSpPr>
            <a:spLocks noGrp="1"/>
          </p:cNvSpPr>
          <p:nvPr>
            <p:ph sz="quarter" idx="10"/>
          </p:nvPr>
        </p:nvSpPr>
        <p:spPr>
          <a:xfrm>
            <a:off x="238386" y="1775225"/>
            <a:ext cx="11953614" cy="2911566"/>
          </a:xfrm>
        </p:spPr>
        <p:txBody>
          <a:bodyPr/>
          <a:lstStyle/>
          <a:p>
            <a:pPr marL="342900" indent="-342900">
              <a:buFont typeface="Arial" panose="020B0604020202020204" pitchFamily="34" charset="0"/>
              <a:buChar char="•"/>
            </a:pPr>
            <a:r>
              <a:rPr lang="en-US" i="1" err="1"/>
              <a:t>az</a:t>
            </a:r>
            <a:r>
              <a:rPr lang="en-US" i="1"/>
              <a:t> aks update --enable-azure-monitor-metrics --name aksistio1 --resource-group </a:t>
            </a:r>
            <a:r>
              <a:rPr lang="en-US" i="1" err="1"/>
              <a:t>aksistiorg</a:t>
            </a:r>
            <a:r>
              <a:rPr lang="en-US" i="1"/>
              <a:t> --azure-monitor-workspace-resource-id $</a:t>
            </a:r>
            <a:r>
              <a:rPr lang="en-US" i="1" err="1"/>
              <a:t>amwrid</a:t>
            </a:r>
            <a:r>
              <a:rPr lang="en-US" i="1"/>
              <a:t> --</a:t>
            </a:r>
            <a:r>
              <a:rPr lang="en-US" i="1" err="1"/>
              <a:t>grafana</a:t>
            </a:r>
            <a:r>
              <a:rPr lang="en-US" i="1"/>
              <a:t>-resource-id  $</a:t>
            </a:r>
            <a:r>
              <a:rPr lang="en-US" i="1" err="1"/>
              <a:t>amgrid</a:t>
            </a:r>
            <a:endParaRPr lang="en-US" i="1"/>
          </a:p>
          <a:p>
            <a:pPr marL="342900" indent="-342900">
              <a:buFont typeface="Arial" panose="020B0604020202020204" pitchFamily="34" charset="0"/>
              <a:buChar char="•"/>
            </a:pPr>
            <a:endParaRPr lang="en-US" i="1"/>
          </a:p>
          <a:p>
            <a:pPr marL="342900" indent="-342900">
              <a:buFont typeface="Arial" panose="020B0604020202020204" pitchFamily="34" charset="0"/>
              <a:buChar char="•"/>
            </a:pPr>
            <a:r>
              <a:rPr lang="en-US" i="1">
                <a:hlinkClick r:id="rId2"/>
              </a:rPr>
              <a:t>https://learn.microsoft.com/en-us/azure/azure-monitor/containers/prometheus-metrics-scrape-default</a:t>
            </a:r>
            <a:r>
              <a:rPr lang="en-US" i="1"/>
              <a:t>  </a:t>
            </a:r>
          </a:p>
        </p:txBody>
      </p:sp>
    </p:spTree>
    <p:extLst>
      <p:ext uri="{BB962C8B-B14F-4D97-AF65-F5344CB8AC3E}">
        <p14:creationId xmlns:p14="http://schemas.microsoft.com/office/powerpoint/2010/main" val="6348613"/>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C5EB6-F08D-2898-E935-C92EAB79A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109588-2D64-E595-6E4F-3F893CE5FD06}"/>
              </a:ext>
            </a:extLst>
          </p:cNvPr>
          <p:cNvSpPr>
            <a:spLocks noGrp="1"/>
          </p:cNvSpPr>
          <p:nvPr>
            <p:ph type="title"/>
          </p:nvPr>
        </p:nvSpPr>
        <p:spPr>
          <a:xfrm>
            <a:off x="586739" y="473276"/>
            <a:ext cx="11420381" cy="553998"/>
          </a:xfrm>
        </p:spPr>
        <p:txBody>
          <a:bodyPr/>
          <a:lstStyle/>
          <a:p>
            <a:r>
              <a:rPr lang="en-US"/>
              <a:t>Metrics scrapping – Verify in AMW</a:t>
            </a:r>
          </a:p>
        </p:txBody>
      </p:sp>
      <p:pic>
        <p:nvPicPr>
          <p:cNvPr id="7" name="Picture 6">
            <a:extLst>
              <a:ext uri="{FF2B5EF4-FFF2-40B4-BE49-F238E27FC236}">
                <a16:creationId xmlns:a16="http://schemas.microsoft.com/office/drawing/2014/main" id="{2B75B5CD-1E6D-E334-629F-4CF040A7DBE8}"/>
              </a:ext>
            </a:extLst>
          </p:cNvPr>
          <p:cNvPicPr>
            <a:picLocks noChangeAspect="1"/>
          </p:cNvPicPr>
          <p:nvPr/>
        </p:nvPicPr>
        <p:blipFill>
          <a:blip r:embed="rId2"/>
          <a:stretch>
            <a:fillRect/>
          </a:stretch>
        </p:blipFill>
        <p:spPr>
          <a:xfrm>
            <a:off x="898288" y="1929021"/>
            <a:ext cx="10241490" cy="4275416"/>
          </a:xfrm>
          <a:prstGeom prst="rect">
            <a:avLst/>
          </a:prstGeom>
        </p:spPr>
      </p:pic>
    </p:spTree>
    <p:extLst>
      <p:ext uri="{BB962C8B-B14F-4D97-AF65-F5344CB8AC3E}">
        <p14:creationId xmlns:p14="http://schemas.microsoft.com/office/powerpoint/2010/main" val="3950475042"/>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F148C-390A-7310-7DF4-4D5A3F19A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9CE9A-7055-90B5-0FCC-21D4AAC02259}"/>
              </a:ext>
            </a:extLst>
          </p:cNvPr>
          <p:cNvSpPr>
            <a:spLocks noGrp="1"/>
          </p:cNvSpPr>
          <p:nvPr>
            <p:ph type="title"/>
          </p:nvPr>
        </p:nvSpPr>
        <p:spPr>
          <a:xfrm>
            <a:off x="586739" y="473276"/>
            <a:ext cx="11420381" cy="553998"/>
          </a:xfrm>
        </p:spPr>
        <p:txBody>
          <a:bodyPr/>
          <a:lstStyle/>
          <a:p>
            <a:r>
              <a:rPr lang="en-US"/>
              <a:t>Metrics scrapping –  Grafana Dashboards for K8S</a:t>
            </a:r>
          </a:p>
        </p:txBody>
      </p:sp>
      <p:pic>
        <p:nvPicPr>
          <p:cNvPr id="4" name="Picture 3">
            <a:extLst>
              <a:ext uri="{FF2B5EF4-FFF2-40B4-BE49-F238E27FC236}">
                <a16:creationId xmlns:a16="http://schemas.microsoft.com/office/drawing/2014/main" id="{15DC344E-B04A-2A0B-C36E-97C5BA344FBC}"/>
              </a:ext>
            </a:extLst>
          </p:cNvPr>
          <p:cNvPicPr>
            <a:picLocks noChangeAspect="1"/>
          </p:cNvPicPr>
          <p:nvPr/>
        </p:nvPicPr>
        <p:blipFill>
          <a:blip r:embed="rId2"/>
          <a:stretch>
            <a:fillRect/>
          </a:stretch>
        </p:blipFill>
        <p:spPr>
          <a:xfrm>
            <a:off x="799766" y="1543089"/>
            <a:ext cx="9497174" cy="5261240"/>
          </a:xfrm>
          <a:prstGeom prst="rect">
            <a:avLst/>
          </a:prstGeom>
        </p:spPr>
      </p:pic>
    </p:spTree>
    <p:extLst>
      <p:ext uri="{BB962C8B-B14F-4D97-AF65-F5344CB8AC3E}">
        <p14:creationId xmlns:p14="http://schemas.microsoft.com/office/powerpoint/2010/main" val="648250214"/>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1D743-0F4F-616C-719F-B516474AE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0E7F44-5927-CB9D-BF8D-0F578F46C4F8}"/>
              </a:ext>
            </a:extLst>
          </p:cNvPr>
          <p:cNvSpPr>
            <a:spLocks noGrp="1"/>
          </p:cNvSpPr>
          <p:nvPr>
            <p:ph type="title"/>
          </p:nvPr>
        </p:nvSpPr>
        <p:spPr>
          <a:xfrm>
            <a:off x="586739" y="473276"/>
            <a:ext cx="11420381" cy="553998"/>
          </a:xfrm>
        </p:spPr>
        <p:txBody>
          <a:bodyPr/>
          <a:lstStyle/>
          <a:p>
            <a:r>
              <a:rPr lang="en-US"/>
              <a:t>Metrics scrapping –  Grafana Dashboards for Istio</a:t>
            </a:r>
          </a:p>
        </p:txBody>
      </p:sp>
      <p:pic>
        <p:nvPicPr>
          <p:cNvPr id="7" name="Picture 6">
            <a:extLst>
              <a:ext uri="{FF2B5EF4-FFF2-40B4-BE49-F238E27FC236}">
                <a16:creationId xmlns:a16="http://schemas.microsoft.com/office/drawing/2014/main" id="{BB0B4BD4-6EDD-5C03-44F6-CEEC444035BF}"/>
              </a:ext>
            </a:extLst>
          </p:cNvPr>
          <p:cNvPicPr>
            <a:picLocks noChangeAspect="1"/>
          </p:cNvPicPr>
          <p:nvPr/>
        </p:nvPicPr>
        <p:blipFill>
          <a:blip r:embed="rId3"/>
          <a:stretch>
            <a:fillRect/>
          </a:stretch>
        </p:blipFill>
        <p:spPr>
          <a:xfrm>
            <a:off x="3107533" y="1633064"/>
            <a:ext cx="5086387" cy="4895886"/>
          </a:xfrm>
          <a:prstGeom prst="rect">
            <a:avLst/>
          </a:prstGeom>
        </p:spPr>
      </p:pic>
    </p:spTree>
    <p:extLst>
      <p:ext uri="{BB962C8B-B14F-4D97-AF65-F5344CB8AC3E}">
        <p14:creationId xmlns:p14="http://schemas.microsoft.com/office/powerpoint/2010/main" val="73861168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9796A-1D23-DF9F-E740-4C3849451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6DF03-504F-1EEA-1028-63F7B4521D7F}"/>
              </a:ext>
            </a:extLst>
          </p:cNvPr>
          <p:cNvSpPr>
            <a:spLocks noGrp="1"/>
          </p:cNvSpPr>
          <p:nvPr>
            <p:ph type="title"/>
          </p:nvPr>
        </p:nvSpPr>
        <p:spPr>
          <a:xfrm>
            <a:off x="586739" y="473276"/>
            <a:ext cx="11420381" cy="553998"/>
          </a:xfrm>
        </p:spPr>
        <p:txBody>
          <a:bodyPr/>
          <a:lstStyle/>
          <a:p>
            <a:r>
              <a:rPr lang="en-US"/>
              <a:t>Jaeger –   Distributed tracing with Istio</a:t>
            </a:r>
          </a:p>
        </p:txBody>
      </p:sp>
      <p:sp>
        <p:nvSpPr>
          <p:cNvPr id="5" name="Content Placeholder 2">
            <a:extLst>
              <a:ext uri="{FF2B5EF4-FFF2-40B4-BE49-F238E27FC236}">
                <a16:creationId xmlns:a16="http://schemas.microsoft.com/office/drawing/2014/main" id="{93FD742C-5CB0-F021-E487-22D809BE9B0B}"/>
              </a:ext>
            </a:extLst>
          </p:cNvPr>
          <p:cNvSpPr>
            <a:spLocks noGrp="1"/>
          </p:cNvSpPr>
          <p:nvPr>
            <p:ph sz="quarter" idx="10"/>
          </p:nvPr>
        </p:nvSpPr>
        <p:spPr>
          <a:xfrm>
            <a:off x="239788" y="1502931"/>
            <a:ext cx="11712424" cy="2480679"/>
          </a:xfrm>
        </p:spPr>
        <p:txBody>
          <a:bodyPr/>
          <a:lstStyle/>
          <a:p>
            <a:pPr marL="342900" indent="-342900">
              <a:buFont typeface="Arial" panose="020B0604020202020204" pitchFamily="34" charset="0"/>
              <a:buChar char="•"/>
            </a:pPr>
            <a:r>
              <a:rPr lang="en-US"/>
              <a:t>Istio leverages Envoy’s distributed tracing feature to provide tracing integration out of the box</a:t>
            </a:r>
          </a:p>
          <a:p>
            <a:pPr marL="342900" indent="-342900">
              <a:buFont typeface="Arial" panose="020B0604020202020204" pitchFamily="34" charset="0"/>
              <a:buChar char="•"/>
            </a:pPr>
            <a:r>
              <a:rPr lang="en-US"/>
              <a:t>Configures proxies to send trace spans to various tracing backends – Jaeger is one of them</a:t>
            </a:r>
          </a:p>
          <a:p>
            <a:endParaRPr lang="en-US"/>
          </a:p>
        </p:txBody>
      </p:sp>
      <p:sp>
        <p:nvSpPr>
          <p:cNvPr id="10" name="TextBox 9">
            <a:extLst>
              <a:ext uri="{FF2B5EF4-FFF2-40B4-BE49-F238E27FC236}">
                <a16:creationId xmlns:a16="http://schemas.microsoft.com/office/drawing/2014/main" id="{BB6DC11E-7CDC-8BD6-AA4A-91B0B8A4E0A9}"/>
              </a:ext>
            </a:extLst>
          </p:cNvPr>
          <p:cNvSpPr txBox="1"/>
          <p:nvPr/>
        </p:nvSpPr>
        <p:spPr>
          <a:xfrm>
            <a:off x="1058223" y="6461423"/>
            <a:ext cx="2503961" cy="307777"/>
          </a:xfrm>
          <a:prstGeom prst="rect">
            <a:avLst/>
          </a:prstGeom>
          <a:noFill/>
        </p:spPr>
        <p:txBody>
          <a:bodyPr wrap="square" lIns="0" tIns="0" rIns="0" bIns="0" rtlCol="0">
            <a:spAutoFit/>
          </a:bodyPr>
          <a:lstStyle/>
          <a:p>
            <a:pPr algn="l"/>
            <a:r>
              <a:rPr lang="en-US" sz="2000" i="1"/>
              <a:t>from jaegertracing.io</a:t>
            </a:r>
          </a:p>
        </p:txBody>
      </p:sp>
      <p:pic>
        <p:nvPicPr>
          <p:cNvPr id="12" name="Picture 11">
            <a:extLst>
              <a:ext uri="{FF2B5EF4-FFF2-40B4-BE49-F238E27FC236}">
                <a16:creationId xmlns:a16="http://schemas.microsoft.com/office/drawing/2014/main" id="{E6B21FDB-5301-5C54-CCC4-99D15C5BC3A2}"/>
              </a:ext>
            </a:extLst>
          </p:cNvPr>
          <p:cNvPicPr>
            <a:picLocks noChangeAspect="1"/>
          </p:cNvPicPr>
          <p:nvPr/>
        </p:nvPicPr>
        <p:blipFill>
          <a:blip r:embed="rId3"/>
          <a:stretch>
            <a:fillRect/>
          </a:stretch>
        </p:blipFill>
        <p:spPr>
          <a:xfrm>
            <a:off x="3366052" y="3613868"/>
            <a:ext cx="8722581" cy="3225205"/>
          </a:xfrm>
          <a:prstGeom prst="rect">
            <a:avLst/>
          </a:prstGeom>
        </p:spPr>
      </p:pic>
      <p:sp>
        <p:nvSpPr>
          <p:cNvPr id="14" name="Content Placeholder 2">
            <a:extLst>
              <a:ext uri="{FF2B5EF4-FFF2-40B4-BE49-F238E27FC236}">
                <a16:creationId xmlns:a16="http://schemas.microsoft.com/office/drawing/2014/main" id="{BCDE402E-46C1-DF8D-5068-D1DC75BDA12E}"/>
              </a:ext>
            </a:extLst>
          </p:cNvPr>
          <p:cNvSpPr txBox="1">
            <a:spLocks/>
          </p:cNvSpPr>
          <p:nvPr/>
        </p:nvSpPr>
        <p:spPr>
          <a:xfrm>
            <a:off x="678358" y="3776989"/>
            <a:ext cx="2883826" cy="2317558"/>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t>Application must propagate this information in HTTP headers</a:t>
            </a:r>
          </a:p>
          <a:p>
            <a:pPr marL="342900" indent="-342900">
              <a:buFont typeface="Arial" panose="020B0604020202020204" pitchFamily="34" charset="0"/>
              <a:buChar char="•"/>
            </a:pPr>
            <a:endParaRPr lang="en-US"/>
          </a:p>
        </p:txBody>
      </p:sp>
    </p:spTree>
    <p:extLst>
      <p:ext uri="{BB962C8B-B14F-4D97-AF65-F5344CB8AC3E}">
        <p14:creationId xmlns:p14="http://schemas.microsoft.com/office/powerpoint/2010/main" val="2596844916"/>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186AB-ABBE-C9E6-A81A-629C54A7CB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4C489-1336-C56D-D059-D4BAD6446ADE}"/>
              </a:ext>
            </a:extLst>
          </p:cNvPr>
          <p:cNvSpPr>
            <a:spLocks noGrp="1"/>
          </p:cNvSpPr>
          <p:nvPr>
            <p:ph type="title"/>
          </p:nvPr>
        </p:nvSpPr>
        <p:spPr>
          <a:xfrm>
            <a:off x="586739" y="473276"/>
            <a:ext cx="11420381" cy="553998"/>
          </a:xfrm>
        </p:spPr>
        <p:txBody>
          <a:bodyPr/>
          <a:lstStyle/>
          <a:p>
            <a:r>
              <a:rPr lang="en-US"/>
              <a:t>Jaeger –   Distributed tracing with Istio</a:t>
            </a:r>
          </a:p>
        </p:txBody>
      </p:sp>
      <p:pic>
        <p:nvPicPr>
          <p:cNvPr id="7" name="Picture 6">
            <a:extLst>
              <a:ext uri="{FF2B5EF4-FFF2-40B4-BE49-F238E27FC236}">
                <a16:creationId xmlns:a16="http://schemas.microsoft.com/office/drawing/2014/main" id="{A2AACAB8-586C-7BE1-A268-4C342C48670B}"/>
              </a:ext>
            </a:extLst>
          </p:cNvPr>
          <p:cNvPicPr>
            <a:picLocks noChangeAspect="1"/>
          </p:cNvPicPr>
          <p:nvPr/>
        </p:nvPicPr>
        <p:blipFill>
          <a:blip r:embed="rId3"/>
          <a:stretch>
            <a:fillRect/>
          </a:stretch>
        </p:blipFill>
        <p:spPr>
          <a:xfrm>
            <a:off x="586739" y="1797050"/>
            <a:ext cx="9803166" cy="4484308"/>
          </a:xfrm>
          <a:prstGeom prst="rect">
            <a:avLst/>
          </a:prstGeom>
        </p:spPr>
      </p:pic>
    </p:spTree>
    <p:extLst>
      <p:ext uri="{BB962C8B-B14F-4D97-AF65-F5344CB8AC3E}">
        <p14:creationId xmlns:p14="http://schemas.microsoft.com/office/powerpoint/2010/main" val="2081295521"/>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88062-751A-DABD-F798-7038B03054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67A2DB-13C7-4B8C-4AE1-6B8A4F094438}"/>
              </a:ext>
            </a:extLst>
          </p:cNvPr>
          <p:cNvSpPr>
            <a:spLocks noGrp="1"/>
          </p:cNvSpPr>
          <p:nvPr>
            <p:ph type="title"/>
          </p:nvPr>
        </p:nvSpPr>
        <p:spPr>
          <a:xfrm>
            <a:off x="586739" y="473276"/>
            <a:ext cx="11420381" cy="553998"/>
          </a:xfrm>
        </p:spPr>
        <p:txBody>
          <a:bodyPr/>
          <a:lstStyle/>
          <a:p>
            <a:r>
              <a:rPr lang="en-US" err="1"/>
              <a:t>Kiali</a:t>
            </a:r>
            <a:r>
              <a:rPr lang="en-US"/>
              <a:t> –   Topology view of Istio Service mesh</a:t>
            </a:r>
          </a:p>
        </p:txBody>
      </p:sp>
      <p:sp>
        <p:nvSpPr>
          <p:cNvPr id="5" name="Content Placeholder 2">
            <a:extLst>
              <a:ext uri="{FF2B5EF4-FFF2-40B4-BE49-F238E27FC236}">
                <a16:creationId xmlns:a16="http://schemas.microsoft.com/office/drawing/2014/main" id="{FC33BE89-1E32-6400-32FA-B006BC8F3EDB}"/>
              </a:ext>
            </a:extLst>
          </p:cNvPr>
          <p:cNvSpPr>
            <a:spLocks noGrp="1"/>
          </p:cNvSpPr>
          <p:nvPr>
            <p:ph sz="quarter" idx="10"/>
          </p:nvPr>
        </p:nvSpPr>
        <p:spPr>
          <a:xfrm>
            <a:off x="238386" y="1775225"/>
            <a:ext cx="7175359" cy="1886670"/>
          </a:xfrm>
        </p:spPr>
        <p:txBody>
          <a:bodyPr/>
          <a:lstStyle/>
          <a:p>
            <a:pPr marL="342900" indent="-342900">
              <a:buFont typeface="Arial" panose="020B0604020202020204" pitchFamily="34" charset="0"/>
              <a:buChar char="•"/>
            </a:pPr>
            <a:r>
              <a:rPr lang="en-US" err="1"/>
              <a:t>Kiali</a:t>
            </a:r>
            <a:r>
              <a:rPr lang="en-US"/>
              <a:t> is an observability console for Istio with service mesh configuration and validation capabilities.</a:t>
            </a:r>
          </a:p>
          <a:p>
            <a:pPr marL="342900" indent="-342900">
              <a:buFont typeface="Arial" panose="020B0604020202020204" pitchFamily="34" charset="0"/>
              <a:buChar char="•"/>
            </a:pPr>
            <a:r>
              <a:rPr lang="en-US" err="1"/>
              <a:t>Kiali</a:t>
            </a:r>
            <a:r>
              <a:rPr lang="en-US"/>
              <a:t> uses the data stored in Prometheus to figure out the mesh topology, show metrics, calculate health</a:t>
            </a:r>
          </a:p>
        </p:txBody>
      </p:sp>
      <p:pic>
        <p:nvPicPr>
          <p:cNvPr id="8" name="Picture 7">
            <a:extLst>
              <a:ext uri="{FF2B5EF4-FFF2-40B4-BE49-F238E27FC236}">
                <a16:creationId xmlns:a16="http://schemas.microsoft.com/office/drawing/2014/main" id="{00756567-EE13-5032-0036-13774AE124AF}"/>
              </a:ext>
            </a:extLst>
          </p:cNvPr>
          <p:cNvPicPr>
            <a:picLocks noChangeAspect="1"/>
          </p:cNvPicPr>
          <p:nvPr/>
        </p:nvPicPr>
        <p:blipFill>
          <a:blip r:embed="rId3"/>
          <a:stretch>
            <a:fillRect/>
          </a:stretch>
        </p:blipFill>
        <p:spPr>
          <a:xfrm>
            <a:off x="7413745" y="2636999"/>
            <a:ext cx="3837351" cy="3708936"/>
          </a:xfrm>
          <a:prstGeom prst="rect">
            <a:avLst/>
          </a:prstGeom>
        </p:spPr>
      </p:pic>
      <p:sp>
        <p:nvSpPr>
          <p:cNvPr id="10" name="TextBox 9">
            <a:extLst>
              <a:ext uri="{FF2B5EF4-FFF2-40B4-BE49-F238E27FC236}">
                <a16:creationId xmlns:a16="http://schemas.microsoft.com/office/drawing/2014/main" id="{9F9A9064-D647-A7B6-7758-C0C4CAB4D5A3}"/>
              </a:ext>
            </a:extLst>
          </p:cNvPr>
          <p:cNvSpPr txBox="1"/>
          <p:nvPr/>
        </p:nvSpPr>
        <p:spPr>
          <a:xfrm>
            <a:off x="8571506" y="6345935"/>
            <a:ext cx="1948070" cy="307777"/>
          </a:xfrm>
          <a:prstGeom prst="rect">
            <a:avLst/>
          </a:prstGeom>
          <a:noFill/>
        </p:spPr>
        <p:txBody>
          <a:bodyPr wrap="square" lIns="0" tIns="0" rIns="0" bIns="0" rtlCol="0">
            <a:spAutoFit/>
          </a:bodyPr>
          <a:lstStyle/>
          <a:p>
            <a:pPr algn="l"/>
            <a:r>
              <a:rPr lang="en-US" sz="2000" i="1"/>
              <a:t>from kiali.io</a:t>
            </a:r>
          </a:p>
        </p:txBody>
      </p:sp>
    </p:spTree>
    <p:extLst>
      <p:ext uri="{BB962C8B-B14F-4D97-AF65-F5344CB8AC3E}">
        <p14:creationId xmlns:p14="http://schemas.microsoft.com/office/powerpoint/2010/main" val="3246747930"/>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00909-FA4C-7E64-7835-48343F7EB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B84A5-2B7C-725B-1A42-286007C10C1C}"/>
              </a:ext>
            </a:extLst>
          </p:cNvPr>
          <p:cNvSpPr>
            <a:spLocks noGrp="1"/>
          </p:cNvSpPr>
          <p:nvPr>
            <p:ph type="title"/>
          </p:nvPr>
        </p:nvSpPr>
        <p:spPr>
          <a:xfrm>
            <a:off x="586739" y="473276"/>
            <a:ext cx="11420381" cy="553998"/>
          </a:xfrm>
        </p:spPr>
        <p:txBody>
          <a:bodyPr/>
          <a:lstStyle/>
          <a:p>
            <a:r>
              <a:rPr lang="en-US" err="1"/>
              <a:t>Kiali</a:t>
            </a:r>
            <a:r>
              <a:rPr lang="en-US"/>
              <a:t> –  Traffic Graph</a:t>
            </a:r>
          </a:p>
        </p:txBody>
      </p:sp>
      <p:pic>
        <p:nvPicPr>
          <p:cNvPr id="4" name="Picture 3">
            <a:extLst>
              <a:ext uri="{FF2B5EF4-FFF2-40B4-BE49-F238E27FC236}">
                <a16:creationId xmlns:a16="http://schemas.microsoft.com/office/drawing/2014/main" id="{D2ADAB72-FAE1-AD12-966F-C76EC30A7017}"/>
              </a:ext>
            </a:extLst>
          </p:cNvPr>
          <p:cNvPicPr>
            <a:picLocks noChangeAspect="1"/>
          </p:cNvPicPr>
          <p:nvPr/>
        </p:nvPicPr>
        <p:blipFill>
          <a:blip r:embed="rId3"/>
          <a:stretch>
            <a:fillRect/>
          </a:stretch>
        </p:blipFill>
        <p:spPr>
          <a:xfrm>
            <a:off x="516835" y="2014809"/>
            <a:ext cx="10511624" cy="4633322"/>
          </a:xfrm>
          <a:prstGeom prst="rect">
            <a:avLst/>
          </a:prstGeom>
        </p:spPr>
      </p:pic>
    </p:spTree>
    <p:extLst>
      <p:ext uri="{BB962C8B-B14F-4D97-AF65-F5344CB8AC3E}">
        <p14:creationId xmlns:p14="http://schemas.microsoft.com/office/powerpoint/2010/main" val="3202586055"/>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9F8841-BBBD-4248-A6AA-670EAC63CDC4}"/>
              </a:ext>
              <a:ext uri="{C183D7F6-B498-43B3-948B-1728B52AA6E4}">
                <adec:decorative xmlns:adec="http://schemas.microsoft.com/office/drawing/2017/decorative" val="1"/>
              </a:ext>
            </a:extLst>
          </p:cNvPr>
          <p:cNvSpPr/>
          <p:nvPr/>
        </p:nvSpPr>
        <p:spPr bwMode="auto">
          <a:xfrm>
            <a:off x="0" y="1963513"/>
            <a:ext cx="12192000" cy="2927802"/>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a:xfrm>
            <a:off x="575481" y="2965749"/>
            <a:ext cx="11018520" cy="923330"/>
          </a:xfrm>
        </p:spPr>
        <p:txBody>
          <a:bodyPr>
            <a:spAutoFit/>
          </a:bodyPr>
          <a:lstStyle/>
          <a:p>
            <a:r>
              <a:rPr lang="en-US" sz="6000">
                <a:solidFill>
                  <a:schemeClr val="bg1"/>
                </a:solidFill>
              </a:rPr>
              <a:t>Questions?</a:t>
            </a:r>
          </a:p>
        </p:txBody>
      </p:sp>
      <p:sp>
        <p:nvSpPr>
          <p:cNvPr id="9" name="Footer Placeholder 2">
            <a:extLst>
              <a:ext uri="{FF2B5EF4-FFF2-40B4-BE49-F238E27FC236}">
                <a16:creationId xmlns:a16="http://schemas.microsoft.com/office/drawing/2014/main" id="{7AC4F3CB-40F5-4D01-8BB6-1D1FE1099E94}"/>
              </a:ext>
            </a:extLst>
          </p:cNvPr>
          <p:cNvSpPr>
            <a:spLocks noGrp="1"/>
          </p:cNvSpPr>
          <p:nvPr>
            <p:ph type="ftr" sz="quarter" idx="3"/>
          </p:nvPr>
        </p:nvSpPr>
        <p:spPr>
          <a:xfrm>
            <a:off x="4038600" y="6539518"/>
            <a:ext cx="4114800" cy="123111"/>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a:ea typeface="+mn-ea"/>
                <a:cs typeface="+mn-cs"/>
              </a:rPr>
              <a:t>Microsoft Confidential</a:t>
            </a:r>
          </a:p>
        </p:txBody>
      </p:sp>
      <p:sp>
        <p:nvSpPr>
          <p:cNvPr id="11" name="Slide Number Placeholder 7">
            <a:extLst>
              <a:ext uri="{FF2B5EF4-FFF2-40B4-BE49-F238E27FC236}">
                <a16:creationId xmlns:a16="http://schemas.microsoft.com/office/drawing/2014/main" id="{08E0686E-B166-4606-8464-829D5D0B6AA3}"/>
              </a:ext>
            </a:extLst>
          </p:cNvPr>
          <p:cNvSpPr>
            <a:spLocks noGrp="1"/>
          </p:cNvSpPr>
          <p:nvPr>
            <p:ph type="sldNum" sz="quarter" idx="4"/>
          </p:nvPr>
        </p:nvSpPr>
        <p:spPr>
          <a:xfrm>
            <a:off x="11697272" y="6539518"/>
            <a:ext cx="404240" cy="123111"/>
          </a:xfrm>
        </p:spPr>
        <p:txBody>
          <a:bodyPr/>
          <a:lstStyle/>
          <a:p>
            <a:pPr lvl="0"/>
            <a:fld id="{8F881BB8-5469-4299-99B9-578BE3320A80}" type="slidenum">
              <a:rPr lang="en-US" noProof="0" smtClean="0"/>
              <a:pPr lvl="0"/>
              <a:t>54</a:t>
            </a:fld>
            <a:endParaRPr lang="en-US" noProof="0"/>
          </a:p>
        </p:txBody>
      </p:sp>
    </p:spTree>
    <p:custDataLst>
      <p:tags r:id="rId1"/>
    </p:custDataLst>
    <p:extLst>
      <p:ext uri="{BB962C8B-B14F-4D97-AF65-F5344CB8AC3E}">
        <p14:creationId xmlns:p14="http://schemas.microsoft.com/office/powerpoint/2010/main" val="4145703054"/>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8FBD1-F82D-4B18-B7C6-81D5AB79DB15}"/>
              </a:ext>
            </a:extLst>
          </p:cNvPr>
          <p:cNvSpPr>
            <a:spLocks noGrp="1"/>
          </p:cNvSpPr>
          <p:nvPr>
            <p:ph type="title"/>
          </p:nvPr>
        </p:nvSpPr>
        <p:spPr/>
        <p:txBody>
          <a:bodyPr/>
          <a:lstStyle/>
          <a:p>
            <a:r>
              <a:rPr lang="en-US"/>
              <a:t>Lab – Module </a:t>
            </a:r>
            <a:br>
              <a:rPr lang="en-US"/>
            </a:br>
            <a:br>
              <a:rPr lang="en-US"/>
            </a:br>
            <a:r>
              <a:rPr lang="en-US" sz="4000"/>
              <a:t>Monitoring</a:t>
            </a:r>
            <a:endParaRPr lang="en-US" sz="3200"/>
          </a:p>
        </p:txBody>
      </p:sp>
      <p:pic>
        <p:nvPicPr>
          <p:cNvPr id="10" name="Picture 9">
            <a:extLst>
              <a:ext uri="{FF2B5EF4-FFF2-40B4-BE49-F238E27FC236}">
                <a16:creationId xmlns:a16="http://schemas.microsoft.com/office/drawing/2014/main" id="{549A411F-35EE-40BB-9977-9A1C05EC1228}"/>
              </a:ext>
            </a:extLst>
          </p:cNvPr>
          <p:cNvPicPr>
            <a:picLocks noChangeAspect="1"/>
          </p:cNvPicPr>
          <p:nvPr/>
        </p:nvPicPr>
        <p:blipFill>
          <a:blip r:embed="rId3"/>
          <a:stretch>
            <a:fillRect/>
          </a:stretch>
        </p:blipFill>
        <p:spPr>
          <a:xfrm>
            <a:off x="4346448" y="0"/>
            <a:ext cx="7845552" cy="6858000"/>
          </a:xfrm>
          <a:prstGeom prst="rect">
            <a:avLst/>
          </a:prstGeom>
        </p:spPr>
      </p:pic>
    </p:spTree>
    <p:extLst>
      <p:ext uri="{BB962C8B-B14F-4D97-AF65-F5344CB8AC3E}">
        <p14:creationId xmlns:p14="http://schemas.microsoft.com/office/powerpoint/2010/main" val="412884313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MIO_NATIVESECTIONS" val="﻿&lt;?xml version=&quot;1.0&quot; encoding=&quot;utf-8&quot;?&gt;&lt;ArrayOfNativeSection xmlns:xsi=&quot;http://www.w3.org/2001/XMLSchema-instance&quot; xmlns:xsd=&quot;http://www.w3.org/2001/XMLSchema&quot;&gt;&lt;NativeSection&gt;&lt;Name&gt;Introduction to Windows PowerShell&lt;/Name&gt;&lt;FirstSlideIndex&gt;4&lt;/FirstSlideIndex&gt;&lt;SlidesCount&gt;6&lt;/SlidesCount&gt;&lt;SlideGuids&gt;&lt;guid&gt;9d9e1da7-2723-4f69-b69f-21b1693715c5&lt;/guid&gt;&lt;guid&gt;3ccd3973-1ec5-46fa-8710-ff514ce2a1f3&lt;/guid&gt;&lt;guid&gt;bc67d307-7296-45c5-86cd-00562e489dd6&lt;/guid&gt;&lt;guid&gt;672fc58f-c006-4e7b-83c2-90f4529f2400&lt;/guid&gt;&lt;guid&gt;318999cc-0be6-4be2-83d0-cb8fe10122fa&lt;/guid&gt;&lt;guid&gt;459b7d24-9e19-433a-accc-69f76be60f43&lt;/guid&gt;&lt;/SlideGuids&gt;&lt;/NativeSection&gt;&lt;NativeSection&gt;&lt;Name&gt;Introduction to Windows PowerShell - The PowerShell shell&lt;/Name&gt;&lt;FirstSlideIndex&gt;10&lt;/FirstSlideIndex&gt;&lt;SlidesCount&gt;7&lt;/SlidesCount&gt;&lt;SlideGuids&gt;&lt;guid&gt;3358efb2-d4c0-4d61-994f-75e3275fac2b&lt;/guid&gt;&lt;guid&gt;6ae3b69a-fbee-464e-ae86-3ecd39513fa0&lt;/guid&gt;&lt;guid&gt;4e0b095b-d004-4f1b-9c6b-30c2d0469d61&lt;/guid&gt;&lt;guid&gt;1d1652e4-8311-451e-9a8c-b2119571880d&lt;/guid&gt;&lt;guid&gt;aa04ec43-c604-4a73-b2eb-0ef0ee77f79c&lt;/guid&gt;&lt;guid&gt;00adf8b6-932b-4200-a1bc-c3f07f8f4d64&lt;/guid&gt;&lt;guid&gt;7e7f40d8-8d37-45ee-9724-a8bf02ad8fcf&lt;/guid&gt;&lt;/SlideGuids&gt;&lt;/NativeSection&gt;&lt;NativeSection&gt;&lt;Name&gt;Introduction to Windows PowerShell - Integrated Scripting Environment (ISE)&lt;/Name&gt;&lt;FirstSlideIndex&gt;17&lt;/FirstSlideIndex&gt;&lt;SlidesCount&gt;7&lt;/SlidesCount&gt;&lt;SlideGuids&gt;&lt;guid&gt;ca3cdbe2-c1a0-496c-8b03-963455ae08cc&lt;/guid&gt;&lt;guid&gt;b1a90355-9415-45f5-a99d-f37839064456&lt;/guid&gt;&lt;guid&gt;3bc041ee-b16c-40a8-a375-66ea1d776dc0&lt;/guid&gt;&lt;guid&gt;b6acce1c-41ec-4e65-bdcc-23f3b5b20db0&lt;/guid&gt;&lt;guid&gt;768a6834-0cfa-4d1b-b334-ac15dc4109ca&lt;/guid&gt;&lt;guid&gt;00adf8b6-932b-4200-a1bc-c3f07f8f4d64&lt;/guid&gt;&lt;guid&gt;7e7f40d8-8d37-45ee-9724-a8bf02ad8fcf&lt;/guid&gt;&lt;/SlideGuids&gt;&lt;/NativeSection&gt;&lt;NativeSection&gt;&lt;Name&gt;Introduction to Windows PowerShell - Integrated Scripting Environment (ISE) - Features&lt;/Name&gt;&lt;FirstSlideIndex&gt;24&lt;/FirstSlideIndex&gt;&lt;SlidesCount&gt;10&lt;/SlidesCount&gt;&lt;SlideGuids&gt;&lt;guid&gt;e1166bed-b1cf-4a18-b3fa-270e99523a73&lt;/guid&gt;&lt;guid&gt;1b439196-c8b3-443c-adfe-ddd445fc1dea&lt;/guid&gt;&lt;guid&gt;5db85947-b1b2-4c61-b1a6-466fcb9ccbc5&lt;/guid&gt;&lt;guid&gt;ff6facb6-682b-4525-82a1-7d48607b7e88&lt;/guid&gt;&lt;guid&gt;30280d42-31cf-4e37-be85-b7dbaab0bb92&lt;/guid&gt;&lt;guid&gt;f026dc64-98b4-4191-a399-1bde3e751c77&lt;/guid&gt;&lt;guid&gt;96dccee5-e57f-4ffe-9f58-07c261f2f193&lt;/guid&gt;&lt;guid&gt;58797128-d2cf-4e7b-ad59-8a18432caccf&lt;/guid&gt;&lt;guid&gt;00adf8b6-932b-4200-a1bc-c3f07f8f4d64&lt;/guid&gt;&lt;guid&gt;7e7f40d8-8d37-45ee-9724-a8bf02ad8fcf&lt;/guid&gt;&lt;/SlideGuids&gt;&lt;/NativeSection&gt;&lt;NativeSection&gt;&lt;Name&gt;Introduction to Commands&lt;/Name&gt;&lt;FirstSlideIndex&gt;34&lt;/FirstSlideIndex&gt;&lt;SlidesCount&gt;2&lt;/SlidesCount&gt;&lt;SlideGuids&gt;&lt;guid&gt;1f669531-dd69-4ef9-a692-f0ee18299d4d&lt;/guid&gt;&lt;guid&gt;3ccd3973-1ec5-46fa-8710-ff514ce2a1f3&lt;/guid&gt;&lt;/SlideGuids&gt;&lt;/NativeSection&gt;&lt;NativeSection&gt;&lt;Name&gt;Introduction to Commands - External Commands&lt;/Name&gt;&lt;FirstSlideIndex&gt;36&lt;/FirstSlideIndex&gt;&lt;SlidesCount&gt;5&lt;/SlidesCount&gt;&lt;SlideGuids&gt;&lt;guid&gt;3feb09ab-e4a3-4df2-b9b2-7c59bed53a69&lt;/guid&gt;&lt;guid&gt;6f878c01-a3eb-40d3-a213-c43f4a3ab641&lt;/guid&gt;&lt;guid&gt;cb107531-a8e9-469d-b5bd-c28436624552&lt;/guid&gt;&lt;guid&gt;6b3f75de-a037-4381-8fc8-618b7e265e56&lt;/guid&gt;&lt;guid&gt;7e7f40d8-8d37-45ee-9724-a8bf02ad8fcf&lt;/guid&gt;&lt;/SlideGuids&gt;&lt;/NativeSection&gt;&lt;NativeSection&gt;&lt;Name&gt;Introduction to Commands - PowerShell commands&lt;/Name&gt;&lt;FirstSlideIndex&gt;41&lt;/FirstSlideIndex&gt;&lt;SlidesCount&gt;12&lt;/SlidesCount&gt;&lt;SlideGuids&gt;&lt;guid&gt;426e1b04-391b-466b-bc29-8a42babefe40&lt;/guid&gt;&lt;guid&gt;a0578b4a-a1e6-4f54-93e4-8bf201accac6&lt;/guid&gt;&lt;guid&gt;a6d5c4db-5b9a-49b0-b2ba-bd0b3bff0758&lt;/guid&gt;&lt;guid&gt;b8052ebc-3fa8-4abe-9c2e-59c3bb4707ee&lt;/guid&gt;&lt;guid&gt;b794a4d1-9791-4bab-b28e-5253577824c6&lt;/guid&gt;&lt;guid&gt;0998e991-5e28-429f-9c2c-28193cee6032&lt;/guid&gt;&lt;guid&gt;4986f64a-99cf-404c-b710-071ed6bff202&lt;/guid&gt;&lt;guid&gt;9d70877b-88a2-415b-b023-87e5f0f10101&lt;/guid&gt;&lt;guid&gt;62563174-4078-46c5-a87c-d458e27091aa&lt;/guid&gt;&lt;guid&gt;bcf04dda-96d7-464b-ab84-ae63980a8e84&lt;/guid&gt;&lt;guid&gt;0e9c346d-8ca7-47d7-a3ea-dd9761e48c90&lt;/guid&gt;&lt;guid&gt;7e7f40d8-8d37-45ee-9724-a8bf02ad8fcf&lt;/guid&gt;&lt;/SlideGuids&gt;&lt;/NativeSection&gt;&lt;NativeSection&gt;&lt;Name&gt;Introduction to Commands - Cmdlet Syntax&lt;/Name&gt;&lt;FirstSlideIndex&gt;53&lt;/FirstSlideIndex&gt;&lt;SlidesCount&gt;14&lt;/SlidesCount&gt;&lt;SlideGuids&gt;&lt;guid&gt;7209000d-aa96-4e20-a91c-501ebc107778&lt;/guid&gt;&lt;guid&gt;f01cb306-9e1f-4590-9e38-bbf493ef8b1f&lt;/guid&gt;&lt;guid&gt;27b66761-f25d-4ebf-b7cd-c087bafe2652&lt;/guid&gt;&lt;guid&gt;7209000d-aa96-4e20-a91c-501ebc107778&lt;/guid&gt;&lt;guid&gt;7209000d-aa96-4e20-a91c-501ebc107778&lt;/guid&gt;&lt;guid&gt;7209000d-aa96-4e20-a91c-501ebc107778&lt;/guid&gt;&lt;guid&gt;7209000d-aa96-4e20-a91c-501ebc107778&lt;/guid&gt;&lt;guid&gt;7209000d-aa96-4e20-a91c-501ebc107778&lt;/guid&gt;&lt;guid&gt;7209000d-aa96-4e20-a91c-501ebc107778&lt;/guid&gt;&lt;guid&gt;5be2a765-e72f-40ef-9415-d6db991094bf&lt;/guid&gt;&lt;guid&gt;0c6b5fa0-27fa-4460-9bdd-29a275a83938&lt;/guid&gt;&lt;guid&gt;6806274d-ae00-4671-bcc4-6c446fd75137&lt;/guid&gt;&lt;guid&gt;eff1ad0d-edff-4696-b71d-26e747cd86cc&lt;/guid&gt;&lt;guid&gt;7e7f40d8-8d37-45ee-9724-a8bf02ad8fcf&lt;/guid&gt;&lt;/SlideGuids&gt;&lt;/NativeSection&gt;&lt;NativeSection&gt;&lt;Name&gt;Introduction to Commands - Cmdlet Common Parameters&lt;/Name&gt;&lt;FirstSlideIndex&gt;67&lt;/FirstSlideIndex&gt;&lt;SlidesCount&gt;12&lt;/SlidesCount&gt;&lt;SlideGuids&gt;&lt;guid&gt;9654f450-f019-44e6-b65b-d1bb1c9ab9cf&lt;/guid&gt;&lt;guid&gt;3f57c3d8-ad09-42db-8b7f-fb53311bbcb1&lt;/guid&gt;&lt;guid&gt;1b20324c-120d-4cd2-829e-ef4a36f4353a&lt;/guid&gt;&lt;guid&gt;cac7793a-fc43-4ff7-bf41-3e011449d657&lt;/guid&gt;&lt;guid&gt;8f045e5b-b095-40cd-80a0-6e971422544f&lt;/guid&gt;&lt;guid&gt;95714aaa-8dfb-4b1e-8b1e-37271dd273fa&lt;/guid&gt;&lt;guid&gt;9ab87bb2-7e8f-4af4-a94a-a8610fdccfdc&lt;/guid&gt;&lt;guid&gt;777d5f4b-0b2a-4316-82e8-5d730bbccaab&lt;/guid&gt;&lt;guid&gt;4654dda3-5a19-4678-8030-b1706eb3eb3f&lt;/guid&gt;&lt;guid&gt;2446594d-bc9d-40a4-8baa-b7757caf755f&lt;/guid&gt;&lt;guid&gt;b9cda98c-f984-44d2-949b-c0a768deba69&lt;/guid&gt;&lt;guid&gt;7e7f40d8-8d37-45ee-9724-a8bf02ad8fcf&lt;/guid&gt;&lt;/SlideGuids&gt;&lt;/NativeSection&gt;&lt;NativeSection&gt;&lt;Name&gt;Introduction to Commands - Command Termination and Line Continuation&lt;/Name&gt;&lt;FirstSlideIndex&gt;79&lt;/FirstSlideIndex&gt;&lt;SlidesCount&gt;8&lt;/SlidesCount&gt;&lt;SlideGuids&gt;&lt;guid&gt;1a25d4e7-21ea-4c9d-82ca-1c4d40b802e6&lt;/guid&gt;&lt;guid&gt;d4fc2cfb-1f4c-4284-9a90-8a9dfac87a51&lt;/guid&gt;&lt;guid&gt;00691e86-e96c-4ad2-9f74-ef4b3fa2693f&lt;/guid&gt;&lt;guid&gt;24f45a39-5d68-4f45-9666-28a431578cb4&lt;/guid&gt;&lt;guid&gt;cda6b029-eec0-4e35-9554-8139afb73cdf&lt;/guid&gt;&lt;guid&gt;ed0db01f-b035-4031-8354-c833afab6954&lt;/guid&gt;&lt;guid&gt;ae2f9860-d0e5-45d9-aeb9-b8c30276d763&lt;/guid&gt;&lt;guid&gt;7e7f40d8-8d37-45ee-9724-a8bf02ad8fcf&lt;/guid&gt;&lt;/SlideGuids&gt;&lt;/NativeSection&gt;&lt;NativeSection&gt;&lt;Name&gt;Introduction to Commands - Built-in Aliases&lt;/Name&gt;&lt;FirstSlideIndex&gt;87&lt;/FirstSlideIndex&gt;&lt;SlidesCount&gt;5&lt;/SlidesCount&gt;&lt;SlideGuids&gt;&lt;guid&gt;daa0c646-4964-4677-b662-6d7b5bde0af7&lt;/guid&gt;&lt;guid&gt;4df4c6eb-d2a5-4e73-bc8d-d337ce32b5c8&lt;/guid&gt;&lt;guid&gt;c1f56b12-3707-4f35-8733-39b9c38473e9&lt;/guid&gt;&lt;guid&gt;a3c72e30-c9fd-41a2-81b7-774a592681f2&lt;/guid&gt;&lt;guid&gt;7e7f40d8-8d37-45ee-9724-a8bf02ad8fcf&lt;/guid&gt;&lt;/SlideGuids&gt;&lt;/NativeSection&gt;&lt;NativeSection&gt;&lt;Name&gt;Introduction to Commands - User-defined Aliases&lt;/Name&gt;&lt;FirstSlideIndex&gt;92&lt;/FirstSlideIndex&gt;&lt;SlidesCount&gt;5&lt;/SlidesCount&gt;&lt;SlideGuids&gt;&lt;guid&gt;a7c2d5d0-e482-48f2-9014-d873da40f698&lt;/guid&gt;&lt;guid&gt;aa04ec43-c604-4a73-b2eb-0ef0ee77f79c&lt;/guid&gt;&lt;guid&gt;7209000d-aa96-4e20-a91c-501ebc107778&lt;/guid&gt;&lt;guid&gt;20c1946b-9a3c-4b0a-ba7c-74353ae716f5&lt;/guid&gt;&lt;guid&gt;7e7f40d8-8d37-45ee-9724-a8bf02ad8fcf&lt;/guid&gt;&lt;/SlideGuids&gt;&lt;/NativeSection&gt;&lt;NativeSection&gt;&lt;Name&gt;Introduction to Commands - Lab: Introduction to Commands&lt;/Name&gt;&lt;FirstSlideIndex&gt;97&lt;/FirstSlideIndex&gt;&lt;SlidesCount&gt;2&lt;/SlidesCount&gt;&lt;SlideGuids&gt;&lt;guid&gt;e5936d9c-b546-443b-afcc-e10e11a5dae6&lt;/guid&gt;&lt;guid&gt;1e5e1ebb-e8bf-4fba-87f5-5fca36bd0235&lt;/guid&gt;&lt;/SlideGuids&gt;&lt;/NativeSection&gt;&lt;/ArrayOfNativeSection&gt;"/>
  <p:tag name="MIO_EKGUID" val="602ca75f-b92d-4d33-a8d7-07e8571bebc5"/>
  <p:tag name="MIO_UPDATE" val="True"/>
  <p:tag name="MIO_VERSION" val="30.03.2020 15:44:06"/>
  <p:tag name="MIO_DBID" val="12B0C59E-2253-4124-A5E9-470ADF4CB168"/>
  <p:tag name="MIO_LASTDOWNLOADED" val="30.03.2020 17:44:54"/>
  <p:tag name="MIO_OBJECTNAME" val="Module Dark Grey"/>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GUID" val="77499e9a-31aa-40e0-aa71-ba32caef6098"/>
  <p:tag name="MIO_EKGUID" val="dadf7f33-1b3b-444f-82e3-91528bb138ab"/>
  <p:tag name="MIO_UPDATE" val="True"/>
  <p:tag name="MIO_VERSION" val="30.03.2020 15:44:05"/>
  <p:tag name="MIO_DBID" val="12b0c59e-2253-4124-a5e9-470adf4cb168"/>
  <p:tag name="MIO_LASTDOWNLOADED" val="30.03.2020 15:44:51"/>
  <p:tag name="MIO_OBJECTNAME" val="Title"/>
  <p:tag name="MIO_LASTEDITORNAME" val="Devid Treuling"/>
</p:tagLst>
</file>

<file path=ppt/tags/tag3.xml><?xml version="1.0" encoding="utf-8"?>
<p:tagLst xmlns:a="http://schemas.openxmlformats.org/drawingml/2006/main" xmlns:r="http://schemas.openxmlformats.org/officeDocument/2006/relationships" xmlns:p="http://schemas.openxmlformats.org/presentationml/2006/main">
  <p:tag name="MIO_GUID" val="55a10cb0-526b-427f-b329-564b9d813585"/>
  <p:tag name="MIO_EKGUID" val="16198fbd-a8ef-4b10-90b5-600ff933c912"/>
  <p:tag name="MIO_UPDATE" val="True"/>
  <p:tag name="MIO_VERSION" val="30.03.2020 15:44:05"/>
  <p:tag name="MIO_DBID" val="12b0c59e-2253-4124-a5e9-470adf4cb168"/>
  <p:tag name="MIO_LASTDOWNLOADED" val="30.03.2020 15:44:51"/>
  <p:tag name="MIO_OBJECTNAME" val="Disclaimer"/>
  <p:tag name="MIO_LASTEDITORNAME" val="Devid Treuling"/>
</p:tagLst>
</file>

<file path=ppt/tags/tag4.xml><?xml version="1.0" encoding="utf-8"?>
<p:tagLst xmlns:a="http://schemas.openxmlformats.org/drawingml/2006/main" xmlns:r="http://schemas.openxmlformats.org/officeDocument/2006/relationships" xmlns:p="http://schemas.openxmlformats.org/presentationml/2006/main">
  <p:tag name="MIO_GUID" val="3f15d768-aaeb-472a-a613-08046adda187"/>
  <p:tag name="MIO_EKGUID" val="66b2b442-327e-43dd-bd4d-df915862f5d3"/>
  <p:tag name="MIO_UPDATE" val="True"/>
  <p:tag name="MIO_VERSION" val="30.03.2020 15:44:05"/>
  <p:tag name="MIO_DBID" val="12b0c59e-2253-4124-a5e9-470adf4cb168"/>
  <p:tag name="MIO_LASTDOWNLOADED" val="30.03.2020 15:44:51"/>
  <p:tag name="MIO_OBJECTNAME" val="Learning Units covered in this Module"/>
  <p:tag name="MIO_LASTEDITORNAME" val="Devid Treuling"/>
</p:tagLst>
</file>

<file path=ppt/tags/tag5.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a97e8222-500f-45cb-8331-4583a822eeb0"/>
  <p:tag name="MIO_UPDATE" val="True"/>
  <p:tag name="MIO_VERSION" val="30.03.2020 15:44:05"/>
  <p:tag name="MIO_DBID" val="12b0c59e-2253-4124-a5e9-470adf4cb168"/>
  <p:tag name="MIO_LASTDOWNLOADED" val="30.03.2020 15:44:51"/>
  <p:tag name="MIO_OBJECTNAME" val="Objectives"/>
  <p:tag name="MIO_LASTEDITORNAME" val="Devid Treuling"/>
</p:tagLst>
</file>

<file path=ppt/tags/tag6.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b0bc2a4e-b359-41fd-8d02-f26205a8e61a"/>
  <p:tag name="MIO_UPDATE" val="True"/>
  <p:tag name="MIO_VERSION" val="30.03.2020 15:44:05"/>
  <p:tag name="MIO_DBID" val="12b0c59e-2253-4124-a5e9-470adf4cb168"/>
  <p:tag name="MIO_LASTDOWNLOADED" val="30.03.2020 15:44:52"/>
  <p:tag name="MIO_OBJECTNAME" val="Questions?"/>
  <p:tag name="MIO_LASTEDITORNAME" val="Devid Treuling"/>
</p:tagLst>
</file>

<file path=ppt/theme/theme1.xml><?xml version="1.0" encoding="utf-8"?>
<a:theme xmlns:a="http://schemas.openxmlformats.org/drawingml/2006/main" name="White Template">
  <a:themeElements>
    <a:clrScheme name="Custom 2">
      <a:dk1>
        <a:srgbClr val="000000"/>
      </a:dk1>
      <a:lt1>
        <a:srgbClr val="FFFFFF"/>
      </a:lt1>
      <a:dk2>
        <a:srgbClr val="243A5E"/>
      </a:dk2>
      <a:lt2>
        <a:srgbClr val="E6E6E6"/>
      </a:lt2>
      <a:accent1>
        <a:srgbClr val="0078D4"/>
      </a:accent1>
      <a:accent2>
        <a:srgbClr val="243A5E"/>
      </a:accent2>
      <a:accent3>
        <a:srgbClr val="50E6FF"/>
      </a:accent3>
      <a:accent4>
        <a:srgbClr val="008575"/>
      </a:accent4>
      <a:accent5>
        <a:srgbClr val="274B47"/>
      </a:accent5>
      <a:accent6>
        <a:srgbClr val="000000"/>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FY22 Unified Support Deck_R2" id="{87F4FB34-706C-3B40-A2F5-AAB55F65BD79}" vid="{83F148C1-8898-3D42-A66A-0DC42327C7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9BC7A8EC74B74F8EB826872BF35821" ma:contentTypeVersion="11" ma:contentTypeDescription="Create a new document." ma:contentTypeScope="" ma:versionID="98f8333384bacb13134c50c15d5bcc22">
  <xsd:schema xmlns:xsd="http://www.w3.org/2001/XMLSchema" xmlns:xs="http://www.w3.org/2001/XMLSchema" xmlns:p="http://schemas.microsoft.com/office/2006/metadata/properties" xmlns:ns1="http://schemas.microsoft.com/sharepoint/v3" xmlns:ns2="fe7a4c3d-94ce-45db-961b-252eaa2a0914" targetNamespace="http://schemas.microsoft.com/office/2006/metadata/properties" ma:root="true" ma:fieldsID="760a6c141a50ce6b1373ff46f6810f2c" ns1:_="" ns2:_="">
    <xsd:import namespace="http://schemas.microsoft.com/sharepoint/v3"/>
    <xsd:import namespace="fe7a4c3d-94ce-45db-961b-252eaa2a091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e7a4c3d-94ce-45db-961b-252eaa2a091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3" nillable="true" ma:displayName="MediaServiceBillingMetadata" ma:hidden="true" ma:internalName="MediaServiceBillingMetadata"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4.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5.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6.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7.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8.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1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1.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1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3.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5.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16.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1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8.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19.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20.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2.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3.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4.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5.xml><?xml version="1.0" encoding="utf-8"?>
<?mso-contentType ?>
<FormTemplates xmlns="http://schemas.microsoft.com/sharepoint/v3/contenttype/forms">
  <Display>DocumentLibraryForm</Display>
  <Edit>DocumentLibraryForm</Edit>
  <New>DocumentLibraryForm</New>
</FormTemplates>
</file>

<file path=customXml/item26.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7.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2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29.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0.xml><?xml version="1.0" encoding="utf-8"?>
<pd:PersonalizationDefinition xmlns:pd="Strauss.PersonalizationDefinition" name="">
  <pd:DataReferenceList>
    <pd:DataReference datasourceID="feebff45-792f-402d-b0b2-aef9b0ece030" dataFieldID="c025b050-8f9b-4a58-8690-6c2d0d1906cd" variableListUniqueId="d6c5d8a6-45b5-4a0e-b0e7-cf1e0e53bdd5"/>
  </pd:DataReferenceList>
  <pd:VariableReplacementDescriptor name="" desc="" uid="">
    <pd:DataReferenceList>
      <pd:DataReference datasourceID="feebff45-792f-402d-b0b2-aef9b0ece030" dataFieldID="c025b050-8f9b-4a58-8690-6c2d0d1906cd" variableListUniqueId="d6c5d8a6-45b5-4a0e-b0e7-cf1e0e53bdd5"/>
    </pd:DataReferenceList>
  </pd:VariableReplacementDescriptor>
</pd:PersonalizationDefinition>
</file>

<file path=customXml/item31.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2.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3.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34.xml><?xml version="1.0" encoding="utf-8"?>
<pd:PersonalizationDefinition xmlns:pd="Strauss.PersonalizationDefinition" name="">
  <pd:DataReferenceList>
    <pd:DataReference datasourceID="feebff45-792f-402d-b0b2-aef9b0ece030" dataFieldID="28848184-58cd-4812-928e-93f2c559a8a3" variableListUniqueId="d6c5d8a6-45b5-4a0e-b0e7-cf1e0e53bdd5"/>
  </pd:DataReferenceList>
  <pd:VariableReplacementDescriptor name="" desc="" uid="">
    <pd:DataReferenceList>
      <pd:DataReference datasourceID="feebff45-792f-402d-b0b2-aef9b0ece030" dataFieldID="28848184-58cd-4812-928e-93f2c559a8a3" variableListUniqueId="d6c5d8a6-45b5-4a0e-b0e7-cf1e0e53bdd5"/>
    </pd:DataReferenceList>
  </pd:VariableReplacementDescriptor>
</pd:PersonalizationDefinition>
</file>

<file path=customXml/item35.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6.xml><?xml version="1.0" encoding="utf-8"?>
<pd:PersonalizationDefinition xmlns:pd="Strauss.PersonalizationDefinition" name="">
  <pd:DataReferenceList>
    <pd:DataReference datasourceID="feebff45-792f-402d-b0b2-aef9b0ece030" dataFieldID="374fd9d5-855e-45a6-988d-265ad64af7ed" variableListUniqueId="d6c5d8a6-45b5-4a0e-b0e7-cf1e0e53bdd5"/>
  </pd:DataReferenceList>
  <pd:VariableReplacementDescriptor name="" desc="" uid="">
    <pd:DataReferenceList>
      <pd:DataReference datasourceID="feebff45-792f-402d-b0b2-aef9b0ece030" dataFieldID="374fd9d5-855e-45a6-988d-265ad64af7ed" variableListUniqueId="d6c5d8a6-45b5-4a0e-b0e7-cf1e0e53bdd5"/>
    </pd:DataReferenceList>
  </pd:VariableReplacementDescriptor>
</pd:PersonalizationDefinition>
</file>

<file path=customXml/item37.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8.xml><?xml version="1.0" encoding="utf-8"?>
<pd:PersonalizationDefinition xmlns:pd="Strauss.PersonalizationDefinition" name="">
  <pd:DataReferenceList>
    <pd:DataReference datasourceID="feebff45-792f-402d-b0b2-aef9b0ece030" dataFieldID="a78158d4-b298-4902-80db-79e424cd0391" variableListUniqueId="d6c5d8a6-45b5-4a0e-b0e7-cf1e0e53bdd5"/>
  </pd:DataReferenceList>
  <pd:VariableReplacementDescriptor name="" desc="" uid="">
    <pd:DataReferenceList>
      <pd:DataReference datasourceID="feebff45-792f-402d-b0b2-aef9b0ece030" dataFieldID="a78158d4-b298-4902-80db-79e424cd0391" variableListUniqueId="d6c5d8a6-45b5-4a0e-b0e7-cf1e0e53bdd5"/>
    </pd:DataReferenceList>
  </pd:VariableReplacementDescriptor>
</pd:PersonalizationDefinition>
</file>

<file path=customXml/item39.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LengthInSeconds xmlns="fe7a4c3d-94ce-45db-961b-252eaa2a0914" xsi:nil="true"/>
  </documentManagement>
</p:properties>
</file>

<file path=customXml/item40.xml><?xml version="1.0" encoding="utf-8"?>
<pd:PersonalizationDefinition xmlns:pd="Strauss.PersonalizationDefinition" name="">
  <pd:DataReferenceList>
    <pd:DataReference datasourceID="feebff45-792f-402d-b0b2-aef9b0ece030" dataFieldID="0fc3de7b-ed55-4ec3-b286-0b42951918c3" variableListUniqueId="d6c5d8a6-45b5-4a0e-b0e7-cf1e0e53bdd5"/>
  </pd:DataReferenceList>
  <pd:VariableReplacementDescriptor name="" desc="" uid="">
    <pd:DataReferenceList>
      <pd:DataReference datasourceID="feebff45-792f-402d-b0b2-aef9b0ece030" dataFieldID="0fc3de7b-ed55-4ec3-b286-0b42951918c3" variableListUniqueId="d6c5d8a6-45b5-4a0e-b0e7-cf1e0e53bdd5"/>
    </pd:DataReferenceList>
  </pd:VariableReplacementDescriptor>
</pd:PersonalizationDefinition>
</file>

<file path=customXml/itemProps1.xml><?xml version="1.0" encoding="utf-8"?>
<ds:datastoreItem xmlns:ds="http://schemas.openxmlformats.org/officeDocument/2006/customXml" ds:itemID="{7EC47051-1BA1-41AB-B000-B6BFCEF2C726}"/>
</file>

<file path=customXml/itemProps2.xml><?xml version="1.0" encoding="utf-8"?>
<ds:datastoreItem xmlns:ds="http://schemas.openxmlformats.org/officeDocument/2006/customXml" ds:itemID="{11767EAE-0FC6-472D-9D35-EB3533243F22}">
  <ds:schemaRefs>
    <ds:schemaRef ds:uri="Strauss.PersonalizationDefinition"/>
  </ds:schemaRefs>
</ds:datastoreItem>
</file>

<file path=customXml/itemProps3.xml><?xml version="1.0" encoding="utf-8"?>
<ds:datastoreItem xmlns:ds="http://schemas.openxmlformats.org/officeDocument/2006/customXml" ds:itemID="{D55AC15F-0A03-4D96-AA43-65FC3DCE2717}">
  <ds:schemaRefs>
    <ds:schemaRef ds:uri="Strauss.PersonalizationDefinition"/>
  </ds:schemaRefs>
</ds:datastoreItem>
</file>

<file path=customXml/itemProps4.xml><?xml version="1.0" encoding="utf-8"?>
<ds:datastoreItem xmlns:ds="http://schemas.openxmlformats.org/officeDocument/2006/customXml" ds:itemID="{B09E3EAE-66CA-4A91-A5FE-A34A70B099ED}">
  <ds:schemaRefs>
    <ds:schemaRef ds:uri="Strauss.PersonalizationDefinition"/>
  </ds:schemaRefs>
</ds:datastoreItem>
</file>

<file path=customXml/itemProps5.xml><?xml version="1.0" encoding="utf-8"?>
<ds:datastoreItem xmlns:ds="http://schemas.openxmlformats.org/officeDocument/2006/customXml" ds:itemID="{6552B3D2-5F72-49FB-8B35-AFE12BF36804}">
  <ds:schemaRefs>
    <ds:schemaRef ds:uri="Strauss.PersonalizationDefinition"/>
  </ds:schemaRefs>
</ds:datastoreItem>
</file>

<file path=customXml/itemProps6.xml><?xml version="1.0" encoding="utf-8"?>
<ds:datastoreItem xmlns:ds="http://schemas.openxmlformats.org/officeDocument/2006/customXml" ds:itemID="{4C485A9E-99A8-4277-BE90-E837A967DB2E}">
  <ds:schemaRefs>
    <ds:schemaRef ds:uri="Strauss.PersonalizationDefinition"/>
  </ds:schemaRefs>
</ds:datastoreItem>
</file>

<file path=customXml/itemProps7.xml><?xml version="1.0" encoding="utf-8"?>
<ds:datastoreItem xmlns:ds="http://schemas.openxmlformats.org/officeDocument/2006/customXml" ds:itemID="{ECCE7DC3-F525-4E76-8812-56FCA2D21E50}">
  <ds:schemaRefs>
    <ds:schemaRef ds:uri="Strauss.PersonalizationDefinition"/>
  </ds:schemaRefs>
</ds:datastoreItem>
</file>

<file path=customXml/itemProps8.xml><?xml version="1.0" encoding="utf-8"?>
<ds:datastoreItem xmlns:ds="http://schemas.openxmlformats.org/officeDocument/2006/customXml" ds:itemID="{A0EED17B-F609-411E-840C-8A361DF5E053}">
  <ds:schemaRefs>
    <ds:schemaRef ds:uri="Strauss.PersonalizationDefinition"/>
  </ds:schemaRefs>
</ds:datastoreItem>
</file>

<file path=customXml/itemProps9.xml><?xml version="1.0" encoding="utf-8"?>
<ds:datastoreItem xmlns:ds="http://schemas.openxmlformats.org/officeDocument/2006/customXml" ds:itemID="{734F6CED-B619-41E0-BEDE-58B64D5F5EB2}">
  <ds:schemaRefs>
    <ds:schemaRef ds:uri="Strauss.PersonalizationDefinition"/>
  </ds:schemaRefs>
</ds:datastoreItem>
</file>

<file path=customXml/itemProps10.xml><?xml version="1.0" encoding="utf-8"?>
<ds:datastoreItem xmlns:ds="http://schemas.openxmlformats.org/officeDocument/2006/customXml" ds:itemID="{D7FDC28F-4CBD-40ED-9D33-0A1360D5DEC4}">
  <ds:schemaRefs>
    <ds:schemaRef ds:uri="Strauss.PersonalizationDefinition"/>
  </ds:schemaRefs>
</ds:datastoreItem>
</file>

<file path=customXml/itemProps11.xml><?xml version="1.0" encoding="utf-8"?>
<ds:datastoreItem xmlns:ds="http://schemas.openxmlformats.org/officeDocument/2006/customXml" ds:itemID="{A09B3D8F-A36C-4B6D-871D-C53F61DFD219}">
  <ds:schemaRefs>
    <ds:schemaRef ds:uri="Strauss.PersonalizationDefinition"/>
  </ds:schemaRefs>
</ds:datastoreItem>
</file>

<file path=customXml/itemProps12.xml><?xml version="1.0" encoding="utf-8"?>
<ds:datastoreItem xmlns:ds="http://schemas.openxmlformats.org/officeDocument/2006/customXml" ds:itemID="{7BE5F28F-50CA-40F1-A02E-E794FE33362D}">
  <ds:schemaRefs>
    <ds:schemaRef ds:uri="Strauss.PersonalizationDefinition"/>
  </ds:schemaRefs>
</ds:datastoreItem>
</file>

<file path=customXml/itemProps13.xml><?xml version="1.0" encoding="utf-8"?>
<ds:datastoreItem xmlns:ds="http://schemas.openxmlformats.org/officeDocument/2006/customXml" ds:itemID="{FC25CD5D-A9DA-407F-9106-47BDA14BCED9}">
  <ds:schemaRefs>
    <ds:schemaRef ds:uri="Strauss.PersonalizationDefinition"/>
  </ds:schemaRefs>
</ds:datastoreItem>
</file>

<file path=customXml/itemProps14.xml><?xml version="1.0" encoding="utf-8"?>
<ds:datastoreItem xmlns:ds="http://schemas.openxmlformats.org/officeDocument/2006/customXml" ds:itemID="{F56EB5D8-3CD5-48EE-9536-13CF2B9AC25D}">
  <ds:schemaRefs>
    <ds:schemaRef ds:uri="Strauss.PersonalizationDefinition"/>
  </ds:schemaRefs>
</ds:datastoreItem>
</file>

<file path=customXml/itemProps15.xml><?xml version="1.0" encoding="utf-8"?>
<ds:datastoreItem xmlns:ds="http://schemas.openxmlformats.org/officeDocument/2006/customXml" ds:itemID="{E7EBEF02-C69B-46E0-B38A-E51611CE5254}">
  <ds:schemaRefs>
    <ds:schemaRef ds:uri="Strauss.PersonalizationDefinition"/>
  </ds:schemaRefs>
</ds:datastoreItem>
</file>

<file path=customXml/itemProps16.xml><?xml version="1.0" encoding="utf-8"?>
<ds:datastoreItem xmlns:ds="http://schemas.openxmlformats.org/officeDocument/2006/customXml" ds:itemID="{DF333A1B-0A9C-4DA8-ADAB-4378B69FDC48}">
  <ds:schemaRefs>
    <ds:schemaRef ds:uri="Strauss.PersonalizationDefinition"/>
  </ds:schemaRefs>
</ds:datastoreItem>
</file>

<file path=customXml/itemProps17.xml><?xml version="1.0" encoding="utf-8"?>
<ds:datastoreItem xmlns:ds="http://schemas.openxmlformats.org/officeDocument/2006/customXml" ds:itemID="{82C716E8-B770-4139-99B0-F35B9C64B90F}">
  <ds:schemaRefs>
    <ds:schemaRef ds:uri="Strauss.PersonalizationDefinition"/>
  </ds:schemaRefs>
</ds:datastoreItem>
</file>

<file path=customXml/itemProps18.xml><?xml version="1.0" encoding="utf-8"?>
<ds:datastoreItem xmlns:ds="http://schemas.openxmlformats.org/officeDocument/2006/customXml" ds:itemID="{C1060A51-5976-4775-97EE-ABE1B1E4972A}">
  <ds:schemaRefs>
    <ds:schemaRef ds:uri="Strauss.PersonalizationDefinition"/>
  </ds:schemaRefs>
</ds:datastoreItem>
</file>

<file path=customXml/itemProps19.xml><?xml version="1.0" encoding="utf-8"?>
<ds:datastoreItem xmlns:ds="http://schemas.openxmlformats.org/officeDocument/2006/customXml" ds:itemID="{4A3F169F-E27D-4A25-888C-4C5D83BAC082}">
  <ds:schemaRefs>
    <ds:schemaRef ds:uri="Strauss.PersonalizationDefinition"/>
  </ds:schemaRefs>
</ds:datastoreItem>
</file>

<file path=customXml/itemProps20.xml><?xml version="1.0" encoding="utf-8"?>
<ds:datastoreItem xmlns:ds="http://schemas.openxmlformats.org/officeDocument/2006/customXml" ds:itemID="{B228D3F7-8445-4CE7-92DC-AC7FE2D5A2AF}">
  <ds:schemaRefs>
    <ds:schemaRef ds:uri="Strauss.PersonalizationDefinition"/>
  </ds:schemaRefs>
</ds:datastoreItem>
</file>

<file path=customXml/itemProps21.xml><?xml version="1.0" encoding="utf-8"?>
<ds:datastoreItem xmlns:ds="http://schemas.openxmlformats.org/officeDocument/2006/customXml" ds:itemID="{32920470-F086-4197-B6FE-12027DE25DCC}">
  <ds:schemaRefs>
    <ds:schemaRef ds:uri="Strauss.PersonalizationDefinition"/>
  </ds:schemaRefs>
</ds:datastoreItem>
</file>

<file path=customXml/itemProps22.xml><?xml version="1.0" encoding="utf-8"?>
<ds:datastoreItem xmlns:ds="http://schemas.openxmlformats.org/officeDocument/2006/customXml" ds:itemID="{68BE9F8F-073F-46B7-B2D0-86DC8E2E9DCE}">
  <ds:schemaRefs>
    <ds:schemaRef ds:uri="Strauss.PersonalizationDefinition"/>
  </ds:schemaRefs>
</ds:datastoreItem>
</file>

<file path=customXml/itemProps23.xml><?xml version="1.0" encoding="utf-8"?>
<ds:datastoreItem xmlns:ds="http://schemas.openxmlformats.org/officeDocument/2006/customXml" ds:itemID="{712108F3-86F2-4B95-AF2D-FE4E45965FCC}">
  <ds:schemaRefs>
    <ds:schemaRef ds:uri="Strauss.PersonalizationDefinition"/>
  </ds:schemaRefs>
</ds:datastoreItem>
</file>

<file path=customXml/itemProps24.xml><?xml version="1.0" encoding="utf-8"?>
<ds:datastoreItem xmlns:ds="http://schemas.openxmlformats.org/officeDocument/2006/customXml" ds:itemID="{103AB8E4-C30A-4895-9606-8D77F2E70F19}">
  <ds:schemaRefs>
    <ds:schemaRef ds:uri="Strauss.PersonalizationDefinition"/>
  </ds:schemaRefs>
</ds:datastoreItem>
</file>

<file path=customXml/itemProps25.xml><?xml version="1.0" encoding="utf-8"?>
<ds:datastoreItem xmlns:ds="http://schemas.openxmlformats.org/officeDocument/2006/customXml" ds:itemID="{C18D3FE9-2C4E-470C-9B85-FEEE51F2FFFE}">
  <ds:schemaRefs>
    <ds:schemaRef ds:uri="http://schemas.microsoft.com/sharepoint/v3/contenttype/forms"/>
  </ds:schemaRefs>
</ds:datastoreItem>
</file>

<file path=customXml/itemProps26.xml><?xml version="1.0" encoding="utf-8"?>
<ds:datastoreItem xmlns:ds="http://schemas.openxmlformats.org/officeDocument/2006/customXml" ds:itemID="{6F485757-9F3C-4A1E-9E86-E1C1551910BA}">
  <ds:schemaRefs>
    <ds:schemaRef ds:uri="Strauss.PersonalizationDefinition"/>
  </ds:schemaRefs>
</ds:datastoreItem>
</file>

<file path=customXml/itemProps27.xml><?xml version="1.0" encoding="utf-8"?>
<ds:datastoreItem xmlns:ds="http://schemas.openxmlformats.org/officeDocument/2006/customXml" ds:itemID="{EDFBA6C8-3A38-44F0-B645-B6B0034983DA}">
  <ds:schemaRefs>
    <ds:schemaRef ds:uri="Strauss.PersonalizationDefinition"/>
  </ds:schemaRefs>
</ds:datastoreItem>
</file>

<file path=customXml/itemProps28.xml><?xml version="1.0" encoding="utf-8"?>
<ds:datastoreItem xmlns:ds="http://schemas.openxmlformats.org/officeDocument/2006/customXml" ds:itemID="{2BCFCE7B-4A43-491B-887D-365E2A1C50B2}">
  <ds:schemaRefs>
    <ds:schemaRef ds:uri="Strauss.PersonalizationDefinition"/>
  </ds:schemaRefs>
</ds:datastoreItem>
</file>

<file path=customXml/itemProps29.xml><?xml version="1.0" encoding="utf-8"?>
<ds:datastoreItem xmlns:ds="http://schemas.openxmlformats.org/officeDocument/2006/customXml" ds:itemID="{5C919DC8-E31E-42F0-9621-B916C2E029BA}">
  <ds:schemaRefs>
    <ds:schemaRef ds:uri="Strauss.PersonalizationDefinition"/>
  </ds:schemaRefs>
</ds:datastoreItem>
</file>

<file path=customXml/itemProps30.xml><?xml version="1.0" encoding="utf-8"?>
<ds:datastoreItem xmlns:ds="http://schemas.openxmlformats.org/officeDocument/2006/customXml" ds:itemID="{541D4602-AC17-4CBD-B95E-D5B3D757BC54}">
  <ds:schemaRefs>
    <ds:schemaRef ds:uri="Strauss.PersonalizationDefinition"/>
  </ds:schemaRefs>
</ds:datastoreItem>
</file>

<file path=customXml/itemProps31.xml><?xml version="1.0" encoding="utf-8"?>
<ds:datastoreItem xmlns:ds="http://schemas.openxmlformats.org/officeDocument/2006/customXml" ds:itemID="{406127A5-B8F7-4F8A-95A9-8E20F72EA129}">
  <ds:schemaRefs>
    <ds:schemaRef ds:uri="Strauss.PersonalizationDefinition"/>
  </ds:schemaRefs>
</ds:datastoreItem>
</file>

<file path=customXml/itemProps32.xml><?xml version="1.0" encoding="utf-8"?>
<ds:datastoreItem xmlns:ds="http://schemas.openxmlformats.org/officeDocument/2006/customXml" ds:itemID="{FBC13881-F2DC-4AA3-88C8-97C40CA1EBC7}">
  <ds:schemaRefs>
    <ds:schemaRef ds:uri="Strauss.PersonalizationDefinition"/>
  </ds:schemaRefs>
</ds:datastoreItem>
</file>

<file path=customXml/itemProps33.xml><?xml version="1.0" encoding="utf-8"?>
<ds:datastoreItem xmlns:ds="http://schemas.openxmlformats.org/officeDocument/2006/customXml" ds:itemID="{EF4AA5EB-A638-4D3A-B852-E71E18ED4953}">
  <ds:schemaRefs>
    <ds:schemaRef ds:uri="Strauss.PersonalizationDefinition"/>
  </ds:schemaRefs>
</ds:datastoreItem>
</file>

<file path=customXml/itemProps34.xml><?xml version="1.0" encoding="utf-8"?>
<ds:datastoreItem xmlns:ds="http://schemas.openxmlformats.org/officeDocument/2006/customXml" ds:itemID="{628127A0-F2C3-45C3-BB9F-5B29A6B848BE}">
  <ds:schemaRefs>
    <ds:schemaRef ds:uri="Strauss.PersonalizationDefinition"/>
  </ds:schemaRefs>
</ds:datastoreItem>
</file>

<file path=customXml/itemProps35.xml><?xml version="1.0" encoding="utf-8"?>
<ds:datastoreItem xmlns:ds="http://schemas.openxmlformats.org/officeDocument/2006/customXml" ds:itemID="{4EA01338-72BB-48B6-B6A4-05B31FE21105}">
  <ds:schemaRefs>
    <ds:schemaRef ds:uri="Strauss.PersonalizationDefinition"/>
  </ds:schemaRefs>
</ds:datastoreItem>
</file>

<file path=customXml/itemProps36.xml><?xml version="1.0" encoding="utf-8"?>
<ds:datastoreItem xmlns:ds="http://schemas.openxmlformats.org/officeDocument/2006/customXml" ds:itemID="{DE0DC7DC-A960-4E6E-BF1B-D3D906B081A2}">
  <ds:schemaRefs>
    <ds:schemaRef ds:uri="Strauss.PersonalizationDefinition"/>
  </ds:schemaRefs>
</ds:datastoreItem>
</file>

<file path=customXml/itemProps37.xml><?xml version="1.0" encoding="utf-8"?>
<ds:datastoreItem xmlns:ds="http://schemas.openxmlformats.org/officeDocument/2006/customXml" ds:itemID="{BC268A45-186B-46A3-937F-0E016CEA70C1}">
  <ds:schemaRefs>
    <ds:schemaRef ds:uri="Strauss.PersonalizationDefinition"/>
  </ds:schemaRefs>
</ds:datastoreItem>
</file>

<file path=customXml/itemProps38.xml><?xml version="1.0" encoding="utf-8"?>
<ds:datastoreItem xmlns:ds="http://schemas.openxmlformats.org/officeDocument/2006/customXml" ds:itemID="{08068EAD-DA6C-4DC8-843E-9CB0982D15F3}">
  <ds:schemaRefs>
    <ds:schemaRef ds:uri="Strauss.PersonalizationDefinition"/>
  </ds:schemaRefs>
</ds:datastoreItem>
</file>

<file path=customXml/itemProps39.xml><?xml version="1.0" encoding="utf-8"?>
<ds:datastoreItem xmlns:ds="http://schemas.openxmlformats.org/officeDocument/2006/customXml" ds:itemID="{AC7687D8-5695-4F99-A8BA-1D247B418C22}">
  <ds:schemaRefs>
    <ds:schemaRef ds:uri="http://schemas.microsoft.com/sharepoint/v3"/>
    <ds:schemaRef ds:uri="http://purl.org/dc/elements/1.1/"/>
    <ds:schemaRef ds:uri="http://schemas.microsoft.com/office/2006/metadata/properties"/>
    <ds:schemaRef ds:uri="http://schemas.microsoft.com/office/infopath/2007/PartnerControls"/>
    <ds:schemaRef ds:uri="http://www.w3.org/XML/1998/namespace"/>
    <ds:schemaRef ds:uri="ab43b28d-48aa-4b06-b599-e4d06cacad60"/>
    <ds:schemaRef ds:uri="http://schemas.microsoft.com/office/2006/documentManagement/types"/>
    <ds:schemaRef ds:uri="http://purl.org/dc/dcmitype/"/>
    <ds:schemaRef ds:uri="http://schemas.openxmlformats.org/package/2006/metadata/core-properties"/>
    <ds:schemaRef ds:uri="a877b708-1fc6-4963-8ac3-8e11db6822c2"/>
    <ds:schemaRef ds:uri="http://purl.org/dc/terms/"/>
    <ds:schemaRef ds:uri="cea7764e-6bf9-427d-be15-e74097e0a61c"/>
    <ds:schemaRef ds:uri="230e9df3-be65-4c73-a93b-d1236ebd677e"/>
  </ds:schemaRefs>
</ds:datastoreItem>
</file>

<file path=customXml/itemProps40.xml><?xml version="1.0" encoding="utf-8"?>
<ds:datastoreItem xmlns:ds="http://schemas.openxmlformats.org/officeDocument/2006/customXml" ds:itemID="{13A5538B-5199-4900-941A-B01E377F2065}">
  <ds:schemaRefs>
    <ds:schemaRef ds:uri="Strauss.PersonalizationDefinition"/>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Module_Template</Template>
  <TotalTime>0</TotalTime>
  <Words>3057</Words>
  <Application>Microsoft Office PowerPoint</Application>
  <PresentationFormat>Widescreen</PresentationFormat>
  <Paragraphs>326</Paragraphs>
  <Slides>55</Slides>
  <Notes>35</Notes>
  <HiddenSlides>2</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White Template</vt:lpstr>
      <vt:lpstr>Kubernetes Monitoring</vt:lpstr>
      <vt:lpstr>Conditions and terms of use</vt:lpstr>
      <vt:lpstr>Learning Units covered  in this Module</vt:lpstr>
      <vt:lpstr>Objectives </vt:lpstr>
      <vt:lpstr>Azure Monitor with AKS</vt:lpstr>
      <vt:lpstr>Observability  - Azure Monitor  Subscription Level</vt:lpstr>
      <vt:lpstr>Observability  - AKS  Activity Log</vt:lpstr>
      <vt:lpstr>Observability  - Azure Monitor  Resource Level</vt:lpstr>
      <vt:lpstr>Observability  - AKS  Metrics</vt:lpstr>
      <vt:lpstr>Observability  - AKS  Metrics (cont.)</vt:lpstr>
      <vt:lpstr>Observability  -  Resource level  - AKS</vt:lpstr>
      <vt:lpstr>Observability  - Azure Monitor  OS Level</vt:lpstr>
      <vt:lpstr>Observability  - Azure Monitor  Container Insights</vt:lpstr>
      <vt:lpstr>The 5 levels of monitoring in AKS</vt:lpstr>
      <vt:lpstr>Observability  - AKS</vt:lpstr>
      <vt:lpstr>Kubernetes Logging &amp; Metrics</vt:lpstr>
      <vt:lpstr>Kubernetes Logging Basics</vt:lpstr>
      <vt:lpstr>Kubernetes Logging Basics</vt:lpstr>
      <vt:lpstr>Kubernetes Logging with Fluentbit</vt:lpstr>
      <vt:lpstr>Containers and Kubernetes Metrics Basics</vt:lpstr>
      <vt:lpstr>Kubernetes Metrics Server</vt:lpstr>
      <vt:lpstr>Kubernetes Metrics Server</vt:lpstr>
      <vt:lpstr>AKS Logging &amp; Metrics</vt:lpstr>
      <vt:lpstr>Logging in AKS</vt:lpstr>
      <vt:lpstr>AKS Resource log (Control Plane) and Kubelet</vt:lpstr>
      <vt:lpstr>AKS Kubernetes layer Logs</vt:lpstr>
      <vt:lpstr>Metrics in AKS</vt:lpstr>
      <vt:lpstr>Cluster level</vt:lpstr>
      <vt:lpstr>Kubernetes Objects and workloads</vt:lpstr>
      <vt:lpstr>AKS Live logs  (logs, events and metrics)</vt:lpstr>
      <vt:lpstr>AKS Diagnose and solve problems</vt:lpstr>
      <vt:lpstr>AKS Resource Health</vt:lpstr>
      <vt:lpstr>OpenSource, Tools and 3rd Party solution</vt:lpstr>
      <vt:lpstr>Observability  - OpenTelemetry</vt:lpstr>
      <vt:lpstr>Other monitoring options</vt:lpstr>
      <vt:lpstr>Prometheus + Grafana</vt:lpstr>
      <vt:lpstr>Datadog </vt:lpstr>
      <vt:lpstr>Azure Managed OpenSource Solution</vt:lpstr>
      <vt:lpstr>Monitor AKS with Azure Monitor Managed service for Prometheus  Container Insights</vt:lpstr>
      <vt:lpstr>Enable Azure Managed Prometheus</vt:lpstr>
      <vt:lpstr>Azure Managed Grafana</vt:lpstr>
      <vt:lpstr>Monitor AKS with Azure Monitor Managed service for Prometheus and Container Insights - Setup</vt:lpstr>
      <vt:lpstr>Additional topics</vt:lpstr>
      <vt:lpstr>Observability with Istio</vt:lpstr>
      <vt:lpstr>Istio </vt:lpstr>
      <vt:lpstr>Metrics scrapping</vt:lpstr>
      <vt:lpstr>Metrics scrapping – Verify in AMW</vt:lpstr>
      <vt:lpstr>Metrics scrapping –  Grafana Dashboards for K8S</vt:lpstr>
      <vt:lpstr>Metrics scrapping –  Grafana Dashboards for Istio</vt:lpstr>
      <vt:lpstr>Jaeger –   Distributed tracing with Istio</vt:lpstr>
      <vt:lpstr>Jaeger –   Distributed tracing with Istio</vt:lpstr>
      <vt:lpstr>Kiali –   Topology view of Istio Service mesh</vt:lpstr>
      <vt:lpstr>Kiali –  Traffic Graph</vt:lpstr>
      <vt:lpstr>Questions?</vt:lpstr>
      <vt:lpstr>Lab – Module   Monitoring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Foundation Skills</dc:title>
  <dc:creator>Mike O'Neill</dc:creator>
  <cp:lastModifiedBy>Andrew Albers</cp:lastModifiedBy>
  <cp:revision>181</cp:revision>
  <dcterms:created xsi:type="dcterms:W3CDTF">2019-02-08T20:09:46Z</dcterms:created>
  <dcterms:modified xsi:type="dcterms:W3CDTF">2025-09-08T19:03:14Z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mconeill@microsoft.com</vt:lpwstr>
  </property>
  <property fmtid="{D5CDD505-2E9C-101B-9397-08002B2CF9AE}" pid="5" name="MSIP_Label_f42aa342-8706-4288-bd11-ebb85995028c_SetDate">
    <vt:lpwstr>2019-02-08T20:18:02.6502176Z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c97fa254-6a58-4427-a7a7-d6af83db1ac5</vt:lpwstr>
  </property>
  <property fmtid="{D5CDD505-2E9C-101B-9397-08002B2CF9AE}" pid="9" name="MSIP_Label_f42aa342-8706-4288-bd11-ebb85995028c_Extended_MSFT_Method">
    <vt:lpwstr>Automatic</vt:lpwstr>
  </property>
  <property fmtid="{D5CDD505-2E9C-101B-9397-08002B2CF9AE}" pid="10" name="ContentTypeId">
    <vt:lpwstr>0x010100E69BC7A8EC74B74F8EB826872BF35821</vt:lpwstr>
  </property>
  <property fmtid="{D5CDD505-2E9C-101B-9397-08002B2CF9AE}" pid="11" name="_dlc_DocIdItemGuid">
    <vt:lpwstr>faeaa986-2e78-4567-bd40-f1286550cf24</vt:lpwstr>
  </property>
  <property fmtid="{D5CDD505-2E9C-101B-9397-08002B2CF9AE}" pid="12" name="MediaServiceImageTags">
    <vt:lpwstr/>
  </property>
  <property fmtid="{D5CDD505-2E9C-101B-9397-08002B2CF9AE}" pid="13" name="MSIP_Label_8aa191f1-c555-4a9e-8b3e-85ef51701160_Enabled">
    <vt:lpwstr>true</vt:lpwstr>
  </property>
  <property fmtid="{D5CDD505-2E9C-101B-9397-08002B2CF9AE}" pid="14" name="MSIP_Label_8aa191f1-c555-4a9e-8b3e-85ef51701160_SetDate">
    <vt:lpwstr>2021-11-23T16:30:11Z</vt:lpwstr>
  </property>
  <property fmtid="{D5CDD505-2E9C-101B-9397-08002B2CF9AE}" pid="15" name="MSIP_Label_8aa191f1-c555-4a9e-8b3e-85ef51701160_Method">
    <vt:lpwstr>Standard</vt:lpwstr>
  </property>
  <property fmtid="{D5CDD505-2E9C-101B-9397-08002B2CF9AE}" pid="16" name="MSIP_Label_8aa191f1-c555-4a9e-8b3e-85ef51701160_Name">
    <vt:lpwstr>Confidential</vt:lpwstr>
  </property>
  <property fmtid="{D5CDD505-2E9C-101B-9397-08002B2CF9AE}" pid="17" name="MSIP_Label_8aa191f1-c555-4a9e-8b3e-85ef51701160_SiteId">
    <vt:lpwstr>a57507b2-d296-4dca-a9ae-67b1484e02a9</vt:lpwstr>
  </property>
  <property fmtid="{D5CDD505-2E9C-101B-9397-08002B2CF9AE}" pid="18" name="MSIP_Label_8aa191f1-c555-4a9e-8b3e-85ef51701160_ActionId">
    <vt:lpwstr>75c8a85a-1c6e-478a-ae68-029fd0558de5</vt:lpwstr>
  </property>
  <property fmtid="{D5CDD505-2E9C-101B-9397-08002B2CF9AE}" pid="19" name="MSIP_Label_8aa191f1-c555-4a9e-8b3e-85ef51701160_ContentBits">
    <vt:lpwstr>0</vt:lpwstr>
  </property>
  <property fmtid="{D5CDD505-2E9C-101B-9397-08002B2CF9AE}" pid="20" name="Order">
    <vt:r8>25243100</vt:r8>
  </property>
  <property fmtid="{D5CDD505-2E9C-101B-9397-08002B2CF9AE}" pid="21" name="Lead Signoff">
    <vt:bool>false</vt:bool>
  </property>
  <property fmtid="{D5CDD505-2E9C-101B-9397-08002B2CF9AE}" pid="22" name="Title URL">
    <vt:lpwstr>, </vt:lpwstr>
  </property>
  <property fmtid="{D5CDD505-2E9C-101B-9397-08002B2CF9AE}" pid="23" name="xd_Signature">
    <vt:bool>false</vt:bool>
  </property>
  <property fmtid="{D5CDD505-2E9C-101B-9397-08002B2CF9AE}" pid="24" name="xd_ProgID">
    <vt:lpwstr/>
  </property>
  <property fmtid="{D5CDD505-2E9C-101B-9397-08002B2CF9AE}" pid="25" name="_SourceUrl">
    <vt:lpwstr/>
  </property>
  <property fmtid="{D5CDD505-2E9C-101B-9397-08002B2CF9AE}" pid="26" name="_SharedFileIndex">
    <vt:lpwstr/>
  </property>
  <property fmtid="{D5CDD505-2E9C-101B-9397-08002B2CF9AE}" pid="27" name="ComplianceAssetId">
    <vt:lpwstr/>
  </property>
  <property fmtid="{D5CDD505-2E9C-101B-9397-08002B2CF9AE}" pid="28" name="TemplateUrl">
    <vt:lpwstr/>
  </property>
  <property fmtid="{D5CDD505-2E9C-101B-9397-08002B2CF9AE}" pid="29" name="State">
    <vt:lpwstr>Open</vt:lpwstr>
  </property>
  <property fmtid="{D5CDD505-2E9C-101B-9397-08002B2CF9AE}" pid="30" name="_ExtendedDescription">
    <vt:lpwstr/>
  </property>
  <property fmtid="{D5CDD505-2E9C-101B-9397-08002B2CF9AE}" pid="31" name="TriggerFlowInfo">
    <vt:lpwstr/>
  </property>
  <property fmtid="{D5CDD505-2E9C-101B-9397-08002B2CF9AE}" pid="32" name="Mail Sent">
    <vt:bool>false</vt:bool>
  </property>
</Properties>
</file>